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21"/>
  </p:notesMasterIdLst>
  <p:sldIdLst>
    <p:sldId id="256" r:id="rId2"/>
    <p:sldId id="308" r:id="rId3"/>
    <p:sldId id="310" r:id="rId4"/>
    <p:sldId id="309" r:id="rId5"/>
    <p:sldId id="276" r:id="rId6"/>
    <p:sldId id="316" r:id="rId7"/>
    <p:sldId id="311" r:id="rId8"/>
    <p:sldId id="317" r:id="rId9"/>
    <p:sldId id="318" r:id="rId10"/>
    <p:sldId id="323" r:id="rId11"/>
    <p:sldId id="314" r:id="rId12"/>
    <p:sldId id="315" r:id="rId13"/>
    <p:sldId id="261" r:id="rId14"/>
    <p:sldId id="321" r:id="rId15"/>
    <p:sldId id="320" r:id="rId16"/>
    <p:sldId id="322" r:id="rId17"/>
    <p:sldId id="313" r:id="rId18"/>
    <p:sldId id="319" r:id="rId19"/>
    <p:sldId id="307" r:id="rId20"/>
  </p:sldIdLst>
  <p:sldSz cx="9144000" cy="5143500" type="screen16x9"/>
  <p:notesSz cx="6858000" cy="9144000"/>
  <p:embeddedFontLst>
    <p:embeddedFont>
      <p:font typeface="Coda" panose="020B0604020202020204" charset="-18"/>
      <p:regular r:id="rId22"/>
    </p:embeddedFont>
    <p:embeddedFont>
      <p:font typeface="Freckle Face" panose="020B0604020202020204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535294-36AE-4AAC-83D8-889A82E35E47}">
  <a:tblStyle styleId="{90535294-36AE-4AAC-83D8-889A82E35E4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62" d="100"/>
          <a:sy n="162" d="100"/>
        </p:scale>
        <p:origin x="174" y="29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>
          <a:extLst>
            <a:ext uri="{FF2B5EF4-FFF2-40B4-BE49-F238E27FC236}">
              <a16:creationId xmlns:a16="http://schemas.microsoft.com/office/drawing/2014/main" id="{74705780-2751-D7E1-279F-4E89CCE5C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d44e19feb1_0_0:notes">
            <a:extLst>
              <a:ext uri="{FF2B5EF4-FFF2-40B4-BE49-F238E27FC236}">
                <a16:creationId xmlns:a16="http://schemas.microsoft.com/office/drawing/2014/main" id="{15EAB6B1-F64B-057D-FFF0-448B695ABA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d44e19feb1_0_0:notes">
            <a:extLst>
              <a:ext uri="{FF2B5EF4-FFF2-40B4-BE49-F238E27FC236}">
                <a16:creationId xmlns:a16="http://schemas.microsoft.com/office/drawing/2014/main" id="{DE4E826A-5F0F-DF00-1DE2-C8C35D5426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8002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>
          <a:extLst>
            <a:ext uri="{FF2B5EF4-FFF2-40B4-BE49-F238E27FC236}">
              <a16:creationId xmlns:a16="http://schemas.microsoft.com/office/drawing/2014/main" id="{E80026DB-A62A-AF38-1990-D9F606074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d42d2e070b_0_876:notes">
            <a:extLst>
              <a:ext uri="{FF2B5EF4-FFF2-40B4-BE49-F238E27FC236}">
                <a16:creationId xmlns:a16="http://schemas.microsoft.com/office/drawing/2014/main" id="{FF8A7166-40EF-5DF4-5829-1628BF3E25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d42d2e070b_0_876:notes">
            <a:extLst>
              <a:ext uri="{FF2B5EF4-FFF2-40B4-BE49-F238E27FC236}">
                <a16:creationId xmlns:a16="http://schemas.microsoft.com/office/drawing/2014/main" id="{4E89D01D-28C0-4AC7-F1EC-BA6762FA9B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196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8">
          <a:extLst>
            <a:ext uri="{FF2B5EF4-FFF2-40B4-BE49-F238E27FC236}">
              <a16:creationId xmlns:a16="http://schemas.microsoft.com/office/drawing/2014/main" id="{1A029A9B-79E8-DF91-C691-69E58D1C8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gd42d2e070b_0_33310:notes">
            <a:extLst>
              <a:ext uri="{FF2B5EF4-FFF2-40B4-BE49-F238E27FC236}">
                <a16:creationId xmlns:a16="http://schemas.microsoft.com/office/drawing/2014/main" id="{D85B8F72-BD81-4CB4-2334-0D73B07304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0" name="Google Shape;1870;gd42d2e070b_0_33310:notes">
            <a:extLst>
              <a:ext uri="{FF2B5EF4-FFF2-40B4-BE49-F238E27FC236}">
                <a16:creationId xmlns:a16="http://schemas.microsoft.com/office/drawing/2014/main" id="{AF1A988E-4466-22B5-B8CD-529B1773E3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72320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d44e19feb1_0_1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d44e19feb1_0_1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>
          <a:extLst>
            <a:ext uri="{FF2B5EF4-FFF2-40B4-BE49-F238E27FC236}">
              <a16:creationId xmlns:a16="http://schemas.microsoft.com/office/drawing/2014/main" id="{046EC256-F1D5-0085-3DA2-3026A4C3B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d42d2e070b_0_1139:notes">
            <a:extLst>
              <a:ext uri="{FF2B5EF4-FFF2-40B4-BE49-F238E27FC236}">
                <a16:creationId xmlns:a16="http://schemas.microsoft.com/office/drawing/2014/main" id="{25D7A367-6847-79DA-12DA-9FE3A97E69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d42d2e070b_0_1139:notes">
            <a:extLst>
              <a:ext uri="{FF2B5EF4-FFF2-40B4-BE49-F238E27FC236}">
                <a16:creationId xmlns:a16="http://schemas.microsoft.com/office/drawing/2014/main" id="{26F12B5E-8444-C726-0605-6579615B16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70511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4">
          <a:extLst>
            <a:ext uri="{FF2B5EF4-FFF2-40B4-BE49-F238E27FC236}">
              <a16:creationId xmlns:a16="http://schemas.microsoft.com/office/drawing/2014/main" id="{FF6EB29D-409F-75D0-9C03-D546C5DEF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d42d2e070b_0_1012:notes">
            <a:extLst>
              <a:ext uri="{FF2B5EF4-FFF2-40B4-BE49-F238E27FC236}">
                <a16:creationId xmlns:a16="http://schemas.microsoft.com/office/drawing/2014/main" id="{49C27065-22D1-A31E-FCA6-743235F0EA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6" name="Google Shape;1026;gd42d2e070b_0_1012:notes">
            <a:extLst>
              <a:ext uri="{FF2B5EF4-FFF2-40B4-BE49-F238E27FC236}">
                <a16:creationId xmlns:a16="http://schemas.microsoft.com/office/drawing/2014/main" id="{2EA77866-62D7-6199-7425-E65FA586EF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03327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4">
          <a:extLst>
            <a:ext uri="{FF2B5EF4-FFF2-40B4-BE49-F238E27FC236}">
              <a16:creationId xmlns:a16="http://schemas.microsoft.com/office/drawing/2014/main" id="{754BAE21-E0B4-6128-BA53-5F4A1471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gd42d2e070b_0_1738:notes">
            <a:extLst>
              <a:ext uri="{FF2B5EF4-FFF2-40B4-BE49-F238E27FC236}">
                <a16:creationId xmlns:a16="http://schemas.microsoft.com/office/drawing/2014/main" id="{6346E1B5-0AC8-56C2-D0C4-9F07E2CB72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6" name="Google Shape;1286;gd42d2e070b_0_1738:notes">
            <a:extLst>
              <a:ext uri="{FF2B5EF4-FFF2-40B4-BE49-F238E27FC236}">
                <a16:creationId xmlns:a16="http://schemas.microsoft.com/office/drawing/2014/main" id="{CFDDB0BE-435C-A446-5EE8-07E1A0C237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1617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8">
          <a:extLst>
            <a:ext uri="{FF2B5EF4-FFF2-40B4-BE49-F238E27FC236}">
              <a16:creationId xmlns:a16="http://schemas.microsoft.com/office/drawing/2014/main" id="{E12E14FC-6385-D69B-3A75-3AF06D060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gd42d2e070b_0_33310:notes">
            <a:extLst>
              <a:ext uri="{FF2B5EF4-FFF2-40B4-BE49-F238E27FC236}">
                <a16:creationId xmlns:a16="http://schemas.microsoft.com/office/drawing/2014/main" id="{DEE375B2-18FC-7D5B-0C6B-7970D670BC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0" name="Google Shape;1870;gd42d2e070b_0_33310:notes">
            <a:extLst>
              <a:ext uri="{FF2B5EF4-FFF2-40B4-BE49-F238E27FC236}">
                <a16:creationId xmlns:a16="http://schemas.microsoft.com/office/drawing/2014/main" id="{275BA0CC-E90C-B972-BFDF-7C1A0360AE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06510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8">
          <a:extLst>
            <a:ext uri="{FF2B5EF4-FFF2-40B4-BE49-F238E27FC236}">
              <a16:creationId xmlns:a16="http://schemas.microsoft.com/office/drawing/2014/main" id="{6FE1223F-6496-4787-37DE-3B9CC5789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gd42d2e070b_0_33310:notes">
            <a:extLst>
              <a:ext uri="{FF2B5EF4-FFF2-40B4-BE49-F238E27FC236}">
                <a16:creationId xmlns:a16="http://schemas.microsoft.com/office/drawing/2014/main" id="{DAEE4090-099C-BCFD-20BA-5D12D70570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0" name="Google Shape;1870;gd42d2e070b_0_33310:notes">
            <a:extLst>
              <a:ext uri="{FF2B5EF4-FFF2-40B4-BE49-F238E27FC236}">
                <a16:creationId xmlns:a16="http://schemas.microsoft.com/office/drawing/2014/main" id="{7F84D326-F6E4-99F5-C650-F0523FA69D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3838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3">
          <a:extLst>
            <a:ext uri="{FF2B5EF4-FFF2-40B4-BE49-F238E27FC236}">
              <a16:creationId xmlns:a16="http://schemas.microsoft.com/office/drawing/2014/main" id="{D42355AE-434F-78C0-0FCC-5A41F0776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gd42d2e070b_0_1749:notes">
            <a:extLst>
              <a:ext uri="{FF2B5EF4-FFF2-40B4-BE49-F238E27FC236}">
                <a16:creationId xmlns:a16="http://schemas.microsoft.com/office/drawing/2014/main" id="{A52F837D-2225-2B56-CCEE-EEF85444B4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5" name="Google Shape;1425;gd42d2e070b_0_1749:notes">
            <a:extLst>
              <a:ext uri="{FF2B5EF4-FFF2-40B4-BE49-F238E27FC236}">
                <a16:creationId xmlns:a16="http://schemas.microsoft.com/office/drawing/2014/main" id="{997B6592-1A1F-8B0E-C9E0-4E658295FB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75713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>
          <a:extLst>
            <a:ext uri="{FF2B5EF4-FFF2-40B4-BE49-F238E27FC236}">
              <a16:creationId xmlns:a16="http://schemas.microsoft.com/office/drawing/2014/main" id="{F5EEDEB2-A428-03C4-9559-23E4FE945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d44e19feb1_0_5:notes">
            <a:extLst>
              <a:ext uri="{FF2B5EF4-FFF2-40B4-BE49-F238E27FC236}">
                <a16:creationId xmlns:a16="http://schemas.microsoft.com/office/drawing/2014/main" id="{631E02CD-4796-188C-0A5A-F4240895E3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d44e19feb1_0_5:notes">
            <a:extLst>
              <a:ext uri="{FF2B5EF4-FFF2-40B4-BE49-F238E27FC236}">
                <a16:creationId xmlns:a16="http://schemas.microsoft.com/office/drawing/2014/main" id="{A6A13E0F-207A-3B51-292D-EF37C98D9E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28448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d42d2e070b_0_8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d42d2e070b_0_8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0">
          <a:extLst>
            <a:ext uri="{FF2B5EF4-FFF2-40B4-BE49-F238E27FC236}">
              <a16:creationId xmlns:a16="http://schemas.microsoft.com/office/drawing/2014/main" id="{218B1A86-ACF0-8C43-275A-823E9D9B7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gd42d2e070b_0_1753:notes">
            <a:extLst>
              <a:ext uri="{FF2B5EF4-FFF2-40B4-BE49-F238E27FC236}">
                <a16:creationId xmlns:a16="http://schemas.microsoft.com/office/drawing/2014/main" id="{6F5C7563-B6C0-4492-CE31-B3C3D9986D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2" name="Google Shape;1762;gd42d2e070b_0_1753:notes">
            <a:extLst>
              <a:ext uri="{FF2B5EF4-FFF2-40B4-BE49-F238E27FC236}">
                <a16:creationId xmlns:a16="http://schemas.microsoft.com/office/drawing/2014/main" id="{03AAF923-8B13-D32E-D4DB-AAEB13B470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798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5">
          <a:extLst>
            <a:ext uri="{FF2B5EF4-FFF2-40B4-BE49-F238E27FC236}">
              <a16:creationId xmlns:a16="http://schemas.microsoft.com/office/drawing/2014/main" id="{0F7D43D7-0D93-2537-5900-F79C30644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d42d2e070b_0_32754:notes">
            <a:extLst>
              <a:ext uri="{FF2B5EF4-FFF2-40B4-BE49-F238E27FC236}">
                <a16:creationId xmlns:a16="http://schemas.microsoft.com/office/drawing/2014/main" id="{063C8692-AA7D-0B18-B346-830E324EC8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" name="Google Shape;1397;gd42d2e070b_0_32754:notes">
            <a:extLst>
              <a:ext uri="{FF2B5EF4-FFF2-40B4-BE49-F238E27FC236}">
                <a16:creationId xmlns:a16="http://schemas.microsoft.com/office/drawing/2014/main" id="{4529D06E-1068-FE5F-5BEC-8A01FDD249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87065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9">
          <a:extLst>
            <a:ext uri="{FF2B5EF4-FFF2-40B4-BE49-F238E27FC236}">
              <a16:creationId xmlns:a16="http://schemas.microsoft.com/office/drawing/2014/main" id="{666E6DA6-D673-A008-00F2-637D141E7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gd42d2e070b_0_33236:notes">
            <a:extLst>
              <a:ext uri="{FF2B5EF4-FFF2-40B4-BE49-F238E27FC236}">
                <a16:creationId xmlns:a16="http://schemas.microsoft.com/office/drawing/2014/main" id="{CD524865-1538-FD26-3801-6ACCAA4324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1" name="Google Shape;1821;gd42d2e070b_0_33236:notes">
            <a:extLst>
              <a:ext uri="{FF2B5EF4-FFF2-40B4-BE49-F238E27FC236}">
                <a16:creationId xmlns:a16="http://schemas.microsoft.com/office/drawing/2014/main" id="{F2CD99ED-7849-49CA-6717-91A16AA4A1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37561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4">
          <a:extLst>
            <a:ext uri="{FF2B5EF4-FFF2-40B4-BE49-F238E27FC236}">
              <a16:creationId xmlns:a16="http://schemas.microsoft.com/office/drawing/2014/main" id="{3FD405FC-1E66-D667-9673-2101E640C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d42d2e070b_0_1012:notes">
            <a:extLst>
              <a:ext uri="{FF2B5EF4-FFF2-40B4-BE49-F238E27FC236}">
                <a16:creationId xmlns:a16="http://schemas.microsoft.com/office/drawing/2014/main" id="{38833013-D356-F1D8-9497-04F13127A9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6" name="Google Shape;1026;gd42d2e070b_0_1012:notes">
            <a:extLst>
              <a:ext uri="{FF2B5EF4-FFF2-40B4-BE49-F238E27FC236}">
                <a16:creationId xmlns:a16="http://schemas.microsoft.com/office/drawing/2014/main" id="{7ECC604D-73F3-D143-32BC-5D6FF19E48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50614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>
          <a:extLst>
            <a:ext uri="{FF2B5EF4-FFF2-40B4-BE49-F238E27FC236}">
              <a16:creationId xmlns:a16="http://schemas.microsoft.com/office/drawing/2014/main" id="{7C291DBB-CFC9-7D4F-107B-371139F40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d42d2e070b_0_1139:notes">
            <a:extLst>
              <a:ext uri="{FF2B5EF4-FFF2-40B4-BE49-F238E27FC236}">
                <a16:creationId xmlns:a16="http://schemas.microsoft.com/office/drawing/2014/main" id="{E7D3D7B1-DC52-EE3B-DE26-C3848C3964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d42d2e070b_0_1139:notes">
            <a:extLst>
              <a:ext uri="{FF2B5EF4-FFF2-40B4-BE49-F238E27FC236}">
                <a16:creationId xmlns:a16="http://schemas.microsoft.com/office/drawing/2014/main" id="{66F05DDB-7F22-DE6E-47F6-9FCDCAFA33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0964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1">
          <a:extLst>
            <a:ext uri="{FF2B5EF4-FFF2-40B4-BE49-F238E27FC236}">
              <a16:creationId xmlns:a16="http://schemas.microsoft.com/office/drawing/2014/main" id="{F05BA47A-F0E5-9C3A-1A3F-789E07EBC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gd42d2e070b_0_33415:notes">
            <a:extLst>
              <a:ext uri="{FF2B5EF4-FFF2-40B4-BE49-F238E27FC236}">
                <a16:creationId xmlns:a16="http://schemas.microsoft.com/office/drawing/2014/main" id="{5A3C2885-D0B3-D4C9-FFE2-7E4FA06AC7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3" name="Google Shape;1913;gd42d2e070b_0_33415:notes">
            <a:extLst>
              <a:ext uri="{FF2B5EF4-FFF2-40B4-BE49-F238E27FC236}">
                <a16:creationId xmlns:a16="http://schemas.microsoft.com/office/drawing/2014/main" id="{C075E350-198D-C3CA-902D-CBC5C727E3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0353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4698600"/>
            <a:ext cx="9144000" cy="444900"/>
          </a:xfrm>
          <a:prstGeom prst="rect">
            <a:avLst/>
          </a:prstGeom>
          <a:gradFill>
            <a:gsLst>
              <a:gs pos="0">
                <a:srgbClr val="B0BEE8"/>
              </a:gs>
              <a:gs pos="100000">
                <a:srgbClr val="E5D8E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-145733" y="-40800"/>
            <a:ext cx="9372079" cy="1277829"/>
            <a:chOff x="-145733" y="-40800"/>
            <a:chExt cx="9372079" cy="1277829"/>
          </a:xfrm>
        </p:grpSpPr>
        <p:sp>
          <p:nvSpPr>
            <p:cNvPr id="11" name="Google Shape;11;p2"/>
            <p:cNvSpPr/>
            <p:nvPr/>
          </p:nvSpPr>
          <p:spPr>
            <a:xfrm>
              <a:off x="3356080" y="-40800"/>
              <a:ext cx="2584138" cy="1022305"/>
            </a:xfrm>
            <a:custGeom>
              <a:avLst/>
              <a:gdLst/>
              <a:ahLst/>
              <a:cxnLst/>
              <a:rect l="l" t="t" r="r" b="b"/>
              <a:pathLst>
                <a:path w="18852" h="7458" extrusionOk="0">
                  <a:moveTo>
                    <a:pt x="14507" y="1"/>
                  </a:moveTo>
                  <a:cubicBezTo>
                    <a:pt x="13965" y="1"/>
                    <a:pt x="13424" y="367"/>
                    <a:pt x="13064" y="799"/>
                  </a:cubicBezTo>
                  <a:cubicBezTo>
                    <a:pt x="12153" y="1877"/>
                    <a:pt x="11909" y="3343"/>
                    <a:pt x="11686" y="4743"/>
                  </a:cubicBezTo>
                  <a:cubicBezTo>
                    <a:pt x="11709" y="4353"/>
                    <a:pt x="11731" y="3954"/>
                    <a:pt x="11608" y="3576"/>
                  </a:cubicBezTo>
                  <a:cubicBezTo>
                    <a:pt x="11475" y="3210"/>
                    <a:pt x="11175" y="2876"/>
                    <a:pt x="10786" y="2832"/>
                  </a:cubicBezTo>
                  <a:cubicBezTo>
                    <a:pt x="10760" y="2829"/>
                    <a:pt x="10733" y="2828"/>
                    <a:pt x="10707" y="2828"/>
                  </a:cubicBezTo>
                  <a:cubicBezTo>
                    <a:pt x="10336" y="2828"/>
                    <a:pt x="9985" y="3111"/>
                    <a:pt x="9809" y="3443"/>
                  </a:cubicBezTo>
                  <a:cubicBezTo>
                    <a:pt x="9620" y="3798"/>
                    <a:pt x="9576" y="4220"/>
                    <a:pt x="9542" y="4620"/>
                  </a:cubicBezTo>
                  <a:cubicBezTo>
                    <a:pt x="9398" y="3998"/>
                    <a:pt x="9542" y="3176"/>
                    <a:pt x="8976" y="2865"/>
                  </a:cubicBezTo>
                  <a:cubicBezTo>
                    <a:pt x="8872" y="2808"/>
                    <a:pt x="8758" y="2782"/>
                    <a:pt x="8642" y="2782"/>
                  </a:cubicBezTo>
                  <a:cubicBezTo>
                    <a:pt x="8374" y="2782"/>
                    <a:pt x="8096" y="2919"/>
                    <a:pt x="7909" y="3121"/>
                  </a:cubicBezTo>
                  <a:cubicBezTo>
                    <a:pt x="7643" y="3410"/>
                    <a:pt x="7520" y="3798"/>
                    <a:pt x="7398" y="4176"/>
                  </a:cubicBezTo>
                  <a:cubicBezTo>
                    <a:pt x="7332" y="3554"/>
                    <a:pt x="7243" y="2943"/>
                    <a:pt x="7132" y="2343"/>
                  </a:cubicBezTo>
                  <a:cubicBezTo>
                    <a:pt x="6987" y="1499"/>
                    <a:pt x="6732" y="554"/>
                    <a:pt x="5977" y="166"/>
                  </a:cubicBezTo>
                  <a:cubicBezTo>
                    <a:pt x="5759" y="53"/>
                    <a:pt x="5519" y="2"/>
                    <a:pt x="5276" y="2"/>
                  </a:cubicBezTo>
                  <a:cubicBezTo>
                    <a:pt x="4798" y="2"/>
                    <a:pt x="4308" y="201"/>
                    <a:pt x="3955" y="532"/>
                  </a:cubicBezTo>
                  <a:cubicBezTo>
                    <a:pt x="3422" y="1021"/>
                    <a:pt x="3143" y="1743"/>
                    <a:pt x="3044" y="2465"/>
                  </a:cubicBezTo>
                  <a:cubicBezTo>
                    <a:pt x="2782" y="1984"/>
                    <a:pt x="2229" y="1654"/>
                    <a:pt x="1673" y="1654"/>
                  </a:cubicBezTo>
                  <a:cubicBezTo>
                    <a:pt x="1663" y="1654"/>
                    <a:pt x="1654" y="1654"/>
                    <a:pt x="1644" y="1654"/>
                  </a:cubicBezTo>
                  <a:cubicBezTo>
                    <a:pt x="1077" y="1654"/>
                    <a:pt x="533" y="1988"/>
                    <a:pt x="255" y="2476"/>
                  </a:cubicBezTo>
                  <a:cubicBezTo>
                    <a:pt x="22" y="2909"/>
                    <a:pt x="0" y="3420"/>
                    <a:pt x="55" y="3898"/>
                  </a:cubicBezTo>
                  <a:cubicBezTo>
                    <a:pt x="156" y="4998"/>
                    <a:pt x="644" y="6198"/>
                    <a:pt x="1455" y="6975"/>
                  </a:cubicBezTo>
                  <a:cubicBezTo>
                    <a:pt x="1600" y="7120"/>
                    <a:pt x="1788" y="7220"/>
                    <a:pt x="2000" y="7286"/>
                  </a:cubicBezTo>
                  <a:cubicBezTo>
                    <a:pt x="2314" y="7386"/>
                    <a:pt x="2682" y="7415"/>
                    <a:pt x="3056" y="7415"/>
                  </a:cubicBezTo>
                  <a:cubicBezTo>
                    <a:pt x="3554" y="7415"/>
                    <a:pt x="4064" y="7364"/>
                    <a:pt x="4476" y="7364"/>
                  </a:cubicBezTo>
                  <a:lnTo>
                    <a:pt x="8798" y="7364"/>
                  </a:lnTo>
                  <a:cubicBezTo>
                    <a:pt x="10279" y="7364"/>
                    <a:pt x="11810" y="7458"/>
                    <a:pt x="13321" y="7458"/>
                  </a:cubicBezTo>
                  <a:cubicBezTo>
                    <a:pt x="14076" y="7458"/>
                    <a:pt x="14826" y="7435"/>
                    <a:pt x="15563" y="7364"/>
                  </a:cubicBezTo>
                  <a:cubicBezTo>
                    <a:pt x="17096" y="7209"/>
                    <a:pt x="18518" y="6142"/>
                    <a:pt x="18785" y="4553"/>
                  </a:cubicBezTo>
                  <a:cubicBezTo>
                    <a:pt x="18851" y="4165"/>
                    <a:pt x="18841" y="3709"/>
                    <a:pt x="18562" y="3410"/>
                  </a:cubicBezTo>
                  <a:cubicBezTo>
                    <a:pt x="18359" y="3185"/>
                    <a:pt x="18080" y="3103"/>
                    <a:pt x="17779" y="3103"/>
                  </a:cubicBezTo>
                  <a:cubicBezTo>
                    <a:pt x="17439" y="3103"/>
                    <a:pt x="17070" y="3208"/>
                    <a:pt x="16752" y="3331"/>
                  </a:cubicBezTo>
                  <a:cubicBezTo>
                    <a:pt x="16072" y="3600"/>
                    <a:pt x="15337" y="4015"/>
                    <a:pt x="14952" y="4608"/>
                  </a:cubicBezTo>
                  <a:lnTo>
                    <a:pt x="14952" y="4608"/>
                  </a:lnTo>
                  <a:lnTo>
                    <a:pt x="15452" y="3087"/>
                  </a:lnTo>
                  <a:cubicBezTo>
                    <a:pt x="15630" y="2543"/>
                    <a:pt x="15807" y="1976"/>
                    <a:pt x="15775" y="1410"/>
                  </a:cubicBezTo>
                  <a:cubicBezTo>
                    <a:pt x="15730" y="843"/>
                    <a:pt x="15419" y="255"/>
                    <a:pt x="14886" y="65"/>
                  </a:cubicBezTo>
                  <a:cubicBezTo>
                    <a:pt x="14761" y="21"/>
                    <a:pt x="14634" y="1"/>
                    <a:pt x="14507" y="1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7444508" y="532587"/>
              <a:ext cx="1781838" cy="704428"/>
            </a:xfrm>
            <a:custGeom>
              <a:avLst/>
              <a:gdLst/>
              <a:ahLst/>
              <a:cxnLst/>
              <a:rect l="l" t="t" r="r" b="b"/>
              <a:pathLst>
                <a:path w="12999" h="5139" extrusionOk="0">
                  <a:moveTo>
                    <a:pt x="3629" y="1"/>
                  </a:moveTo>
                  <a:cubicBezTo>
                    <a:pt x="3301" y="1"/>
                    <a:pt x="2966" y="139"/>
                    <a:pt x="2723" y="360"/>
                  </a:cubicBezTo>
                  <a:cubicBezTo>
                    <a:pt x="2356" y="704"/>
                    <a:pt x="2167" y="1204"/>
                    <a:pt x="2101" y="1703"/>
                  </a:cubicBezTo>
                  <a:cubicBezTo>
                    <a:pt x="1901" y="1360"/>
                    <a:pt x="1523" y="1137"/>
                    <a:pt x="1134" y="1137"/>
                  </a:cubicBezTo>
                  <a:cubicBezTo>
                    <a:pt x="745" y="1137"/>
                    <a:pt x="356" y="1370"/>
                    <a:pt x="179" y="1703"/>
                  </a:cubicBezTo>
                  <a:cubicBezTo>
                    <a:pt x="12" y="2004"/>
                    <a:pt x="1" y="2359"/>
                    <a:pt x="35" y="2693"/>
                  </a:cubicBezTo>
                  <a:cubicBezTo>
                    <a:pt x="101" y="3448"/>
                    <a:pt x="445" y="4270"/>
                    <a:pt x="1001" y="4814"/>
                  </a:cubicBezTo>
                  <a:cubicBezTo>
                    <a:pt x="1101" y="4914"/>
                    <a:pt x="1223" y="4981"/>
                    <a:pt x="1368" y="5025"/>
                  </a:cubicBezTo>
                  <a:cubicBezTo>
                    <a:pt x="1575" y="5093"/>
                    <a:pt x="1813" y="5113"/>
                    <a:pt x="2057" y="5113"/>
                  </a:cubicBezTo>
                  <a:cubicBezTo>
                    <a:pt x="2413" y="5113"/>
                    <a:pt x="2781" y="5070"/>
                    <a:pt x="3078" y="5070"/>
                  </a:cubicBezTo>
                  <a:lnTo>
                    <a:pt x="6056" y="5070"/>
                  </a:lnTo>
                  <a:cubicBezTo>
                    <a:pt x="7078" y="5070"/>
                    <a:pt x="8134" y="5139"/>
                    <a:pt x="9176" y="5139"/>
                  </a:cubicBezTo>
                  <a:cubicBezTo>
                    <a:pt x="9697" y="5139"/>
                    <a:pt x="10214" y="5122"/>
                    <a:pt x="10721" y="5070"/>
                  </a:cubicBezTo>
                  <a:cubicBezTo>
                    <a:pt x="11788" y="4969"/>
                    <a:pt x="12754" y="4236"/>
                    <a:pt x="12943" y="3148"/>
                  </a:cubicBezTo>
                  <a:cubicBezTo>
                    <a:pt x="12998" y="2870"/>
                    <a:pt x="12987" y="2559"/>
                    <a:pt x="12798" y="2348"/>
                  </a:cubicBezTo>
                  <a:cubicBezTo>
                    <a:pt x="12657" y="2196"/>
                    <a:pt x="12464" y="2141"/>
                    <a:pt x="12255" y="2141"/>
                  </a:cubicBezTo>
                  <a:cubicBezTo>
                    <a:pt x="12021" y="2141"/>
                    <a:pt x="11766" y="2210"/>
                    <a:pt x="11543" y="2293"/>
                  </a:cubicBezTo>
                  <a:cubicBezTo>
                    <a:pt x="11076" y="2483"/>
                    <a:pt x="10569" y="2768"/>
                    <a:pt x="10305" y="3178"/>
                  </a:cubicBezTo>
                  <a:lnTo>
                    <a:pt x="10305" y="3178"/>
                  </a:lnTo>
                  <a:cubicBezTo>
                    <a:pt x="10421" y="2825"/>
                    <a:pt x="10538" y="2475"/>
                    <a:pt x="10655" y="2126"/>
                  </a:cubicBezTo>
                  <a:cubicBezTo>
                    <a:pt x="10776" y="1748"/>
                    <a:pt x="10899" y="1370"/>
                    <a:pt x="10865" y="970"/>
                  </a:cubicBezTo>
                  <a:cubicBezTo>
                    <a:pt x="10843" y="582"/>
                    <a:pt x="10632" y="170"/>
                    <a:pt x="10255" y="49"/>
                  </a:cubicBezTo>
                  <a:cubicBezTo>
                    <a:pt x="10166" y="16"/>
                    <a:pt x="10076" y="1"/>
                    <a:pt x="9986" y="1"/>
                  </a:cubicBezTo>
                  <a:cubicBezTo>
                    <a:pt x="9615" y="1"/>
                    <a:pt x="9249" y="253"/>
                    <a:pt x="8999" y="548"/>
                  </a:cubicBezTo>
                  <a:cubicBezTo>
                    <a:pt x="8377" y="1293"/>
                    <a:pt x="8199" y="2303"/>
                    <a:pt x="8055" y="3270"/>
                  </a:cubicBezTo>
                  <a:cubicBezTo>
                    <a:pt x="8066" y="3004"/>
                    <a:pt x="8077" y="2725"/>
                    <a:pt x="7999" y="2470"/>
                  </a:cubicBezTo>
                  <a:cubicBezTo>
                    <a:pt x="7910" y="2214"/>
                    <a:pt x="7700" y="1982"/>
                    <a:pt x="7433" y="1948"/>
                  </a:cubicBezTo>
                  <a:cubicBezTo>
                    <a:pt x="7419" y="1947"/>
                    <a:pt x="7405" y="1946"/>
                    <a:pt x="7391" y="1946"/>
                  </a:cubicBezTo>
                  <a:cubicBezTo>
                    <a:pt x="7128" y="1946"/>
                    <a:pt x="6881" y="2138"/>
                    <a:pt x="6755" y="2370"/>
                  </a:cubicBezTo>
                  <a:cubicBezTo>
                    <a:pt x="6633" y="2614"/>
                    <a:pt x="6599" y="2903"/>
                    <a:pt x="6577" y="3181"/>
                  </a:cubicBezTo>
                  <a:cubicBezTo>
                    <a:pt x="6478" y="2759"/>
                    <a:pt x="6567" y="2182"/>
                    <a:pt x="6189" y="1970"/>
                  </a:cubicBezTo>
                  <a:cubicBezTo>
                    <a:pt x="6116" y="1934"/>
                    <a:pt x="6036" y="1917"/>
                    <a:pt x="5956" y="1917"/>
                  </a:cubicBezTo>
                  <a:cubicBezTo>
                    <a:pt x="5769" y="1917"/>
                    <a:pt x="5577" y="2008"/>
                    <a:pt x="5444" y="2148"/>
                  </a:cubicBezTo>
                  <a:cubicBezTo>
                    <a:pt x="5266" y="2348"/>
                    <a:pt x="5177" y="2614"/>
                    <a:pt x="5100" y="2870"/>
                  </a:cubicBezTo>
                  <a:cubicBezTo>
                    <a:pt x="5044" y="2448"/>
                    <a:pt x="4989" y="2026"/>
                    <a:pt x="4911" y="1615"/>
                  </a:cubicBezTo>
                  <a:cubicBezTo>
                    <a:pt x="4811" y="1037"/>
                    <a:pt x="4634" y="382"/>
                    <a:pt x="4111" y="115"/>
                  </a:cubicBezTo>
                  <a:cubicBezTo>
                    <a:pt x="3961" y="37"/>
                    <a:pt x="3796" y="1"/>
                    <a:pt x="3629" y="1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145733" y="374827"/>
              <a:ext cx="2179081" cy="862202"/>
            </a:xfrm>
            <a:custGeom>
              <a:avLst/>
              <a:gdLst/>
              <a:ahLst/>
              <a:cxnLst/>
              <a:rect l="l" t="t" r="r" b="b"/>
              <a:pathLst>
                <a:path w="15897" h="6290" extrusionOk="0">
                  <a:moveTo>
                    <a:pt x="12229" y="0"/>
                  </a:moveTo>
                  <a:cubicBezTo>
                    <a:pt x="11775" y="0"/>
                    <a:pt x="11325" y="308"/>
                    <a:pt x="11020" y="667"/>
                  </a:cubicBezTo>
                  <a:cubicBezTo>
                    <a:pt x="10253" y="1578"/>
                    <a:pt x="10043" y="2822"/>
                    <a:pt x="9853" y="4000"/>
                  </a:cubicBezTo>
                  <a:cubicBezTo>
                    <a:pt x="9876" y="3666"/>
                    <a:pt x="9887" y="3333"/>
                    <a:pt x="9787" y="3022"/>
                  </a:cubicBezTo>
                  <a:cubicBezTo>
                    <a:pt x="9676" y="2711"/>
                    <a:pt x="9421" y="2422"/>
                    <a:pt x="9098" y="2389"/>
                  </a:cubicBezTo>
                  <a:cubicBezTo>
                    <a:pt x="9077" y="2387"/>
                    <a:pt x="9055" y="2386"/>
                    <a:pt x="9034" y="2386"/>
                  </a:cubicBezTo>
                  <a:cubicBezTo>
                    <a:pt x="8715" y="2386"/>
                    <a:pt x="8422" y="2619"/>
                    <a:pt x="8276" y="2900"/>
                  </a:cubicBezTo>
                  <a:cubicBezTo>
                    <a:pt x="8110" y="3200"/>
                    <a:pt x="8076" y="3555"/>
                    <a:pt x="8043" y="3900"/>
                  </a:cubicBezTo>
                  <a:cubicBezTo>
                    <a:pt x="7920" y="3367"/>
                    <a:pt x="8043" y="2678"/>
                    <a:pt x="7565" y="2422"/>
                  </a:cubicBezTo>
                  <a:cubicBezTo>
                    <a:pt x="7476" y="2371"/>
                    <a:pt x="7379" y="2348"/>
                    <a:pt x="7281" y="2348"/>
                  </a:cubicBezTo>
                  <a:cubicBezTo>
                    <a:pt x="7059" y="2348"/>
                    <a:pt x="6830" y="2464"/>
                    <a:pt x="6676" y="2634"/>
                  </a:cubicBezTo>
                  <a:cubicBezTo>
                    <a:pt x="6443" y="2878"/>
                    <a:pt x="6343" y="3200"/>
                    <a:pt x="6243" y="3522"/>
                  </a:cubicBezTo>
                  <a:cubicBezTo>
                    <a:pt x="6177" y="3000"/>
                    <a:pt x="6110" y="2489"/>
                    <a:pt x="6021" y="1978"/>
                  </a:cubicBezTo>
                  <a:cubicBezTo>
                    <a:pt x="5899" y="1267"/>
                    <a:pt x="5676" y="479"/>
                    <a:pt x="5044" y="145"/>
                  </a:cubicBezTo>
                  <a:cubicBezTo>
                    <a:pt x="4856" y="48"/>
                    <a:pt x="4651" y="3"/>
                    <a:pt x="4446" y="3"/>
                  </a:cubicBezTo>
                  <a:cubicBezTo>
                    <a:pt x="4043" y="3"/>
                    <a:pt x="3634" y="173"/>
                    <a:pt x="3333" y="445"/>
                  </a:cubicBezTo>
                  <a:cubicBezTo>
                    <a:pt x="2889" y="867"/>
                    <a:pt x="2655" y="1478"/>
                    <a:pt x="2566" y="2078"/>
                  </a:cubicBezTo>
                  <a:cubicBezTo>
                    <a:pt x="2333" y="1667"/>
                    <a:pt x="1867" y="1390"/>
                    <a:pt x="1388" y="1390"/>
                  </a:cubicBezTo>
                  <a:cubicBezTo>
                    <a:pt x="911" y="1390"/>
                    <a:pt x="445" y="1678"/>
                    <a:pt x="222" y="2089"/>
                  </a:cubicBezTo>
                  <a:cubicBezTo>
                    <a:pt x="23" y="2456"/>
                    <a:pt x="0" y="2889"/>
                    <a:pt x="45" y="3289"/>
                  </a:cubicBezTo>
                  <a:cubicBezTo>
                    <a:pt x="134" y="4222"/>
                    <a:pt x="544" y="5233"/>
                    <a:pt x="1222" y="5888"/>
                  </a:cubicBezTo>
                  <a:cubicBezTo>
                    <a:pt x="1356" y="6011"/>
                    <a:pt x="1511" y="6088"/>
                    <a:pt x="1677" y="6144"/>
                  </a:cubicBezTo>
                  <a:cubicBezTo>
                    <a:pt x="1944" y="6230"/>
                    <a:pt x="2255" y="6254"/>
                    <a:pt x="2572" y="6254"/>
                  </a:cubicBezTo>
                  <a:cubicBezTo>
                    <a:pt x="2993" y="6254"/>
                    <a:pt x="3423" y="6211"/>
                    <a:pt x="3766" y="6211"/>
                  </a:cubicBezTo>
                  <a:lnTo>
                    <a:pt x="7421" y="6211"/>
                  </a:lnTo>
                  <a:cubicBezTo>
                    <a:pt x="8665" y="6211"/>
                    <a:pt x="9954" y="6290"/>
                    <a:pt x="11227" y="6290"/>
                  </a:cubicBezTo>
                  <a:cubicBezTo>
                    <a:pt x="11864" y="6290"/>
                    <a:pt x="12497" y="6270"/>
                    <a:pt x="13119" y="6211"/>
                  </a:cubicBezTo>
                  <a:cubicBezTo>
                    <a:pt x="14420" y="6088"/>
                    <a:pt x="15608" y="5177"/>
                    <a:pt x="15841" y="3844"/>
                  </a:cubicBezTo>
                  <a:cubicBezTo>
                    <a:pt x="15897" y="3511"/>
                    <a:pt x="15886" y="3133"/>
                    <a:pt x="15652" y="2878"/>
                  </a:cubicBezTo>
                  <a:cubicBezTo>
                    <a:pt x="15484" y="2689"/>
                    <a:pt x="15247" y="2619"/>
                    <a:pt x="14990" y="2619"/>
                  </a:cubicBezTo>
                  <a:cubicBezTo>
                    <a:pt x="14704" y="2619"/>
                    <a:pt x="14394" y="2706"/>
                    <a:pt x="14131" y="2811"/>
                  </a:cubicBezTo>
                  <a:cubicBezTo>
                    <a:pt x="13552" y="3041"/>
                    <a:pt x="12928" y="3395"/>
                    <a:pt x="12606" y="3894"/>
                  </a:cubicBezTo>
                  <a:lnTo>
                    <a:pt x="12606" y="3894"/>
                  </a:lnTo>
                  <a:cubicBezTo>
                    <a:pt x="12748" y="3463"/>
                    <a:pt x="12892" y="3032"/>
                    <a:pt x="13030" y="2600"/>
                  </a:cubicBezTo>
                  <a:cubicBezTo>
                    <a:pt x="13186" y="2145"/>
                    <a:pt x="13331" y="1678"/>
                    <a:pt x="13297" y="1190"/>
                  </a:cubicBezTo>
                  <a:cubicBezTo>
                    <a:pt x="13264" y="711"/>
                    <a:pt x="13008" y="212"/>
                    <a:pt x="12553" y="56"/>
                  </a:cubicBezTo>
                  <a:cubicBezTo>
                    <a:pt x="12446" y="18"/>
                    <a:pt x="12338" y="0"/>
                    <a:pt x="12229" y="0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6972325" y="1389407"/>
            <a:ext cx="2688530" cy="3410596"/>
            <a:chOff x="-705675" y="1389407"/>
            <a:chExt cx="2688530" cy="3410596"/>
          </a:xfrm>
        </p:grpSpPr>
        <p:sp>
          <p:nvSpPr>
            <p:cNvPr id="15" name="Google Shape;15;p2"/>
            <p:cNvSpPr/>
            <p:nvPr/>
          </p:nvSpPr>
          <p:spPr>
            <a:xfrm>
              <a:off x="-705675" y="1389407"/>
              <a:ext cx="2129204" cy="3075805"/>
            </a:xfrm>
            <a:custGeom>
              <a:avLst/>
              <a:gdLst/>
              <a:ahLst/>
              <a:cxnLst/>
              <a:rect l="l" t="t" r="r" b="b"/>
              <a:pathLst>
                <a:path w="15608" h="22547" extrusionOk="0">
                  <a:moveTo>
                    <a:pt x="8674" y="1"/>
                  </a:moveTo>
                  <a:cubicBezTo>
                    <a:pt x="8460" y="1"/>
                    <a:pt x="8247" y="37"/>
                    <a:pt x="8043" y="117"/>
                  </a:cubicBezTo>
                  <a:cubicBezTo>
                    <a:pt x="7187" y="440"/>
                    <a:pt x="6710" y="1361"/>
                    <a:pt x="6510" y="2261"/>
                  </a:cubicBezTo>
                  <a:cubicBezTo>
                    <a:pt x="5977" y="4694"/>
                    <a:pt x="6876" y="7182"/>
                    <a:pt x="7154" y="9660"/>
                  </a:cubicBezTo>
                  <a:cubicBezTo>
                    <a:pt x="7209" y="10248"/>
                    <a:pt x="7098" y="11037"/>
                    <a:pt x="6521" y="11126"/>
                  </a:cubicBezTo>
                  <a:cubicBezTo>
                    <a:pt x="6486" y="11132"/>
                    <a:pt x="6451" y="11135"/>
                    <a:pt x="6417" y="11135"/>
                  </a:cubicBezTo>
                  <a:cubicBezTo>
                    <a:pt x="6051" y="11135"/>
                    <a:pt x="5739" y="10825"/>
                    <a:pt x="5454" y="10582"/>
                  </a:cubicBezTo>
                  <a:cubicBezTo>
                    <a:pt x="4721" y="9954"/>
                    <a:pt x="3753" y="9602"/>
                    <a:pt x="2784" y="9602"/>
                  </a:cubicBezTo>
                  <a:cubicBezTo>
                    <a:pt x="2741" y="9602"/>
                    <a:pt x="2698" y="9603"/>
                    <a:pt x="2655" y="9604"/>
                  </a:cubicBezTo>
                  <a:cubicBezTo>
                    <a:pt x="2489" y="9604"/>
                    <a:pt x="2299" y="9626"/>
                    <a:pt x="2155" y="9727"/>
                  </a:cubicBezTo>
                  <a:cubicBezTo>
                    <a:pt x="1833" y="9949"/>
                    <a:pt x="1844" y="10426"/>
                    <a:pt x="1955" y="10804"/>
                  </a:cubicBezTo>
                  <a:cubicBezTo>
                    <a:pt x="2511" y="12548"/>
                    <a:pt x="4466" y="13603"/>
                    <a:pt x="4844" y="15392"/>
                  </a:cubicBezTo>
                  <a:cubicBezTo>
                    <a:pt x="4899" y="15625"/>
                    <a:pt x="4910" y="15903"/>
                    <a:pt x="4755" y="16092"/>
                  </a:cubicBezTo>
                  <a:cubicBezTo>
                    <a:pt x="4644" y="16225"/>
                    <a:pt x="4454" y="16281"/>
                    <a:pt x="4288" y="16314"/>
                  </a:cubicBezTo>
                  <a:cubicBezTo>
                    <a:pt x="4191" y="16329"/>
                    <a:pt x="4094" y="16335"/>
                    <a:pt x="3998" y="16335"/>
                  </a:cubicBezTo>
                  <a:cubicBezTo>
                    <a:pt x="3377" y="16335"/>
                    <a:pt x="2771" y="16057"/>
                    <a:pt x="2155" y="15903"/>
                  </a:cubicBezTo>
                  <a:cubicBezTo>
                    <a:pt x="1962" y="15858"/>
                    <a:pt x="1754" y="15832"/>
                    <a:pt x="1548" y="15832"/>
                  </a:cubicBezTo>
                  <a:cubicBezTo>
                    <a:pt x="997" y="15832"/>
                    <a:pt x="459" y="16015"/>
                    <a:pt x="233" y="16491"/>
                  </a:cubicBezTo>
                  <a:cubicBezTo>
                    <a:pt x="0" y="16992"/>
                    <a:pt x="222" y="17580"/>
                    <a:pt x="500" y="18047"/>
                  </a:cubicBezTo>
                  <a:cubicBezTo>
                    <a:pt x="1378" y="19491"/>
                    <a:pt x="2810" y="20524"/>
                    <a:pt x="4355" y="21213"/>
                  </a:cubicBezTo>
                  <a:cubicBezTo>
                    <a:pt x="5732" y="21813"/>
                    <a:pt x="7599" y="22535"/>
                    <a:pt x="9132" y="22546"/>
                  </a:cubicBezTo>
                  <a:cubicBezTo>
                    <a:pt x="9138" y="22546"/>
                    <a:pt x="9144" y="22546"/>
                    <a:pt x="9149" y="22546"/>
                  </a:cubicBezTo>
                  <a:cubicBezTo>
                    <a:pt x="10585" y="22546"/>
                    <a:pt x="11746" y="21265"/>
                    <a:pt x="12775" y="20413"/>
                  </a:cubicBezTo>
                  <a:cubicBezTo>
                    <a:pt x="13908" y="19480"/>
                    <a:pt x="15097" y="18258"/>
                    <a:pt x="14953" y="16803"/>
                  </a:cubicBezTo>
                  <a:cubicBezTo>
                    <a:pt x="14930" y="16580"/>
                    <a:pt x="14864" y="16358"/>
                    <a:pt x="14697" y="16225"/>
                  </a:cubicBezTo>
                  <a:cubicBezTo>
                    <a:pt x="14578" y="16136"/>
                    <a:pt x="14442" y="16110"/>
                    <a:pt x="14298" y="16110"/>
                  </a:cubicBezTo>
                  <a:cubicBezTo>
                    <a:pt x="14094" y="16110"/>
                    <a:pt x="13872" y="16162"/>
                    <a:pt x="13660" y="16162"/>
                  </a:cubicBezTo>
                  <a:cubicBezTo>
                    <a:pt x="13628" y="16162"/>
                    <a:pt x="13595" y="16161"/>
                    <a:pt x="13564" y="16158"/>
                  </a:cubicBezTo>
                  <a:cubicBezTo>
                    <a:pt x="12764" y="16069"/>
                    <a:pt x="12486" y="14958"/>
                    <a:pt x="12830" y="14225"/>
                  </a:cubicBezTo>
                  <a:cubicBezTo>
                    <a:pt x="13175" y="13492"/>
                    <a:pt x="13886" y="13026"/>
                    <a:pt x="14419" y="12415"/>
                  </a:cubicBezTo>
                  <a:cubicBezTo>
                    <a:pt x="14886" y="11882"/>
                    <a:pt x="15219" y="11248"/>
                    <a:pt x="15385" y="10559"/>
                  </a:cubicBezTo>
                  <a:cubicBezTo>
                    <a:pt x="15608" y="9671"/>
                    <a:pt x="15308" y="8449"/>
                    <a:pt x="14397" y="8349"/>
                  </a:cubicBezTo>
                  <a:cubicBezTo>
                    <a:pt x="14356" y="8344"/>
                    <a:pt x="14315" y="8342"/>
                    <a:pt x="14275" y="8342"/>
                  </a:cubicBezTo>
                  <a:cubicBezTo>
                    <a:pt x="13666" y="8342"/>
                    <a:pt x="13177" y="8877"/>
                    <a:pt x="12709" y="9304"/>
                  </a:cubicBezTo>
                  <a:cubicBezTo>
                    <a:pt x="12383" y="9601"/>
                    <a:pt x="11914" y="9857"/>
                    <a:pt x="11496" y="9857"/>
                  </a:cubicBezTo>
                  <a:cubicBezTo>
                    <a:pt x="11287" y="9857"/>
                    <a:pt x="11090" y="9793"/>
                    <a:pt x="10931" y="9638"/>
                  </a:cubicBezTo>
                  <a:cubicBezTo>
                    <a:pt x="10520" y="9238"/>
                    <a:pt x="10698" y="8560"/>
                    <a:pt x="10865" y="8004"/>
                  </a:cubicBezTo>
                  <a:cubicBezTo>
                    <a:pt x="11265" y="6661"/>
                    <a:pt x="11442" y="5249"/>
                    <a:pt x="11386" y="3839"/>
                  </a:cubicBezTo>
                  <a:cubicBezTo>
                    <a:pt x="11353" y="2861"/>
                    <a:pt x="11186" y="1850"/>
                    <a:pt x="10609" y="1050"/>
                  </a:cubicBezTo>
                  <a:cubicBezTo>
                    <a:pt x="10161" y="439"/>
                    <a:pt x="9412" y="1"/>
                    <a:pt x="8674" y="1"/>
                  </a:cubicBezTo>
                  <a:close/>
                </a:path>
              </a:pathLst>
            </a:custGeom>
            <a:solidFill>
              <a:srgbClr val="A2B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64254" y="1791844"/>
              <a:ext cx="19781" cy="3000639"/>
            </a:xfrm>
            <a:custGeom>
              <a:avLst/>
              <a:gdLst/>
              <a:ahLst/>
              <a:cxnLst/>
              <a:rect l="l" t="t" r="r" b="b"/>
              <a:pathLst>
                <a:path w="145" h="21996" extrusionOk="0">
                  <a:moveTo>
                    <a:pt x="78" y="0"/>
                  </a:moveTo>
                  <a:cubicBezTo>
                    <a:pt x="33" y="0"/>
                    <a:pt x="0" y="33"/>
                    <a:pt x="0" y="67"/>
                  </a:cubicBezTo>
                  <a:lnTo>
                    <a:pt x="0" y="21929"/>
                  </a:lnTo>
                  <a:cubicBezTo>
                    <a:pt x="0" y="21974"/>
                    <a:pt x="33" y="21996"/>
                    <a:pt x="78" y="21996"/>
                  </a:cubicBezTo>
                  <a:cubicBezTo>
                    <a:pt x="111" y="21996"/>
                    <a:pt x="144" y="21974"/>
                    <a:pt x="144" y="21929"/>
                  </a:cubicBezTo>
                  <a:lnTo>
                    <a:pt x="144" y="67"/>
                  </a:lnTo>
                  <a:cubicBezTo>
                    <a:pt x="144" y="33"/>
                    <a:pt x="111" y="0"/>
                    <a:pt x="78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83898" y="2675978"/>
              <a:ext cx="800225" cy="817686"/>
            </a:xfrm>
            <a:custGeom>
              <a:avLst/>
              <a:gdLst/>
              <a:ahLst/>
              <a:cxnLst/>
              <a:rect l="l" t="t" r="r" b="b"/>
              <a:pathLst>
                <a:path w="5866" h="5994" extrusionOk="0">
                  <a:moveTo>
                    <a:pt x="5787" y="1"/>
                  </a:moveTo>
                  <a:cubicBezTo>
                    <a:pt x="5769" y="1"/>
                    <a:pt x="5749" y="6"/>
                    <a:pt x="5732" y="17"/>
                  </a:cubicBezTo>
                  <a:cubicBezTo>
                    <a:pt x="3799" y="1918"/>
                    <a:pt x="1878" y="3895"/>
                    <a:pt x="34" y="5883"/>
                  </a:cubicBezTo>
                  <a:cubicBezTo>
                    <a:pt x="0" y="5905"/>
                    <a:pt x="0" y="5950"/>
                    <a:pt x="34" y="5972"/>
                  </a:cubicBezTo>
                  <a:cubicBezTo>
                    <a:pt x="45" y="5994"/>
                    <a:pt x="67" y="5994"/>
                    <a:pt x="78" y="5994"/>
                  </a:cubicBezTo>
                  <a:cubicBezTo>
                    <a:pt x="101" y="5994"/>
                    <a:pt x="123" y="5983"/>
                    <a:pt x="133" y="5972"/>
                  </a:cubicBezTo>
                  <a:cubicBezTo>
                    <a:pt x="1978" y="3984"/>
                    <a:pt x="3900" y="2017"/>
                    <a:pt x="5833" y="118"/>
                  </a:cubicBezTo>
                  <a:cubicBezTo>
                    <a:pt x="5866" y="96"/>
                    <a:pt x="5866" y="51"/>
                    <a:pt x="5833" y="17"/>
                  </a:cubicBezTo>
                  <a:cubicBezTo>
                    <a:pt x="5822" y="6"/>
                    <a:pt x="5805" y="1"/>
                    <a:pt x="5787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83898" y="3706763"/>
              <a:ext cx="733517" cy="609923"/>
            </a:xfrm>
            <a:custGeom>
              <a:avLst/>
              <a:gdLst/>
              <a:ahLst/>
              <a:cxnLst/>
              <a:rect l="l" t="t" r="r" b="b"/>
              <a:pathLst>
                <a:path w="5377" h="4471" extrusionOk="0">
                  <a:moveTo>
                    <a:pt x="5295" y="0"/>
                  </a:moveTo>
                  <a:cubicBezTo>
                    <a:pt x="5279" y="0"/>
                    <a:pt x="5265" y="6"/>
                    <a:pt x="5255" y="15"/>
                  </a:cubicBezTo>
                  <a:cubicBezTo>
                    <a:pt x="3488" y="1405"/>
                    <a:pt x="1733" y="2871"/>
                    <a:pt x="34" y="4348"/>
                  </a:cubicBezTo>
                  <a:cubicBezTo>
                    <a:pt x="12" y="4370"/>
                    <a:pt x="0" y="4415"/>
                    <a:pt x="34" y="4448"/>
                  </a:cubicBezTo>
                  <a:cubicBezTo>
                    <a:pt x="45" y="4459"/>
                    <a:pt x="67" y="4471"/>
                    <a:pt x="78" y="4471"/>
                  </a:cubicBezTo>
                  <a:cubicBezTo>
                    <a:pt x="101" y="4471"/>
                    <a:pt x="111" y="4459"/>
                    <a:pt x="123" y="4448"/>
                  </a:cubicBezTo>
                  <a:cubicBezTo>
                    <a:pt x="1822" y="2970"/>
                    <a:pt x="3577" y="1516"/>
                    <a:pt x="5344" y="127"/>
                  </a:cubicBezTo>
                  <a:cubicBezTo>
                    <a:pt x="5366" y="94"/>
                    <a:pt x="5377" y="49"/>
                    <a:pt x="5355" y="27"/>
                  </a:cubicBezTo>
                  <a:cubicBezTo>
                    <a:pt x="5336" y="8"/>
                    <a:pt x="5315" y="0"/>
                    <a:pt x="5295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-257130" y="2906391"/>
              <a:ext cx="713873" cy="749614"/>
            </a:xfrm>
            <a:custGeom>
              <a:avLst/>
              <a:gdLst/>
              <a:ahLst/>
              <a:cxnLst/>
              <a:rect l="l" t="t" r="r" b="b"/>
              <a:pathLst>
                <a:path w="5233" h="5495" extrusionOk="0">
                  <a:moveTo>
                    <a:pt x="79" y="0"/>
                  </a:moveTo>
                  <a:cubicBezTo>
                    <a:pt x="61" y="0"/>
                    <a:pt x="44" y="6"/>
                    <a:pt x="33" y="17"/>
                  </a:cubicBezTo>
                  <a:cubicBezTo>
                    <a:pt x="11" y="39"/>
                    <a:pt x="0" y="84"/>
                    <a:pt x="33" y="117"/>
                  </a:cubicBezTo>
                  <a:cubicBezTo>
                    <a:pt x="1744" y="1861"/>
                    <a:pt x="3455" y="3672"/>
                    <a:pt x="5099" y="5472"/>
                  </a:cubicBezTo>
                  <a:cubicBezTo>
                    <a:pt x="5110" y="5483"/>
                    <a:pt x="5133" y="5494"/>
                    <a:pt x="5155" y="5494"/>
                  </a:cubicBezTo>
                  <a:cubicBezTo>
                    <a:pt x="5166" y="5494"/>
                    <a:pt x="5188" y="5483"/>
                    <a:pt x="5199" y="5472"/>
                  </a:cubicBezTo>
                  <a:cubicBezTo>
                    <a:pt x="5232" y="5450"/>
                    <a:pt x="5232" y="5405"/>
                    <a:pt x="5199" y="5371"/>
                  </a:cubicBezTo>
                  <a:cubicBezTo>
                    <a:pt x="3555" y="3572"/>
                    <a:pt x="1844" y="1772"/>
                    <a:pt x="134" y="17"/>
                  </a:cubicBezTo>
                  <a:cubicBezTo>
                    <a:pt x="117" y="6"/>
                    <a:pt x="97" y="0"/>
                    <a:pt x="79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499" y="3115794"/>
              <a:ext cx="1647514" cy="1591856"/>
            </a:xfrm>
            <a:custGeom>
              <a:avLst/>
              <a:gdLst/>
              <a:ahLst/>
              <a:cxnLst/>
              <a:rect l="l" t="t" r="r" b="b"/>
              <a:pathLst>
                <a:path w="12077" h="11669" extrusionOk="0">
                  <a:moveTo>
                    <a:pt x="1726" y="0"/>
                  </a:moveTo>
                  <a:cubicBezTo>
                    <a:pt x="1600" y="0"/>
                    <a:pt x="1472" y="16"/>
                    <a:pt x="1345" y="49"/>
                  </a:cubicBezTo>
                  <a:cubicBezTo>
                    <a:pt x="623" y="227"/>
                    <a:pt x="123" y="970"/>
                    <a:pt x="67" y="1726"/>
                  </a:cubicBezTo>
                  <a:cubicBezTo>
                    <a:pt x="1" y="2471"/>
                    <a:pt x="312" y="3214"/>
                    <a:pt x="734" y="3836"/>
                  </a:cubicBezTo>
                  <a:cubicBezTo>
                    <a:pt x="1168" y="4459"/>
                    <a:pt x="1711" y="4981"/>
                    <a:pt x="2212" y="5547"/>
                  </a:cubicBezTo>
                  <a:cubicBezTo>
                    <a:pt x="2545" y="5925"/>
                    <a:pt x="2867" y="6447"/>
                    <a:pt x="2656" y="6892"/>
                  </a:cubicBezTo>
                  <a:cubicBezTo>
                    <a:pt x="2422" y="7369"/>
                    <a:pt x="1767" y="7436"/>
                    <a:pt x="1423" y="7836"/>
                  </a:cubicBezTo>
                  <a:cubicBezTo>
                    <a:pt x="1112" y="8203"/>
                    <a:pt x="1156" y="8791"/>
                    <a:pt x="1412" y="9202"/>
                  </a:cubicBezTo>
                  <a:cubicBezTo>
                    <a:pt x="1667" y="9613"/>
                    <a:pt x="2089" y="9891"/>
                    <a:pt x="2523" y="10136"/>
                  </a:cubicBezTo>
                  <a:cubicBezTo>
                    <a:pt x="3034" y="10435"/>
                    <a:pt x="3578" y="10702"/>
                    <a:pt x="4133" y="10924"/>
                  </a:cubicBezTo>
                  <a:cubicBezTo>
                    <a:pt x="4522" y="11091"/>
                    <a:pt x="5233" y="11180"/>
                    <a:pt x="5533" y="11469"/>
                  </a:cubicBezTo>
                  <a:cubicBezTo>
                    <a:pt x="5600" y="11535"/>
                    <a:pt x="5656" y="11602"/>
                    <a:pt x="5688" y="11669"/>
                  </a:cubicBezTo>
                  <a:cubicBezTo>
                    <a:pt x="7811" y="11657"/>
                    <a:pt x="9944" y="11657"/>
                    <a:pt x="12076" y="11646"/>
                  </a:cubicBezTo>
                  <a:cubicBezTo>
                    <a:pt x="12010" y="10602"/>
                    <a:pt x="11654" y="9569"/>
                    <a:pt x="11254" y="8502"/>
                  </a:cubicBezTo>
                  <a:cubicBezTo>
                    <a:pt x="11167" y="8263"/>
                    <a:pt x="11083" y="8176"/>
                    <a:pt x="10998" y="8176"/>
                  </a:cubicBezTo>
                  <a:cubicBezTo>
                    <a:pt x="10822" y="8176"/>
                    <a:pt x="10645" y="8545"/>
                    <a:pt x="10443" y="8702"/>
                  </a:cubicBezTo>
                  <a:cubicBezTo>
                    <a:pt x="10362" y="8761"/>
                    <a:pt x="10268" y="8787"/>
                    <a:pt x="10171" y="8787"/>
                  </a:cubicBezTo>
                  <a:cubicBezTo>
                    <a:pt x="9976" y="8787"/>
                    <a:pt x="9770" y="8681"/>
                    <a:pt x="9643" y="8524"/>
                  </a:cubicBezTo>
                  <a:cubicBezTo>
                    <a:pt x="9455" y="8280"/>
                    <a:pt x="9399" y="7969"/>
                    <a:pt x="9354" y="7669"/>
                  </a:cubicBezTo>
                  <a:cubicBezTo>
                    <a:pt x="9110" y="6314"/>
                    <a:pt x="8766" y="4970"/>
                    <a:pt x="8322" y="3659"/>
                  </a:cubicBezTo>
                  <a:cubicBezTo>
                    <a:pt x="8199" y="3303"/>
                    <a:pt x="8066" y="2937"/>
                    <a:pt x="7799" y="2659"/>
                  </a:cubicBezTo>
                  <a:cubicBezTo>
                    <a:pt x="7611" y="2471"/>
                    <a:pt x="7345" y="2344"/>
                    <a:pt x="7084" y="2344"/>
                  </a:cubicBezTo>
                  <a:cubicBezTo>
                    <a:pt x="6975" y="2344"/>
                    <a:pt x="6868" y="2366"/>
                    <a:pt x="6766" y="2415"/>
                  </a:cubicBezTo>
                  <a:cubicBezTo>
                    <a:pt x="6366" y="2604"/>
                    <a:pt x="6167" y="3192"/>
                    <a:pt x="5722" y="3214"/>
                  </a:cubicBezTo>
                  <a:cubicBezTo>
                    <a:pt x="5706" y="3216"/>
                    <a:pt x="5690" y="3217"/>
                    <a:pt x="5674" y="3217"/>
                  </a:cubicBezTo>
                  <a:cubicBezTo>
                    <a:pt x="5460" y="3217"/>
                    <a:pt x="5266" y="3081"/>
                    <a:pt x="5100" y="2926"/>
                  </a:cubicBezTo>
                  <a:cubicBezTo>
                    <a:pt x="4489" y="2370"/>
                    <a:pt x="4089" y="1604"/>
                    <a:pt x="3533" y="982"/>
                  </a:cubicBezTo>
                  <a:cubicBezTo>
                    <a:pt x="3075" y="447"/>
                    <a:pt x="2410" y="0"/>
                    <a:pt x="1726" y="0"/>
                  </a:cubicBez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83766" y="3299688"/>
              <a:ext cx="683725" cy="1335254"/>
            </a:xfrm>
            <a:custGeom>
              <a:avLst/>
              <a:gdLst/>
              <a:ahLst/>
              <a:cxnLst/>
              <a:rect l="l" t="t" r="r" b="b"/>
              <a:pathLst>
                <a:path w="5012" h="9788" extrusionOk="0">
                  <a:moveTo>
                    <a:pt x="112" y="0"/>
                  </a:moveTo>
                  <a:lnTo>
                    <a:pt x="1" y="45"/>
                  </a:lnTo>
                  <a:cubicBezTo>
                    <a:pt x="423" y="1056"/>
                    <a:pt x="1012" y="1989"/>
                    <a:pt x="1768" y="2789"/>
                  </a:cubicBezTo>
                  <a:cubicBezTo>
                    <a:pt x="2023" y="3055"/>
                    <a:pt x="2289" y="3311"/>
                    <a:pt x="2556" y="3555"/>
                  </a:cubicBezTo>
                  <a:cubicBezTo>
                    <a:pt x="3089" y="4066"/>
                    <a:pt x="3645" y="4588"/>
                    <a:pt x="4034" y="5211"/>
                  </a:cubicBezTo>
                  <a:cubicBezTo>
                    <a:pt x="4878" y="6588"/>
                    <a:pt x="4889" y="8365"/>
                    <a:pt x="4900" y="9787"/>
                  </a:cubicBezTo>
                  <a:lnTo>
                    <a:pt x="5011" y="9787"/>
                  </a:lnTo>
                  <a:cubicBezTo>
                    <a:pt x="5000" y="8343"/>
                    <a:pt x="5000" y="6554"/>
                    <a:pt x="4133" y="5155"/>
                  </a:cubicBezTo>
                  <a:cubicBezTo>
                    <a:pt x="3734" y="4510"/>
                    <a:pt x="3167" y="3989"/>
                    <a:pt x="2634" y="3478"/>
                  </a:cubicBezTo>
                  <a:cubicBezTo>
                    <a:pt x="2368" y="3233"/>
                    <a:pt x="2101" y="2977"/>
                    <a:pt x="1857" y="2711"/>
                  </a:cubicBezTo>
                  <a:cubicBezTo>
                    <a:pt x="1112" y="1911"/>
                    <a:pt x="524" y="1000"/>
                    <a:pt x="1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968731" y="3636098"/>
              <a:ext cx="113909" cy="766939"/>
            </a:xfrm>
            <a:custGeom>
              <a:avLst/>
              <a:gdLst/>
              <a:ahLst/>
              <a:cxnLst/>
              <a:rect l="l" t="t" r="r" b="b"/>
              <a:pathLst>
                <a:path w="835" h="5622" extrusionOk="0">
                  <a:moveTo>
                    <a:pt x="45" y="0"/>
                  </a:moveTo>
                  <a:lnTo>
                    <a:pt x="13" y="1056"/>
                  </a:lnTo>
                  <a:cubicBezTo>
                    <a:pt x="13" y="1289"/>
                    <a:pt x="1" y="1555"/>
                    <a:pt x="79" y="1800"/>
                  </a:cubicBezTo>
                  <a:cubicBezTo>
                    <a:pt x="124" y="1933"/>
                    <a:pt x="190" y="2066"/>
                    <a:pt x="268" y="2200"/>
                  </a:cubicBezTo>
                  <a:cubicBezTo>
                    <a:pt x="290" y="2256"/>
                    <a:pt x="324" y="2311"/>
                    <a:pt x="356" y="2367"/>
                  </a:cubicBezTo>
                  <a:cubicBezTo>
                    <a:pt x="756" y="3177"/>
                    <a:pt x="612" y="4944"/>
                    <a:pt x="556" y="5611"/>
                  </a:cubicBezTo>
                  <a:lnTo>
                    <a:pt x="668" y="5621"/>
                  </a:lnTo>
                  <a:cubicBezTo>
                    <a:pt x="768" y="4466"/>
                    <a:pt x="835" y="3056"/>
                    <a:pt x="457" y="2311"/>
                  </a:cubicBezTo>
                  <a:cubicBezTo>
                    <a:pt x="423" y="2256"/>
                    <a:pt x="390" y="2200"/>
                    <a:pt x="368" y="2145"/>
                  </a:cubicBezTo>
                  <a:cubicBezTo>
                    <a:pt x="290" y="2011"/>
                    <a:pt x="223" y="1889"/>
                    <a:pt x="190" y="1767"/>
                  </a:cubicBezTo>
                  <a:cubicBezTo>
                    <a:pt x="112" y="1533"/>
                    <a:pt x="124" y="1289"/>
                    <a:pt x="134" y="1056"/>
                  </a:cubicBezTo>
                  <a:lnTo>
                    <a:pt x="168" y="1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3A81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35343" y="3460253"/>
              <a:ext cx="518387" cy="335178"/>
            </a:xfrm>
            <a:custGeom>
              <a:avLst/>
              <a:gdLst/>
              <a:ahLst/>
              <a:cxnLst/>
              <a:rect l="l" t="t" r="r" b="b"/>
              <a:pathLst>
                <a:path w="3800" h="2457" extrusionOk="0">
                  <a:moveTo>
                    <a:pt x="101" y="1"/>
                  </a:moveTo>
                  <a:lnTo>
                    <a:pt x="0" y="57"/>
                  </a:lnTo>
                  <a:cubicBezTo>
                    <a:pt x="456" y="790"/>
                    <a:pt x="1178" y="1356"/>
                    <a:pt x="1989" y="1623"/>
                  </a:cubicBezTo>
                  <a:lnTo>
                    <a:pt x="2044" y="1645"/>
                  </a:lnTo>
                  <a:cubicBezTo>
                    <a:pt x="2589" y="1822"/>
                    <a:pt x="3333" y="2067"/>
                    <a:pt x="3722" y="2456"/>
                  </a:cubicBezTo>
                  <a:lnTo>
                    <a:pt x="3800" y="2378"/>
                  </a:lnTo>
                  <a:cubicBezTo>
                    <a:pt x="3400" y="1967"/>
                    <a:pt x="2644" y="1711"/>
                    <a:pt x="2089" y="1534"/>
                  </a:cubicBezTo>
                  <a:lnTo>
                    <a:pt x="2034" y="1511"/>
                  </a:lnTo>
                  <a:cubicBezTo>
                    <a:pt x="1244" y="1256"/>
                    <a:pt x="534" y="701"/>
                    <a:pt x="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65618" y="4296777"/>
              <a:ext cx="615516" cy="382105"/>
            </a:xfrm>
            <a:custGeom>
              <a:avLst/>
              <a:gdLst/>
              <a:ahLst/>
              <a:cxnLst/>
              <a:rect l="l" t="t" r="r" b="b"/>
              <a:pathLst>
                <a:path w="4512" h="2801" extrusionOk="0">
                  <a:moveTo>
                    <a:pt x="79" y="1"/>
                  </a:moveTo>
                  <a:lnTo>
                    <a:pt x="1" y="79"/>
                  </a:lnTo>
                  <a:cubicBezTo>
                    <a:pt x="334" y="412"/>
                    <a:pt x="712" y="778"/>
                    <a:pt x="1168" y="1000"/>
                  </a:cubicBezTo>
                  <a:cubicBezTo>
                    <a:pt x="1368" y="1089"/>
                    <a:pt x="1590" y="1156"/>
                    <a:pt x="1800" y="1223"/>
                  </a:cubicBezTo>
                  <a:cubicBezTo>
                    <a:pt x="1923" y="1256"/>
                    <a:pt x="2056" y="1289"/>
                    <a:pt x="2178" y="1334"/>
                  </a:cubicBezTo>
                  <a:cubicBezTo>
                    <a:pt x="2434" y="1423"/>
                    <a:pt x="2679" y="1545"/>
                    <a:pt x="2911" y="1667"/>
                  </a:cubicBezTo>
                  <a:lnTo>
                    <a:pt x="3622" y="2012"/>
                  </a:lnTo>
                  <a:cubicBezTo>
                    <a:pt x="3978" y="2178"/>
                    <a:pt x="4378" y="2422"/>
                    <a:pt x="4389" y="2800"/>
                  </a:cubicBezTo>
                  <a:lnTo>
                    <a:pt x="4511" y="2789"/>
                  </a:lnTo>
                  <a:cubicBezTo>
                    <a:pt x="4489" y="2356"/>
                    <a:pt x="4056" y="2089"/>
                    <a:pt x="3678" y="1911"/>
                  </a:cubicBezTo>
                  <a:lnTo>
                    <a:pt x="2967" y="1556"/>
                  </a:lnTo>
                  <a:cubicBezTo>
                    <a:pt x="2723" y="1445"/>
                    <a:pt x="2479" y="1323"/>
                    <a:pt x="2223" y="1223"/>
                  </a:cubicBezTo>
                  <a:cubicBezTo>
                    <a:pt x="2089" y="1178"/>
                    <a:pt x="1956" y="1145"/>
                    <a:pt x="1834" y="1112"/>
                  </a:cubicBezTo>
                  <a:cubicBezTo>
                    <a:pt x="1623" y="1045"/>
                    <a:pt x="1412" y="990"/>
                    <a:pt x="1223" y="889"/>
                  </a:cubicBezTo>
                  <a:cubicBezTo>
                    <a:pt x="778" y="689"/>
                    <a:pt x="423" y="334"/>
                    <a:pt x="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17179" y="2692212"/>
              <a:ext cx="1365676" cy="1816945"/>
            </a:xfrm>
            <a:custGeom>
              <a:avLst/>
              <a:gdLst/>
              <a:ahLst/>
              <a:cxnLst/>
              <a:rect l="l" t="t" r="r" b="b"/>
              <a:pathLst>
                <a:path w="10011" h="13319" extrusionOk="0">
                  <a:moveTo>
                    <a:pt x="5024" y="1"/>
                  </a:moveTo>
                  <a:cubicBezTo>
                    <a:pt x="4884" y="1"/>
                    <a:pt x="4742" y="11"/>
                    <a:pt x="4600" y="32"/>
                  </a:cubicBezTo>
                  <a:cubicBezTo>
                    <a:pt x="3756" y="154"/>
                    <a:pt x="3012" y="643"/>
                    <a:pt x="2456" y="1298"/>
                  </a:cubicBezTo>
                  <a:cubicBezTo>
                    <a:pt x="2023" y="1720"/>
                    <a:pt x="1645" y="2243"/>
                    <a:pt x="1356" y="2787"/>
                  </a:cubicBezTo>
                  <a:cubicBezTo>
                    <a:pt x="301" y="4764"/>
                    <a:pt x="1" y="7586"/>
                    <a:pt x="623" y="9730"/>
                  </a:cubicBezTo>
                  <a:cubicBezTo>
                    <a:pt x="923" y="10763"/>
                    <a:pt x="1534" y="11585"/>
                    <a:pt x="2356" y="12263"/>
                  </a:cubicBezTo>
                  <a:cubicBezTo>
                    <a:pt x="3022" y="12818"/>
                    <a:pt x="4133" y="13296"/>
                    <a:pt x="5000" y="13318"/>
                  </a:cubicBezTo>
                  <a:cubicBezTo>
                    <a:pt x="5028" y="13318"/>
                    <a:pt x="5056" y="13319"/>
                    <a:pt x="5084" y="13319"/>
                  </a:cubicBezTo>
                  <a:cubicBezTo>
                    <a:pt x="6204" y="13319"/>
                    <a:pt x="7182" y="12884"/>
                    <a:pt x="7821" y="11940"/>
                  </a:cubicBezTo>
                  <a:cubicBezTo>
                    <a:pt x="7888" y="11896"/>
                    <a:pt x="7955" y="11841"/>
                    <a:pt x="8021" y="11774"/>
                  </a:cubicBezTo>
                  <a:cubicBezTo>
                    <a:pt x="8999" y="10896"/>
                    <a:pt x="9521" y="9597"/>
                    <a:pt x="9721" y="8297"/>
                  </a:cubicBezTo>
                  <a:cubicBezTo>
                    <a:pt x="10010" y="6475"/>
                    <a:pt x="9710" y="4564"/>
                    <a:pt x="8877" y="2909"/>
                  </a:cubicBezTo>
                  <a:cubicBezTo>
                    <a:pt x="8129" y="1394"/>
                    <a:pt x="6674" y="1"/>
                    <a:pt x="5024" y="1"/>
                  </a:cubicBezTo>
                  <a:close/>
                </a:path>
              </a:pathLst>
            </a:custGeom>
            <a:solidFill>
              <a:srgbClr val="2A56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306777" y="2967779"/>
              <a:ext cx="19781" cy="1832223"/>
            </a:xfrm>
            <a:custGeom>
              <a:avLst/>
              <a:gdLst/>
              <a:ahLst/>
              <a:cxnLst/>
              <a:rect l="l" t="t" r="r" b="b"/>
              <a:pathLst>
                <a:path w="145" h="13431" extrusionOk="0">
                  <a:moveTo>
                    <a:pt x="67" y="1"/>
                  </a:moveTo>
                  <a:cubicBezTo>
                    <a:pt x="34" y="1"/>
                    <a:pt x="1" y="34"/>
                    <a:pt x="1" y="67"/>
                  </a:cubicBezTo>
                  <a:lnTo>
                    <a:pt x="1" y="13364"/>
                  </a:lnTo>
                  <a:cubicBezTo>
                    <a:pt x="1" y="13409"/>
                    <a:pt x="34" y="13431"/>
                    <a:pt x="67" y="13431"/>
                  </a:cubicBezTo>
                  <a:cubicBezTo>
                    <a:pt x="112" y="13431"/>
                    <a:pt x="145" y="13409"/>
                    <a:pt x="145" y="13364"/>
                  </a:cubicBezTo>
                  <a:lnTo>
                    <a:pt x="145" y="67"/>
                  </a:lnTo>
                  <a:cubicBezTo>
                    <a:pt x="145" y="34"/>
                    <a:pt x="112" y="1"/>
                    <a:pt x="67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380989" y="3277861"/>
              <a:ext cx="457817" cy="526572"/>
            </a:xfrm>
            <a:custGeom>
              <a:avLst/>
              <a:gdLst/>
              <a:ahLst/>
              <a:cxnLst/>
              <a:rect l="l" t="t" r="r" b="b"/>
              <a:pathLst>
                <a:path w="3356" h="3860" extrusionOk="0">
                  <a:moveTo>
                    <a:pt x="3273" y="1"/>
                  </a:moveTo>
                  <a:cubicBezTo>
                    <a:pt x="3253" y="1"/>
                    <a:pt x="3234" y="9"/>
                    <a:pt x="3222" y="27"/>
                  </a:cubicBezTo>
                  <a:lnTo>
                    <a:pt x="23" y="3737"/>
                  </a:lnTo>
                  <a:cubicBezTo>
                    <a:pt x="1" y="3771"/>
                    <a:pt x="1" y="3815"/>
                    <a:pt x="34" y="3838"/>
                  </a:cubicBezTo>
                  <a:cubicBezTo>
                    <a:pt x="45" y="3848"/>
                    <a:pt x="57" y="3860"/>
                    <a:pt x="79" y="3860"/>
                  </a:cubicBezTo>
                  <a:cubicBezTo>
                    <a:pt x="89" y="3860"/>
                    <a:pt x="112" y="3848"/>
                    <a:pt x="123" y="3826"/>
                  </a:cubicBezTo>
                  <a:lnTo>
                    <a:pt x="3323" y="116"/>
                  </a:lnTo>
                  <a:cubicBezTo>
                    <a:pt x="3355" y="93"/>
                    <a:pt x="3345" y="49"/>
                    <a:pt x="3323" y="16"/>
                  </a:cubicBezTo>
                  <a:cubicBezTo>
                    <a:pt x="3307" y="6"/>
                    <a:pt x="3290" y="1"/>
                    <a:pt x="3273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658328" y="3727908"/>
              <a:ext cx="206263" cy="234229"/>
            </a:xfrm>
            <a:custGeom>
              <a:avLst/>
              <a:gdLst/>
              <a:ahLst/>
              <a:cxnLst/>
              <a:rect l="l" t="t" r="r" b="b"/>
              <a:pathLst>
                <a:path w="1512" h="1717" extrusionOk="0">
                  <a:moveTo>
                    <a:pt x="1438" y="1"/>
                  </a:moveTo>
                  <a:cubicBezTo>
                    <a:pt x="1418" y="1"/>
                    <a:pt x="1397" y="9"/>
                    <a:pt x="1378" y="28"/>
                  </a:cubicBezTo>
                  <a:cubicBezTo>
                    <a:pt x="923" y="539"/>
                    <a:pt x="456" y="1072"/>
                    <a:pt x="23" y="1605"/>
                  </a:cubicBezTo>
                  <a:cubicBezTo>
                    <a:pt x="1" y="1638"/>
                    <a:pt x="1" y="1682"/>
                    <a:pt x="34" y="1705"/>
                  </a:cubicBezTo>
                  <a:cubicBezTo>
                    <a:pt x="45" y="1716"/>
                    <a:pt x="68" y="1716"/>
                    <a:pt x="78" y="1716"/>
                  </a:cubicBezTo>
                  <a:cubicBezTo>
                    <a:pt x="100" y="1716"/>
                    <a:pt x="123" y="1705"/>
                    <a:pt x="134" y="1694"/>
                  </a:cubicBezTo>
                  <a:cubicBezTo>
                    <a:pt x="567" y="1161"/>
                    <a:pt x="1023" y="627"/>
                    <a:pt x="1490" y="116"/>
                  </a:cubicBezTo>
                  <a:cubicBezTo>
                    <a:pt x="1512" y="83"/>
                    <a:pt x="1512" y="38"/>
                    <a:pt x="1478" y="16"/>
                  </a:cubicBezTo>
                  <a:cubicBezTo>
                    <a:pt x="1468" y="6"/>
                    <a:pt x="1454" y="1"/>
                    <a:pt x="1438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320419" y="4087919"/>
              <a:ext cx="253191" cy="278701"/>
            </a:xfrm>
            <a:custGeom>
              <a:avLst/>
              <a:gdLst/>
              <a:ahLst/>
              <a:cxnLst/>
              <a:rect l="l" t="t" r="r" b="b"/>
              <a:pathLst>
                <a:path w="1856" h="2043" extrusionOk="0">
                  <a:moveTo>
                    <a:pt x="1781" y="0"/>
                  </a:moveTo>
                  <a:cubicBezTo>
                    <a:pt x="1762" y="0"/>
                    <a:pt x="1741" y="9"/>
                    <a:pt x="1723" y="21"/>
                  </a:cubicBezTo>
                  <a:cubicBezTo>
                    <a:pt x="1178" y="677"/>
                    <a:pt x="612" y="1310"/>
                    <a:pt x="34" y="1932"/>
                  </a:cubicBezTo>
                  <a:cubicBezTo>
                    <a:pt x="0" y="1954"/>
                    <a:pt x="0" y="1998"/>
                    <a:pt x="34" y="2032"/>
                  </a:cubicBezTo>
                  <a:cubicBezTo>
                    <a:pt x="45" y="2043"/>
                    <a:pt x="67" y="2043"/>
                    <a:pt x="78" y="2043"/>
                  </a:cubicBezTo>
                  <a:cubicBezTo>
                    <a:pt x="101" y="2043"/>
                    <a:pt x="123" y="2043"/>
                    <a:pt x="134" y="2020"/>
                  </a:cubicBezTo>
                  <a:cubicBezTo>
                    <a:pt x="711" y="1410"/>
                    <a:pt x="1289" y="766"/>
                    <a:pt x="1834" y="121"/>
                  </a:cubicBezTo>
                  <a:cubicBezTo>
                    <a:pt x="1856" y="88"/>
                    <a:pt x="1856" y="43"/>
                    <a:pt x="1822" y="21"/>
                  </a:cubicBezTo>
                  <a:cubicBezTo>
                    <a:pt x="1812" y="6"/>
                    <a:pt x="1797" y="0"/>
                    <a:pt x="1781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000653" y="3140486"/>
              <a:ext cx="321400" cy="433671"/>
            </a:xfrm>
            <a:custGeom>
              <a:avLst/>
              <a:gdLst/>
              <a:ahLst/>
              <a:cxnLst/>
              <a:rect l="l" t="t" r="r" b="b"/>
              <a:pathLst>
                <a:path w="2356" h="3179" extrusionOk="0">
                  <a:moveTo>
                    <a:pt x="80" y="0"/>
                  </a:moveTo>
                  <a:cubicBezTo>
                    <a:pt x="68" y="0"/>
                    <a:pt x="57" y="4"/>
                    <a:pt x="45" y="12"/>
                  </a:cubicBezTo>
                  <a:cubicBezTo>
                    <a:pt x="11" y="34"/>
                    <a:pt x="1" y="78"/>
                    <a:pt x="23" y="112"/>
                  </a:cubicBezTo>
                  <a:cubicBezTo>
                    <a:pt x="722" y="1134"/>
                    <a:pt x="1467" y="2167"/>
                    <a:pt x="2222" y="3156"/>
                  </a:cubicBezTo>
                  <a:cubicBezTo>
                    <a:pt x="2233" y="3167"/>
                    <a:pt x="2255" y="3178"/>
                    <a:pt x="2278" y="3178"/>
                  </a:cubicBezTo>
                  <a:cubicBezTo>
                    <a:pt x="2289" y="3178"/>
                    <a:pt x="2311" y="3178"/>
                    <a:pt x="2322" y="3167"/>
                  </a:cubicBezTo>
                  <a:cubicBezTo>
                    <a:pt x="2356" y="3144"/>
                    <a:pt x="2356" y="3100"/>
                    <a:pt x="2334" y="3067"/>
                  </a:cubicBezTo>
                  <a:cubicBezTo>
                    <a:pt x="1578" y="2078"/>
                    <a:pt x="845" y="1056"/>
                    <a:pt x="134" y="34"/>
                  </a:cubicBezTo>
                  <a:cubicBezTo>
                    <a:pt x="120" y="13"/>
                    <a:pt x="100" y="0"/>
                    <a:pt x="80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006791" y="3838408"/>
              <a:ext cx="304620" cy="323719"/>
            </a:xfrm>
            <a:custGeom>
              <a:avLst/>
              <a:gdLst/>
              <a:ahLst/>
              <a:cxnLst/>
              <a:rect l="l" t="t" r="r" b="b"/>
              <a:pathLst>
                <a:path w="2233" h="2373" extrusionOk="0">
                  <a:moveTo>
                    <a:pt x="76" y="1"/>
                  </a:moveTo>
                  <a:cubicBezTo>
                    <a:pt x="58" y="1"/>
                    <a:pt x="39" y="6"/>
                    <a:pt x="22" y="17"/>
                  </a:cubicBezTo>
                  <a:cubicBezTo>
                    <a:pt x="0" y="40"/>
                    <a:pt x="0" y="84"/>
                    <a:pt x="22" y="117"/>
                  </a:cubicBezTo>
                  <a:cubicBezTo>
                    <a:pt x="722" y="850"/>
                    <a:pt x="1422" y="1595"/>
                    <a:pt x="2099" y="2350"/>
                  </a:cubicBezTo>
                  <a:cubicBezTo>
                    <a:pt x="2111" y="2372"/>
                    <a:pt x="2133" y="2372"/>
                    <a:pt x="2155" y="2372"/>
                  </a:cubicBezTo>
                  <a:cubicBezTo>
                    <a:pt x="2166" y="2372"/>
                    <a:pt x="2188" y="2372"/>
                    <a:pt x="2200" y="2361"/>
                  </a:cubicBezTo>
                  <a:cubicBezTo>
                    <a:pt x="2233" y="2328"/>
                    <a:pt x="2233" y="2284"/>
                    <a:pt x="2200" y="2261"/>
                  </a:cubicBezTo>
                  <a:cubicBezTo>
                    <a:pt x="1522" y="1506"/>
                    <a:pt x="833" y="751"/>
                    <a:pt x="122" y="17"/>
                  </a:cubicBezTo>
                  <a:cubicBezTo>
                    <a:pt x="111" y="6"/>
                    <a:pt x="94" y="1"/>
                    <a:pt x="76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oogle Shape;32;p2"/>
          <p:cNvGrpSpPr/>
          <p:nvPr/>
        </p:nvGrpSpPr>
        <p:grpSpPr>
          <a:xfrm>
            <a:off x="-1690548" y="1350800"/>
            <a:ext cx="2327978" cy="3502413"/>
            <a:chOff x="7256414" y="1350800"/>
            <a:chExt cx="2327978" cy="3502413"/>
          </a:xfrm>
        </p:grpSpPr>
        <p:sp>
          <p:nvSpPr>
            <p:cNvPr id="33" name="Google Shape;33;p2"/>
            <p:cNvSpPr/>
            <p:nvPr/>
          </p:nvSpPr>
          <p:spPr>
            <a:xfrm>
              <a:off x="8527838" y="3179912"/>
              <a:ext cx="1056554" cy="1406601"/>
            </a:xfrm>
            <a:custGeom>
              <a:avLst/>
              <a:gdLst/>
              <a:ahLst/>
              <a:cxnLst/>
              <a:rect l="l" t="t" r="r" b="b"/>
              <a:pathLst>
                <a:path w="7745" h="10311" extrusionOk="0">
                  <a:moveTo>
                    <a:pt x="3876" y="0"/>
                  </a:moveTo>
                  <a:cubicBezTo>
                    <a:pt x="3770" y="0"/>
                    <a:pt x="3663" y="8"/>
                    <a:pt x="3556" y="23"/>
                  </a:cubicBezTo>
                  <a:cubicBezTo>
                    <a:pt x="2901" y="123"/>
                    <a:pt x="2323" y="500"/>
                    <a:pt x="1889" y="1001"/>
                  </a:cubicBezTo>
                  <a:cubicBezTo>
                    <a:pt x="1556" y="1334"/>
                    <a:pt x="1267" y="1734"/>
                    <a:pt x="1045" y="2156"/>
                  </a:cubicBezTo>
                  <a:cubicBezTo>
                    <a:pt x="223" y="3689"/>
                    <a:pt x="1" y="5877"/>
                    <a:pt x="479" y="7533"/>
                  </a:cubicBezTo>
                  <a:cubicBezTo>
                    <a:pt x="712" y="8333"/>
                    <a:pt x="1178" y="8965"/>
                    <a:pt x="1823" y="9488"/>
                  </a:cubicBezTo>
                  <a:cubicBezTo>
                    <a:pt x="2334" y="9921"/>
                    <a:pt x="3189" y="10298"/>
                    <a:pt x="3867" y="10310"/>
                  </a:cubicBezTo>
                  <a:cubicBezTo>
                    <a:pt x="3881" y="10310"/>
                    <a:pt x="3895" y="10310"/>
                    <a:pt x="3908" y="10310"/>
                  </a:cubicBezTo>
                  <a:cubicBezTo>
                    <a:pt x="4791" y="10310"/>
                    <a:pt x="5552" y="9976"/>
                    <a:pt x="6044" y="9243"/>
                  </a:cubicBezTo>
                  <a:cubicBezTo>
                    <a:pt x="6100" y="9210"/>
                    <a:pt x="6155" y="9165"/>
                    <a:pt x="6200" y="9121"/>
                  </a:cubicBezTo>
                  <a:cubicBezTo>
                    <a:pt x="6955" y="8432"/>
                    <a:pt x="7366" y="7432"/>
                    <a:pt x="7522" y="6422"/>
                  </a:cubicBezTo>
                  <a:cubicBezTo>
                    <a:pt x="7744" y="5011"/>
                    <a:pt x="7510" y="3534"/>
                    <a:pt x="6866" y="2256"/>
                  </a:cubicBezTo>
                  <a:cubicBezTo>
                    <a:pt x="6282" y="1076"/>
                    <a:pt x="5157" y="0"/>
                    <a:pt x="3876" y="0"/>
                  </a:cubicBezTo>
                  <a:close/>
                </a:path>
              </a:pathLst>
            </a:custGeom>
            <a:solidFill>
              <a:srgbClr val="2A56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9047731" y="3516458"/>
              <a:ext cx="36560" cy="1336755"/>
            </a:xfrm>
            <a:custGeom>
              <a:avLst/>
              <a:gdLst/>
              <a:ahLst/>
              <a:cxnLst/>
              <a:rect l="l" t="t" r="r" b="b"/>
              <a:pathLst>
                <a:path w="268" h="9799" extrusionOk="0">
                  <a:moveTo>
                    <a:pt x="134" y="0"/>
                  </a:moveTo>
                  <a:cubicBezTo>
                    <a:pt x="67" y="0"/>
                    <a:pt x="1" y="55"/>
                    <a:pt x="1" y="133"/>
                  </a:cubicBezTo>
                  <a:lnTo>
                    <a:pt x="1" y="9665"/>
                  </a:lnTo>
                  <a:cubicBezTo>
                    <a:pt x="1" y="9731"/>
                    <a:pt x="67" y="9798"/>
                    <a:pt x="134" y="9798"/>
                  </a:cubicBezTo>
                  <a:cubicBezTo>
                    <a:pt x="211" y="9798"/>
                    <a:pt x="267" y="9731"/>
                    <a:pt x="267" y="9665"/>
                  </a:cubicBezTo>
                  <a:lnTo>
                    <a:pt x="267" y="133"/>
                  </a:lnTo>
                  <a:cubicBezTo>
                    <a:pt x="267" y="55"/>
                    <a:pt x="211" y="0"/>
                    <a:pt x="134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9059872" y="3514276"/>
              <a:ext cx="316761" cy="406797"/>
            </a:xfrm>
            <a:custGeom>
              <a:avLst/>
              <a:gdLst/>
              <a:ahLst/>
              <a:cxnLst/>
              <a:rect l="l" t="t" r="r" b="b"/>
              <a:pathLst>
                <a:path w="2322" h="2982" extrusionOk="0">
                  <a:moveTo>
                    <a:pt x="2167" y="0"/>
                  </a:moveTo>
                  <a:cubicBezTo>
                    <a:pt x="2125" y="0"/>
                    <a:pt x="2082" y="20"/>
                    <a:pt x="2055" y="61"/>
                  </a:cubicBezTo>
                  <a:cubicBezTo>
                    <a:pt x="1433" y="982"/>
                    <a:pt x="756" y="1893"/>
                    <a:pt x="45" y="2760"/>
                  </a:cubicBezTo>
                  <a:cubicBezTo>
                    <a:pt x="0" y="2816"/>
                    <a:pt x="11" y="2904"/>
                    <a:pt x="67" y="2949"/>
                  </a:cubicBezTo>
                  <a:cubicBezTo>
                    <a:pt x="89" y="2971"/>
                    <a:pt x="122" y="2982"/>
                    <a:pt x="144" y="2982"/>
                  </a:cubicBezTo>
                  <a:cubicBezTo>
                    <a:pt x="189" y="2982"/>
                    <a:pt x="223" y="2959"/>
                    <a:pt x="255" y="2937"/>
                  </a:cubicBezTo>
                  <a:cubicBezTo>
                    <a:pt x="966" y="2060"/>
                    <a:pt x="1645" y="1138"/>
                    <a:pt x="2277" y="216"/>
                  </a:cubicBezTo>
                  <a:cubicBezTo>
                    <a:pt x="2322" y="149"/>
                    <a:pt x="2311" y="71"/>
                    <a:pt x="2244" y="27"/>
                  </a:cubicBezTo>
                  <a:cubicBezTo>
                    <a:pt x="2222" y="9"/>
                    <a:pt x="2195" y="0"/>
                    <a:pt x="2167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9314430" y="3826540"/>
              <a:ext cx="174342" cy="185528"/>
            </a:xfrm>
            <a:custGeom>
              <a:avLst/>
              <a:gdLst/>
              <a:ahLst/>
              <a:cxnLst/>
              <a:rect l="l" t="t" r="r" b="b"/>
              <a:pathLst>
                <a:path w="1278" h="1360" extrusionOk="0">
                  <a:moveTo>
                    <a:pt x="1123" y="1"/>
                  </a:moveTo>
                  <a:cubicBezTo>
                    <a:pt x="1085" y="1"/>
                    <a:pt x="1047" y="18"/>
                    <a:pt x="1023" y="48"/>
                  </a:cubicBezTo>
                  <a:cubicBezTo>
                    <a:pt x="722" y="426"/>
                    <a:pt x="389" y="793"/>
                    <a:pt x="56" y="1137"/>
                  </a:cubicBezTo>
                  <a:cubicBezTo>
                    <a:pt x="1" y="1181"/>
                    <a:pt x="1" y="1270"/>
                    <a:pt x="56" y="1326"/>
                  </a:cubicBezTo>
                  <a:cubicBezTo>
                    <a:pt x="78" y="1349"/>
                    <a:pt x="112" y="1359"/>
                    <a:pt x="145" y="1359"/>
                  </a:cubicBezTo>
                  <a:cubicBezTo>
                    <a:pt x="178" y="1359"/>
                    <a:pt x="211" y="1349"/>
                    <a:pt x="245" y="1326"/>
                  </a:cubicBezTo>
                  <a:cubicBezTo>
                    <a:pt x="589" y="971"/>
                    <a:pt x="922" y="604"/>
                    <a:pt x="1233" y="226"/>
                  </a:cubicBezTo>
                  <a:cubicBezTo>
                    <a:pt x="1278" y="159"/>
                    <a:pt x="1267" y="82"/>
                    <a:pt x="1211" y="38"/>
                  </a:cubicBezTo>
                  <a:cubicBezTo>
                    <a:pt x="1186" y="13"/>
                    <a:pt x="1155" y="1"/>
                    <a:pt x="1123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9067375" y="4090375"/>
              <a:ext cx="212266" cy="212675"/>
            </a:xfrm>
            <a:custGeom>
              <a:avLst/>
              <a:gdLst/>
              <a:ahLst/>
              <a:cxnLst/>
              <a:rect l="l" t="t" r="r" b="b"/>
              <a:pathLst>
                <a:path w="1556" h="1559" extrusionOk="0">
                  <a:moveTo>
                    <a:pt x="1405" y="1"/>
                  </a:moveTo>
                  <a:cubicBezTo>
                    <a:pt x="1366" y="1"/>
                    <a:pt x="1326" y="21"/>
                    <a:pt x="1301" y="59"/>
                  </a:cubicBezTo>
                  <a:cubicBezTo>
                    <a:pt x="934" y="514"/>
                    <a:pt x="512" y="948"/>
                    <a:pt x="67" y="1325"/>
                  </a:cubicBezTo>
                  <a:cubicBezTo>
                    <a:pt x="1" y="1370"/>
                    <a:pt x="1" y="1459"/>
                    <a:pt x="45" y="1514"/>
                  </a:cubicBezTo>
                  <a:cubicBezTo>
                    <a:pt x="67" y="1547"/>
                    <a:pt x="112" y="1558"/>
                    <a:pt x="145" y="1558"/>
                  </a:cubicBezTo>
                  <a:cubicBezTo>
                    <a:pt x="178" y="1558"/>
                    <a:pt x="212" y="1547"/>
                    <a:pt x="234" y="1525"/>
                  </a:cubicBezTo>
                  <a:cubicBezTo>
                    <a:pt x="701" y="1136"/>
                    <a:pt x="1134" y="703"/>
                    <a:pt x="1511" y="225"/>
                  </a:cubicBezTo>
                  <a:cubicBezTo>
                    <a:pt x="1556" y="158"/>
                    <a:pt x="1545" y="81"/>
                    <a:pt x="1489" y="37"/>
                  </a:cubicBezTo>
                  <a:cubicBezTo>
                    <a:pt x="1465" y="13"/>
                    <a:pt x="1435" y="1"/>
                    <a:pt x="1405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844603" y="3427376"/>
              <a:ext cx="228909" cy="277064"/>
            </a:xfrm>
            <a:custGeom>
              <a:avLst/>
              <a:gdLst/>
              <a:ahLst/>
              <a:cxnLst/>
              <a:rect l="l" t="t" r="r" b="b"/>
              <a:pathLst>
                <a:path w="1678" h="2031" extrusionOk="0">
                  <a:moveTo>
                    <a:pt x="155" y="0"/>
                  </a:moveTo>
                  <a:cubicBezTo>
                    <a:pt x="124" y="0"/>
                    <a:pt x="92" y="11"/>
                    <a:pt x="68" y="31"/>
                  </a:cubicBezTo>
                  <a:cubicBezTo>
                    <a:pt x="12" y="86"/>
                    <a:pt x="1" y="164"/>
                    <a:pt x="56" y="219"/>
                  </a:cubicBezTo>
                  <a:cubicBezTo>
                    <a:pt x="534" y="786"/>
                    <a:pt x="1001" y="1375"/>
                    <a:pt x="1423" y="1975"/>
                  </a:cubicBezTo>
                  <a:cubicBezTo>
                    <a:pt x="1445" y="2019"/>
                    <a:pt x="1490" y="2031"/>
                    <a:pt x="1534" y="2031"/>
                  </a:cubicBezTo>
                  <a:cubicBezTo>
                    <a:pt x="1556" y="2031"/>
                    <a:pt x="1589" y="2031"/>
                    <a:pt x="1611" y="2008"/>
                  </a:cubicBezTo>
                  <a:cubicBezTo>
                    <a:pt x="1667" y="1964"/>
                    <a:pt x="1678" y="1886"/>
                    <a:pt x="1645" y="1819"/>
                  </a:cubicBezTo>
                  <a:cubicBezTo>
                    <a:pt x="1211" y="1209"/>
                    <a:pt x="745" y="609"/>
                    <a:pt x="256" y="53"/>
                  </a:cubicBezTo>
                  <a:cubicBezTo>
                    <a:pt x="232" y="17"/>
                    <a:pt x="194" y="0"/>
                    <a:pt x="155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727965" y="3869921"/>
              <a:ext cx="342544" cy="364917"/>
            </a:xfrm>
            <a:custGeom>
              <a:avLst/>
              <a:gdLst/>
              <a:ahLst/>
              <a:cxnLst/>
              <a:rect l="l" t="t" r="r" b="b"/>
              <a:pathLst>
                <a:path w="2511" h="2675" extrusionOk="0">
                  <a:moveTo>
                    <a:pt x="154" y="0"/>
                  </a:moveTo>
                  <a:cubicBezTo>
                    <a:pt x="120" y="0"/>
                    <a:pt x="84" y="14"/>
                    <a:pt x="56" y="41"/>
                  </a:cubicBezTo>
                  <a:cubicBezTo>
                    <a:pt x="0" y="86"/>
                    <a:pt x="0" y="175"/>
                    <a:pt x="56" y="231"/>
                  </a:cubicBezTo>
                  <a:lnTo>
                    <a:pt x="2266" y="2630"/>
                  </a:lnTo>
                  <a:cubicBezTo>
                    <a:pt x="2289" y="2663"/>
                    <a:pt x="2333" y="2675"/>
                    <a:pt x="2367" y="2675"/>
                  </a:cubicBezTo>
                  <a:cubicBezTo>
                    <a:pt x="2400" y="2675"/>
                    <a:pt x="2433" y="2663"/>
                    <a:pt x="2456" y="2641"/>
                  </a:cubicBezTo>
                  <a:cubicBezTo>
                    <a:pt x="2511" y="2586"/>
                    <a:pt x="2511" y="2508"/>
                    <a:pt x="2466" y="2453"/>
                  </a:cubicBezTo>
                  <a:lnTo>
                    <a:pt x="245" y="41"/>
                  </a:lnTo>
                  <a:cubicBezTo>
                    <a:pt x="222" y="14"/>
                    <a:pt x="189" y="0"/>
                    <a:pt x="154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7256414" y="1943133"/>
              <a:ext cx="1900569" cy="2744720"/>
            </a:xfrm>
            <a:custGeom>
              <a:avLst/>
              <a:gdLst/>
              <a:ahLst/>
              <a:cxnLst/>
              <a:rect l="l" t="t" r="r" b="b"/>
              <a:pathLst>
                <a:path w="13932" h="20120" extrusionOk="0">
                  <a:moveTo>
                    <a:pt x="7734" y="1"/>
                  </a:moveTo>
                  <a:cubicBezTo>
                    <a:pt x="7545" y="1"/>
                    <a:pt x="7357" y="33"/>
                    <a:pt x="7177" y="102"/>
                  </a:cubicBezTo>
                  <a:cubicBezTo>
                    <a:pt x="6410" y="390"/>
                    <a:pt x="5988" y="1213"/>
                    <a:pt x="5810" y="2012"/>
                  </a:cubicBezTo>
                  <a:cubicBezTo>
                    <a:pt x="5333" y="4190"/>
                    <a:pt x="6133" y="6411"/>
                    <a:pt x="6377" y="8623"/>
                  </a:cubicBezTo>
                  <a:cubicBezTo>
                    <a:pt x="6433" y="9144"/>
                    <a:pt x="6333" y="9845"/>
                    <a:pt x="5822" y="9933"/>
                  </a:cubicBezTo>
                  <a:cubicBezTo>
                    <a:pt x="5793" y="9938"/>
                    <a:pt x="5764" y="9940"/>
                    <a:pt x="5736" y="9940"/>
                  </a:cubicBezTo>
                  <a:cubicBezTo>
                    <a:pt x="5406" y="9940"/>
                    <a:pt x="5122" y="9659"/>
                    <a:pt x="4867" y="9445"/>
                  </a:cubicBezTo>
                  <a:cubicBezTo>
                    <a:pt x="4210" y="8883"/>
                    <a:pt x="3361" y="8564"/>
                    <a:pt x="2504" y="8564"/>
                  </a:cubicBezTo>
                  <a:cubicBezTo>
                    <a:pt x="2462" y="8564"/>
                    <a:pt x="2420" y="8565"/>
                    <a:pt x="2378" y="8567"/>
                  </a:cubicBezTo>
                  <a:cubicBezTo>
                    <a:pt x="2223" y="8578"/>
                    <a:pt x="2056" y="8589"/>
                    <a:pt x="1934" y="8678"/>
                  </a:cubicBezTo>
                  <a:cubicBezTo>
                    <a:pt x="1633" y="8867"/>
                    <a:pt x="1645" y="9311"/>
                    <a:pt x="1745" y="9645"/>
                  </a:cubicBezTo>
                  <a:cubicBezTo>
                    <a:pt x="2233" y="11188"/>
                    <a:pt x="3978" y="12144"/>
                    <a:pt x="4322" y="13733"/>
                  </a:cubicBezTo>
                  <a:cubicBezTo>
                    <a:pt x="4366" y="13943"/>
                    <a:pt x="4378" y="14188"/>
                    <a:pt x="4245" y="14355"/>
                  </a:cubicBezTo>
                  <a:cubicBezTo>
                    <a:pt x="4144" y="14476"/>
                    <a:pt x="3978" y="14532"/>
                    <a:pt x="3822" y="14555"/>
                  </a:cubicBezTo>
                  <a:cubicBezTo>
                    <a:pt x="3736" y="14568"/>
                    <a:pt x="3651" y="14574"/>
                    <a:pt x="3565" y="14574"/>
                  </a:cubicBezTo>
                  <a:cubicBezTo>
                    <a:pt x="3012" y="14574"/>
                    <a:pt x="2471" y="14322"/>
                    <a:pt x="1922" y="14188"/>
                  </a:cubicBezTo>
                  <a:cubicBezTo>
                    <a:pt x="1753" y="14149"/>
                    <a:pt x="1570" y="14127"/>
                    <a:pt x="1389" y="14127"/>
                  </a:cubicBezTo>
                  <a:cubicBezTo>
                    <a:pt x="894" y="14127"/>
                    <a:pt x="407" y="14290"/>
                    <a:pt x="212" y="14721"/>
                  </a:cubicBezTo>
                  <a:cubicBezTo>
                    <a:pt x="1" y="15165"/>
                    <a:pt x="201" y="15688"/>
                    <a:pt x="456" y="16110"/>
                  </a:cubicBezTo>
                  <a:cubicBezTo>
                    <a:pt x="1234" y="17387"/>
                    <a:pt x="2512" y="18309"/>
                    <a:pt x="3877" y="18920"/>
                  </a:cubicBezTo>
                  <a:cubicBezTo>
                    <a:pt x="5111" y="19465"/>
                    <a:pt x="6777" y="20109"/>
                    <a:pt x="8143" y="20120"/>
                  </a:cubicBezTo>
                  <a:cubicBezTo>
                    <a:pt x="8150" y="20120"/>
                    <a:pt x="8156" y="20120"/>
                    <a:pt x="8162" y="20120"/>
                  </a:cubicBezTo>
                  <a:cubicBezTo>
                    <a:pt x="9442" y="20120"/>
                    <a:pt x="10481" y="18972"/>
                    <a:pt x="11399" y="18209"/>
                  </a:cubicBezTo>
                  <a:cubicBezTo>
                    <a:pt x="12409" y="17376"/>
                    <a:pt x="13475" y="16288"/>
                    <a:pt x="13342" y="14987"/>
                  </a:cubicBezTo>
                  <a:cubicBezTo>
                    <a:pt x="13320" y="14799"/>
                    <a:pt x="13265" y="14599"/>
                    <a:pt x="13109" y="14476"/>
                  </a:cubicBezTo>
                  <a:cubicBezTo>
                    <a:pt x="13006" y="14395"/>
                    <a:pt x="12883" y="14372"/>
                    <a:pt x="12752" y="14372"/>
                  </a:cubicBezTo>
                  <a:cubicBezTo>
                    <a:pt x="12575" y="14372"/>
                    <a:pt x="12382" y="14414"/>
                    <a:pt x="12203" y="14414"/>
                  </a:cubicBezTo>
                  <a:cubicBezTo>
                    <a:pt x="12171" y="14414"/>
                    <a:pt x="12140" y="14413"/>
                    <a:pt x="12110" y="14410"/>
                  </a:cubicBezTo>
                  <a:cubicBezTo>
                    <a:pt x="11387" y="14343"/>
                    <a:pt x="11132" y="13343"/>
                    <a:pt x="11454" y="12688"/>
                  </a:cubicBezTo>
                  <a:cubicBezTo>
                    <a:pt x="11765" y="12044"/>
                    <a:pt x="12398" y="11622"/>
                    <a:pt x="12865" y="11077"/>
                  </a:cubicBezTo>
                  <a:cubicBezTo>
                    <a:pt x="13287" y="10600"/>
                    <a:pt x="13576" y="10033"/>
                    <a:pt x="13731" y="9422"/>
                  </a:cubicBezTo>
                  <a:cubicBezTo>
                    <a:pt x="13931" y="8623"/>
                    <a:pt x="13665" y="7534"/>
                    <a:pt x="12843" y="7445"/>
                  </a:cubicBezTo>
                  <a:cubicBezTo>
                    <a:pt x="12808" y="7441"/>
                    <a:pt x="12774" y="7439"/>
                    <a:pt x="12740" y="7439"/>
                  </a:cubicBezTo>
                  <a:cubicBezTo>
                    <a:pt x="12199" y="7439"/>
                    <a:pt x="11761" y="7924"/>
                    <a:pt x="11343" y="8300"/>
                  </a:cubicBezTo>
                  <a:cubicBezTo>
                    <a:pt x="11054" y="8567"/>
                    <a:pt x="10637" y="8794"/>
                    <a:pt x="10262" y="8794"/>
                  </a:cubicBezTo>
                  <a:cubicBezTo>
                    <a:pt x="10075" y="8794"/>
                    <a:pt x="9899" y="8737"/>
                    <a:pt x="9754" y="8600"/>
                  </a:cubicBezTo>
                  <a:cubicBezTo>
                    <a:pt x="9387" y="8245"/>
                    <a:pt x="9543" y="7633"/>
                    <a:pt x="9688" y="7145"/>
                  </a:cubicBezTo>
                  <a:cubicBezTo>
                    <a:pt x="10054" y="5945"/>
                    <a:pt x="10210" y="4678"/>
                    <a:pt x="10165" y="3424"/>
                  </a:cubicBezTo>
                  <a:cubicBezTo>
                    <a:pt x="10132" y="2557"/>
                    <a:pt x="9977" y="1646"/>
                    <a:pt x="9466" y="935"/>
                  </a:cubicBezTo>
                  <a:cubicBezTo>
                    <a:pt x="9068" y="391"/>
                    <a:pt x="8395" y="1"/>
                    <a:pt x="7734" y="1"/>
                  </a:cubicBez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305203" y="2676797"/>
              <a:ext cx="24282" cy="2068635"/>
            </a:xfrm>
            <a:custGeom>
              <a:avLst/>
              <a:gdLst/>
              <a:ahLst/>
              <a:cxnLst/>
              <a:rect l="l" t="t" r="r" b="b"/>
              <a:pathLst>
                <a:path w="178" h="15164" extrusionOk="0">
                  <a:moveTo>
                    <a:pt x="89" y="1"/>
                  </a:moveTo>
                  <a:cubicBezTo>
                    <a:pt x="45" y="1"/>
                    <a:pt x="0" y="45"/>
                    <a:pt x="0" y="90"/>
                  </a:cubicBezTo>
                  <a:lnTo>
                    <a:pt x="0" y="15075"/>
                  </a:lnTo>
                  <a:cubicBezTo>
                    <a:pt x="0" y="15131"/>
                    <a:pt x="45" y="15164"/>
                    <a:pt x="89" y="15164"/>
                  </a:cubicBezTo>
                  <a:cubicBezTo>
                    <a:pt x="144" y="15164"/>
                    <a:pt x="178" y="15131"/>
                    <a:pt x="178" y="15075"/>
                  </a:cubicBezTo>
                  <a:lnTo>
                    <a:pt x="178" y="90"/>
                  </a:lnTo>
                  <a:cubicBezTo>
                    <a:pt x="178" y="45"/>
                    <a:pt x="144" y="1"/>
                    <a:pt x="89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8574903" y="3305417"/>
              <a:ext cx="281975" cy="268742"/>
            </a:xfrm>
            <a:custGeom>
              <a:avLst/>
              <a:gdLst/>
              <a:ahLst/>
              <a:cxnLst/>
              <a:rect l="l" t="t" r="r" b="b"/>
              <a:pathLst>
                <a:path w="2067" h="1970" extrusionOk="0">
                  <a:moveTo>
                    <a:pt x="1972" y="0"/>
                  </a:moveTo>
                  <a:cubicBezTo>
                    <a:pt x="1950" y="0"/>
                    <a:pt x="1928" y="8"/>
                    <a:pt x="1911" y="25"/>
                  </a:cubicBezTo>
                  <a:lnTo>
                    <a:pt x="45" y="1824"/>
                  </a:lnTo>
                  <a:cubicBezTo>
                    <a:pt x="1" y="1858"/>
                    <a:pt x="1" y="1913"/>
                    <a:pt x="33" y="1947"/>
                  </a:cubicBezTo>
                  <a:cubicBezTo>
                    <a:pt x="56" y="1969"/>
                    <a:pt x="78" y="1969"/>
                    <a:pt x="100" y="1969"/>
                  </a:cubicBezTo>
                  <a:cubicBezTo>
                    <a:pt x="122" y="1969"/>
                    <a:pt x="145" y="1969"/>
                    <a:pt x="167" y="1947"/>
                  </a:cubicBezTo>
                  <a:lnTo>
                    <a:pt x="2033" y="147"/>
                  </a:lnTo>
                  <a:cubicBezTo>
                    <a:pt x="2067" y="114"/>
                    <a:pt x="2067" y="59"/>
                    <a:pt x="2033" y="25"/>
                  </a:cubicBezTo>
                  <a:cubicBezTo>
                    <a:pt x="2017" y="8"/>
                    <a:pt x="1994" y="0"/>
                    <a:pt x="1972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329349" y="3650831"/>
              <a:ext cx="153197" cy="159745"/>
            </a:xfrm>
            <a:custGeom>
              <a:avLst/>
              <a:gdLst/>
              <a:ahLst/>
              <a:cxnLst/>
              <a:rect l="l" t="t" r="r" b="b"/>
              <a:pathLst>
                <a:path w="1123" h="1171" extrusionOk="0">
                  <a:moveTo>
                    <a:pt x="1019" y="1"/>
                  </a:moveTo>
                  <a:cubicBezTo>
                    <a:pt x="995" y="1"/>
                    <a:pt x="973" y="9"/>
                    <a:pt x="956" y="26"/>
                  </a:cubicBezTo>
                  <a:lnTo>
                    <a:pt x="34" y="1015"/>
                  </a:lnTo>
                  <a:cubicBezTo>
                    <a:pt x="1" y="1059"/>
                    <a:pt x="1" y="1114"/>
                    <a:pt x="45" y="1148"/>
                  </a:cubicBezTo>
                  <a:cubicBezTo>
                    <a:pt x="56" y="1159"/>
                    <a:pt x="78" y="1170"/>
                    <a:pt x="101" y="1170"/>
                  </a:cubicBezTo>
                  <a:cubicBezTo>
                    <a:pt x="123" y="1170"/>
                    <a:pt x="145" y="1159"/>
                    <a:pt x="167" y="1136"/>
                  </a:cubicBezTo>
                  <a:lnTo>
                    <a:pt x="1090" y="148"/>
                  </a:lnTo>
                  <a:cubicBezTo>
                    <a:pt x="1123" y="114"/>
                    <a:pt x="1123" y="59"/>
                    <a:pt x="1090" y="26"/>
                  </a:cubicBezTo>
                  <a:cubicBezTo>
                    <a:pt x="1067" y="9"/>
                    <a:pt x="1042" y="1"/>
                    <a:pt x="1019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329349" y="4015208"/>
              <a:ext cx="485101" cy="431761"/>
            </a:xfrm>
            <a:custGeom>
              <a:avLst/>
              <a:gdLst/>
              <a:ahLst/>
              <a:cxnLst/>
              <a:rect l="l" t="t" r="r" b="b"/>
              <a:pathLst>
                <a:path w="3556" h="3165" extrusionOk="0">
                  <a:moveTo>
                    <a:pt x="3448" y="1"/>
                  </a:moveTo>
                  <a:cubicBezTo>
                    <a:pt x="3428" y="1"/>
                    <a:pt x="3407" y="7"/>
                    <a:pt x="3389" y="21"/>
                  </a:cubicBezTo>
                  <a:cubicBezTo>
                    <a:pt x="2267" y="998"/>
                    <a:pt x="1134" y="2010"/>
                    <a:pt x="45" y="3009"/>
                  </a:cubicBezTo>
                  <a:cubicBezTo>
                    <a:pt x="1" y="3042"/>
                    <a:pt x="1" y="3109"/>
                    <a:pt x="34" y="3143"/>
                  </a:cubicBezTo>
                  <a:cubicBezTo>
                    <a:pt x="56" y="3165"/>
                    <a:pt x="78" y="3165"/>
                    <a:pt x="101" y="3165"/>
                  </a:cubicBezTo>
                  <a:cubicBezTo>
                    <a:pt x="123" y="3165"/>
                    <a:pt x="145" y="3165"/>
                    <a:pt x="167" y="3143"/>
                  </a:cubicBezTo>
                  <a:cubicBezTo>
                    <a:pt x="1256" y="2143"/>
                    <a:pt x="2389" y="1132"/>
                    <a:pt x="3511" y="166"/>
                  </a:cubicBezTo>
                  <a:cubicBezTo>
                    <a:pt x="3544" y="132"/>
                    <a:pt x="3556" y="77"/>
                    <a:pt x="3522" y="32"/>
                  </a:cubicBezTo>
                  <a:cubicBezTo>
                    <a:pt x="3503" y="13"/>
                    <a:pt x="3476" y="1"/>
                    <a:pt x="3448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7852019" y="3526553"/>
              <a:ext cx="466821" cy="596144"/>
            </a:xfrm>
            <a:custGeom>
              <a:avLst/>
              <a:gdLst/>
              <a:ahLst/>
              <a:cxnLst/>
              <a:rect l="l" t="t" r="r" b="b"/>
              <a:pathLst>
                <a:path w="3422" h="4370" extrusionOk="0">
                  <a:moveTo>
                    <a:pt x="103" y="0"/>
                  </a:moveTo>
                  <a:cubicBezTo>
                    <a:pt x="83" y="0"/>
                    <a:pt x="63" y="6"/>
                    <a:pt x="45" y="15"/>
                  </a:cubicBezTo>
                  <a:cubicBezTo>
                    <a:pt x="12" y="48"/>
                    <a:pt x="0" y="104"/>
                    <a:pt x="34" y="148"/>
                  </a:cubicBezTo>
                  <a:cubicBezTo>
                    <a:pt x="1111" y="1526"/>
                    <a:pt x="2200" y="2925"/>
                    <a:pt x="3244" y="4336"/>
                  </a:cubicBezTo>
                  <a:cubicBezTo>
                    <a:pt x="3266" y="4358"/>
                    <a:pt x="3288" y="4370"/>
                    <a:pt x="3311" y="4370"/>
                  </a:cubicBezTo>
                  <a:cubicBezTo>
                    <a:pt x="3333" y="4370"/>
                    <a:pt x="3355" y="4358"/>
                    <a:pt x="3367" y="4347"/>
                  </a:cubicBezTo>
                  <a:cubicBezTo>
                    <a:pt x="3411" y="4325"/>
                    <a:pt x="3422" y="4269"/>
                    <a:pt x="3389" y="4225"/>
                  </a:cubicBezTo>
                  <a:cubicBezTo>
                    <a:pt x="2333" y="2825"/>
                    <a:pt x="1256" y="1415"/>
                    <a:pt x="167" y="37"/>
                  </a:cubicBezTo>
                  <a:cubicBezTo>
                    <a:pt x="154" y="11"/>
                    <a:pt x="130" y="0"/>
                    <a:pt x="103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7835376" y="1350800"/>
              <a:ext cx="1570165" cy="2824252"/>
            </a:xfrm>
            <a:custGeom>
              <a:avLst/>
              <a:gdLst/>
              <a:ahLst/>
              <a:cxnLst/>
              <a:rect l="l" t="t" r="r" b="b"/>
              <a:pathLst>
                <a:path w="11510" h="20703" extrusionOk="0">
                  <a:moveTo>
                    <a:pt x="6288" y="0"/>
                  </a:moveTo>
                  <a:cubicBezTo>
                    <a:pt x="1733" y="4199"/>
                    <a:pt x="1" y="11042"/>
                    <a:pt x="2055" y="16808"/>
                  </a:cubicBezTo>
                  <a:cubicBezTo>
                    <a:pt x="2411" y="17808"/>
                    <a:pt x="2889" y="18796"/>
                    <a:pt x="3655" y="19563"/>
                  </a:cubicBezTo>
                  <a:cubicBezTo>
                    <a:pt x="4467" y="20362"/>
                    <a:pt x="5285" y="20703"/>
                    <a:pt x="6060" y="20703"/>
                  </a:cubicBezTo>
                  <a:cubicBezTo>
                    <a:pt x="7299" y="20703"/>
                    <a:pt x="8425" y="19832"/>
                    <a:pt x="9231" y="18574"/>
                  </a:cubicBezTo>
                  <a:cubicBezTo>
                    <a:pt x="10898" y="15975"/>
                    <a:pt x="11509" y="13009"/>
                    <a:pt x="11009" y="9976"/>
                  </a:cubicBezTo>
                  <a:cubicBezTo>
                    <a:pt x="10398" y="6332"/>
                    <a:pt x="8454" y="3033"/>
                    <a:pt x="6288" y="0"/>
                  </a:cubicBezTo>
                  <a:close/>
                </a:path>
              </a:pathLst>
            </a:custGeom>
            <a:solidFill>
              <a:srgbClr val="A2B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8668896" y="1702353"/>
              <a:ext cx="48565" cy="3058208"/>
            </a:xfrm>
            <a:custGeom>
              <a:avLst/>
              <a:gdLst/>
              <a:ahLst/>
              <a:cxnLst/>
              <a:rect l="l" t="t" r="r" b="b"/>
              <a:pathLst>
                <a:path w="356" h="22418" extrusionOk="0">
                  <a:moveTo>
                    <a:pt x="178" y="0"/>
                  </a:moveTo>
                  <a:cubicBezTo>
                    <a:pt x="78" y="0"/>
                    <a:pt x="0" y="79"/>
                    <a:pt x="0" y="178"/>
                  </a:cubicBezTo>
                  <a:lnTo>
                    <a:pt x="0" y="22240"/>
                  </a:lnTo>
                  <a:cubicBezTo>
                    <a:pt x="0" y="22341"/>
                    <a:pt x="78" y="22418"/>
                    <a:pt x="178" y="22418"/>
                  </a:cubicBezTo>
                  <a:cubicBezTo>
                    <a:pt x="278" y="22418"/>
                    <a:pt x="356" y="22341"/>
                    <a:pt x="356" y="22240"/>
                  </a:cubicBezTo>
                  <a:lnTo>
                    <a:pt x="356" y="178"/>
                  </a:lnTo>
                  <a:cubicBezTo>
                    <a:pt x="356" y="79"/>
                    <a:pt x="278" y="0"/>
                    <a:pt x="178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8662757" y="2060317"/>
              <a:ext cx="369964" cy="619745"/>
            </a:xfrm>
            <a:custGeom>
              <a:avLst/>
              <a:gdLst/>
              <a:ahLst/>
              <a:cxnLst/>
              <a:rect l="l" t="t" r="r" b="b"/>
              <a:pathLst>
                <a:path w="2712" h="4543" extrusionOk="0">
                  <a:moveTo>
                    <a:pt x="2518" y="1"/>
                  </a:moveTo>
                  <a:cubicBezTo>
                    <a:pt x="2451" y="1"/>
                    <a:pt x="2387" y="36"/>
                    <a:pt x="2356" y="98"/>
                  </a:cubicBezTo>
                  <a:cubicBezTo>
                    <a:pt x="1611" y="1487"/>
                    <a:pt x="834" y="2898"/>
                    <a:pt x="56" y="4275"/>
                  </a:cubicBezTo>
                  <a:cubicBezTo>
                    <a:pt x="1" y="4364"/>
                    <a:pt x="34" y="4475"/>
                    <a:pt x="123" y="4520"/>
                  </a:cubicBezTo>
                  <a:cubicBezTo>
                    <a:pt x="145" y="4530"/>
                    <a:pt x="179" y="4542"/>
                    <a:pt x="212" y="4542"/>
                  </a:cubicBezTo>
                  <a:cubicBezTo>
                    <a:pt x="268" y="4542"/>
                    <a:pt x="334" y="4508"/>
                    <a:pt x="367" y="4453"/>
                  </a:cubicBezTo>
                  <a:cubicBezTo>
                    <a:pt x="1145" y="3064"/>
                    <a:pt x="1922" y="1664"/>
                    <a:pt x="2667" y="265"/>
                  </a:cubicBezTo>
                  <a:cubicBezTo>
                    <a:pt x="2711" y="176"/>
                    <a:pt x="2678" y="65"/>
                    <a:pt x="2600" y="20"/>
                  </a:cubicBezTo>
                  <a:cubicBezTo>
                    <a:pt x="2574" y="7"/>
                    <a:pt x="2546" y="1"/>
                    <a:pt x="2518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8162781" y="2489220"/>
              <a:ext cx="539531" cy="651530"/>
            </a:xfrm>
            <a:custGeom>
              <a:avLst/>
              <a:gdLst/>
              <a:ahLst/>
              <a:cxnLst/>
              <a:rect l="l" t="t" r="r" b="b"/>
              <a:pathLst>
                <a:path w="3955" h="4776" extrusionOk="0">
                  <a:moveTo>
                    <a:pt x="205" y="1"/>
                  </a:moveTo>
                  <a:cubicBezTo>
                    <a:pt x="170" y="1"/>
                    <a:pt x="133" y="10"/>
                    <a:pt x="100" y="31"/>
                  </a:cubicBezTo>
                  <a:cubicBezTo>
                    <a:pt x="22" y="87"/>
                    <a:pt x="0" y="198"/>
                    <a:pt x="55" y="276"/>
                  </a:cubicBezTo>
                  <a:cubicBezTo>
                    <a:pt x="1133" y="1842"/>
                    <a:pt x="2333" y="3342"/>
                    <a:pt x="3632" y="4719"/>
                  </a:cubicBezTo>
                  <a:cubicBezTo>
                    <a:pt x="3666" y="4753"/>
                    <a:pt x="3710" y="4775"/>
                    <a:pt x="3765" y="4775"/>
                  </a:cubicBezTo>
                  <a:cubicBezTo>
                    <a:pt x="3810" y="4775"/>
                    <a:pt x="3854" y="4764"/>
                    <a:pt x="3888" y="4731"/>
                  </a:cubicBezTo>
                  <a:cubicBezTo>
                    <a:pt x="3955" y="4664"/>
                    <a:pt x="3955" y="4541"/>
                    <a:pt x="3888" y="4475"/>
                  </a:cubicBezTo>
                  <a:cubicBezTo>
                    <a:pt x="2599" y="3109"/>
                    <a:pt x="1410" y="1631"/>
                    <a:pt x="355" y="76"/>
                  </a:cubicBezTo>
                  <a:cubicBezTo>
                    <a:pt x="321" y="27"/>
                    <a:pt x="264" y="1"/>
                    <a:pt x="205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2"/>
          <p:cNvSpPr txBox="1">
            <a:spLocks noGrp="1"/>
          </p:cNvSpPr>
          <p:nvPr>
            <p:ph type="ctrTitle"/>
          </p:nvPr>
        </p:nvSpPr>
        <p:spPr>
          <a:xfrm>
            <a:off x="947375" y="891675"/>
            <a:ext cx="5715000" cy="2896200"/>
          </a:xfrm>
          <a:prstGeom prst="rect">
            <a:avLst/>
          </a:prstGeom>
          <a:effectLst>
            <a:outerShdw dist="28575" dir="3480000" algn="bl" rotWithShape="0">
              <a:schemeClr val="accent6">
                <a:alpha val="85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6000">
                <a:latin typeface="Freckle Face"/>
                <a:ea typeface="Freckle Face"/>
                <a:cs typeface="Freckle Face"/>
                <a:sym typeface="Freckle Fac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1" name="Google Shape;51;p2"/>
          <p:cNvSpPr txBox="1">
            <a:spLocks noGrp="1"/>
          </p:cNvSpPr>
          <p:nvPr>
            <p:ph type="subTitle" idx="1"/>
          </p:nvPr>
        </p:nvSpPr>
        <p:spPr>
          <a:xfrm>
            <a:off x="981300" y="4011775"/>
            <a:ext cx="4265100" cy="23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 txBox="1">
            <a:spLocks noGrp="1"/>
          </p:cNvSpPr>
          <p:nvPr>
            <p:ph type="title"/>
          </p:nvPr>
        </p:nvSpPr>
        <p:spPr>
          <a:xfrm>
            <a:off x="1413450" y="2720150"/>
            <a:ext cx="2955000" cy="46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4" name="Google Shape;54;p3"/>
          <p:cNvSpPr txBox="1">
            <a:spLocks noGrp="1"/>
          </p:cNvSpPr>
          <p:nvPr>
            <p:ph type="title" idx="2" hasCustomPrompt="1"/>
          </p:nvPr>
        </p:nvSpPr>
        <p:spPr>
          <a:xfrm>
            <a:off x="1413461" y="540000"/>
            <a:ext cx="2955000" cy="19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35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3"/>
          <p:cNvSpPr txBox="1">
            <a:spLocks noGrp="1"/>
          </p:cNvSpPr>
          <p:nvPr>
            <p:ph type="subTitle" idx="1"/>
          </p:nvPr>
        </p:nvSpPr>
        <p:spPr>
          <a:xfrm>
            <a:off x="1544325" y="3726475"/>
            <a:ext cx="2691300" cy="46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56" name="Google Shape;56;p3"/>
          <p:cNvGrpSpPr/>
          <p:nvPr/>
        </p:nvGrpSpPr>
        <p:grpSpPr>
          <a:xfrm>
            <a:off x="-309817" y="-31625"/>
            <a:ext cx="9519066" cy="1984479"/>
            <a:chOff x="-309817" y="-31625"/>
            <a:chExt cx="9519066" cy="1984479"/>
          </a:xfrm>
        </p:grpSpPr>
        <p:sp>
          <p:nvSpPr>
            <p:cNvPr id="57" name="Google Shape;57;p3"/>
            <p:cNvSpPr/>
            <p:nvPr/>
          </p:nvSpPr>
          <p:spPr>
            <a:xfrm>
              <a:off x="4512955" y="-31625"/>
              <a:ext cx="2584138" cy="1022305"/>
            </a:xfrm>
            <a:custGeom>
              <a:avLst/>
              <a:gdLst/>
              <a:ahLst/>
              <a:cxnLst/>
              <a:rect l="l" t="t" r="r" b="b"/>
              <a:pathLst>
                <a:path w="18852" h="7458" extrusionOk="0">
                  <a:moveTo>
                    <a:pt x="14507" y="1"/>
                  </a:moveTo>
                  <a:cubicBezTo>
                    <a:pt x="13965" y="1"/>
                    <a:pt x="13424" y="367"/>
                    <a:pt x="13064" y="799"/>
                  </a:cubicBezTo>
                  <a:cubicBezTo>
                    <a:pt x="12153" y="1877"/>
                    <a:pt x="11909" y="3343"/>
                    <a:pt x="11686" y="4743"/>
                  </a:cubicBezTo>
                  <a:cubicBezTo>
                    <a:pt x="11709" y="4353"/>
                    <a:pt x="11731" y="3954"/>
                    <a:pt x="11608" y="3576"/>
                  </a:cubicBezTo>
                  <a:cubicBezTo>
                    <a:pt x="11475" y="3210"/>
                    <a:pt x="11175" y="2876"/>
                    <a:pt x="10786" y="2832"/>
                  </a:cubicBezTo>
                  <a:cubicBezTo>
                    <a:pt x="10760" y="2829"/>
                    <a:pt x="10733" y="2828"/>
                    <a:pt x="10707" y="2828"/>
                  </a:cubicBezTo>
                  <a:cubicBezTo>
                    <a:pt x="10336" y="2828"/>
                    <a:pt x="9985" y="3111"/>
                    <a:pt x="9809" y="3443"/>
                  </a:cubicBezTo>
                  <a:cubicBezTo>
                    <a:pt x="9620" y="3798"/>
                    <a:pt x="9576" y="4220"/>
                    <a:pt x="9542" y="4620"/>
                  </a:cubicBezTo>
                  <a:cubicBezTo>
                    <a:pt x="9398" y="3998"/>
                    <a:pt x="9542" y="3176"/>
                    <a:pt x="8976" y="2865"/>
                  </a:cubicBezTo>
                  <a:cubicBezTo>
                    <a:pt x="8872" y="2808"/>
                    <a:pt x="8758" y="2782"/>
                    <a:pt x="8642" y="2782"/>
                  </a:cubicBezTo>
                  <a:cubicBezTo>
                    <a:pt x="8374" y="2782"/>
                    <a:pt x="8096" y="2919"/>
                    <a:pt x="7909" y="3121"/>
                  </a:cubicBezTo>
                  <a:cubicBezTo>
                    <a:pt x="7643" y="3410"/>
                    <a:pt x="7520" y="3798"/>
                    <a:pt x="7398" y="4176"/>
                  </a:cubicBezTo>
                  <a:cubicBezTo>
                    <a:pt x="7332" y="3554"/>
                    <a:pt x="7243" y="2943"/>
                    <a:pt x="7132" y="2343"/>
                  </a:cubicBezTo>
                  <a:cubicBezTo>
                    <a:pt x="6987" y="1499"/>
                    <a:pt x="6732" y="554"/>
                    <a:pt x="5977" y="166"/>
                  </a:cubicBezTo>
                  <a:cubicBezTo>
                    <a:pt x="5759" y="53"/>
                    <a:pt x="5519" y="2"/>
                    <a:pt x="5276" y="2"/>
                  </a:cubicBezTo>
                  <a:cubicBezTo>
                    <a:pt x="4798" y="2"/>
                    <a:pt x="4308" y="201"/>
                    <a:pt x="3955" y="532"/>
                  </a:cubicBezTo>
                  <a:cubicBezTo>
                    <a:pt x="3422" y="1021"/>
                    <a:pt x="3143" y="1743"/>
                    <a:pt x="3044" y="2465"/>
                  </a:cubicBezTo>
                  <a:cubicBezTo>
                    <a:pt x="2782" y="1984"/>
                    <a:pt x="2229" y="1654"/>
                    <a:pt x="1673" y="1654"/>
                  </a:cubicBezTo>
                  <a:cubicBezTo>
                    <a:pt x="1663" y="1654"/>
                    <a:pt x="1654" y="1654"/>
                    <a:pt x="1644" y="1654"/>
                  </a:cubicBezTo>
                  <a:cubicBezTo>
                    <a:pt x="1077" y="1654"/>
                    <a:pt x="533" y="1988"/>
                    <a:pt x="255" y="2476"/>
                  </a:cubicBezTo>
                  <a:cubicBezTo>
                    <a:pt x="22" y="2909"/>
                    <a:pt x="0" y="3420"/>
                    <a:pt x="55" y="3898"/>
                  </a:cubicBezTo>
                  <a:cubicBezTo>
                    <a:pt x="156" y="4998"/>
                    <a:pt x="644" y="6198"/>
                    <a:pt x="1455" y="6975"/>
                  </a:cubicBezTo>
                  <a:cubicBezTo>
                    <a:pt x="1600" y="7120"/>
                    <a:pt x="1788" y="7220"/>
                    <a:pt x="2000" y="7286"/>
                  </a:cubicBezTo>
                  <a:cubicBezTo>
                    <a:pt x="2314" y="7386"/>
                    <a:pt x="2682" y="7415"/>
                    <a:pt x="3056" y="7415"/>
                  </a:cubicBezTo>
                  <a:cubicBezTo>
                    <a:pt x="3554" y="7415"/>
                    <a:pt x="4064" y="7364"/>
                    <a:pt x="4476" y="7364"/>
                  </a:cubicBezTo>
                  <a:lnTo>
                    <a:pt x="8798" y="7364"/>
                  </a:lnTo>
                  <a:cubicBezTo>
                    <a:pt x="10279" y="7364"/>
                    <a:pt x="11810" y="7458"/>
                    <a:pt x="13321" y="7458"/>
                  </a:cubicBezTo>
                  <a:cubicBezTo>
                    <a:pt x="14076" y="7458"/>
                    <a:pt x="14826" y="7435"/>
                    <a:pt x="15563" y="7364"/>
                  </a:cubicBezTo>
                  <a:cubicBezTo>
                    <a:pt x="17096" y="7209"/>
                    <a:pt x="18518" y="6142"/>
                    <a:pt x="18785" y="4553"/>
                  </a:cubicBezTo>
                  <a:cubicBezTo>
                    <a:pt x="18851" y="4165"/>
                    <a:pt x="18841" y="3709"/>
                    <a:pt x="18562" y="3410"/>
                  </a:cubicBezTo>
                  <a:cubicBezTo>
                    <a:pt x="18359" y="3185"/>
                    <a:pt x="18080" y="3103"/>
                    <a:pt x="17779" y="3103"/>
                  </a:cubicBezTo>
                  <a:cubicBezTo>
                    <a:pt x="17439" y="3103"/>
                    <a:pt x="17070" y="3208"/>
                    <a:pt x="16752" y="3331"/>
                  </a:cubicBezTo>
                  <a:cubicBezTo>
                    <a:pt x="16072" y="3600"/>
                    <a:pt x="15337" y="4015"/>
                    <a:pt x="14952" y="4608"/>
                  </a:cubicBezTo>
                  <a:lnTo>
                    <a:pt x="14952" y="4608"/>
                  </a:lnTo>
                  <a:lnTo>
                    <a:pt x="15452" y="3087"/>
                  </a:lnTo>
                  <a:cubicBezTo>
                    <a:pt x="15630" y="2543"/>
                    <a:pt x="15807" y="1976"/>
                    <a:pt x="15775" y="1410"/>
                  </a:cubicBezTo>
                  <a:cubicBezTo>
                    <a:pt x="15730" y="843"/>
                    <a:pt x="15419" y="255"/>
                    <a:pt x="14886" y="65"/>
                  </a:cubicBezTo>
                  <a:cubicBezTo>
                    <a:pt x="14761" y="21"/>
                    <a:pt x="14634" y="1"/>
                    <a:pt x="14507" y="1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-309817" y="286237"/>
              <a:ext cx="1781838" cy="704428"/>
            </a:xfrm>
            <a:custGeom>
              <a:avLst/>
              <a:gdLst/>
              <a:ahLst/>
              <a:cxnLst/>
              <a:rect l="l" t="t" r="r" b="b"/>
              <a:pathLst>
                <a:path w="12999" h="5139" extrusionOk="0">
                  <a:moveTo>
                    <a:pt x="3629" y="1"/>
                  </a:moveTo>
                  <a:cubicBezTo>
                    <a:pt x="3301" y="1"/>
                    <a:pt x="2966" y="139"/>
                    <a:pt x="2723" y="360"/>
                  </a:cubicBezTo>
                  <a:cubicBezTo>
                    <a:pt x="2356" y="704"/>
                    <a:pt x="2167" y="1204"/>
                    <a:pt x="2101" y="1703"/>
                  </a:cubicBezTo>
                  <a:cubicBezTo>
                    <a:pt x="1901" y="1360"/>
                    <a:pt x="1523" y="1137"/>
                    <a:pt x="1134" y="1137"/>
                  </a:cubicBezTo>
                  <a:cubicBezTo>
                    <a:pt x="745" y="1137"/>
                    <a:pt x="356" y="1370"/>
                    <a:pt x="179" y="1703"/>
                  </a:cubicBezTo>
                  <a:cubicBezTo>
                    <a:pt x="12" y="2004"/>
                    <a:pt x="1" y="2359"/>
                    <a:pt x="35" y="2693"/>
                  </a:cubicBezTo>
                  <a:cubicBezTo>
                    <a:pt x="101" y="3448"/>
                    <a:pt x="445" y="4270"/>
                    <a:pt x="1001" y="4814"/>
                  </a:cubicBezTo>
                  <a:cubicBezTo>
                    <a:pt x="1101" y="4914"/>
                    <a:pt x="1223" y="4981"/>
                    <a:pt x="1368" y="5025"/>
                  </a:cubicBezTo>
                  <a:cubicBezTo>
                    <a:pt x="1575" y="5093"/>
                    <a:pt x="1813" y="5113"/>
                    <a:pt x="2057" y="5113"/>
                  </a:cubicBezTo>
                  <a:cubicBezTo>
                    <a:pt x="2413" y="5113"/>
                    <a:pt x="2781" y="5070"/>
                    <a:pt x="3078" y="5070"/>
                  </a:cubicBezTo>
                  <a:lnTo>
                    <a:pt x="6056" y="5070"/>
                  </a:lnTo>
                  <a:cubicBezTo>
                    <a:pt x="7078" y="5070"/>
                    <a:pt x="8134" y="5139"/>
                    <a:pt x="9176" y="5139"/>
                  </a:cubicBezTo>
                  <a:cubicBezTo>
                    <a:pt x="9697" y="5139"/>
                    <a:pt x="10214" y="5122"/>
                    <a:pt x="10721" y="5070"/>
                  </a:cubicBezTo>
                  <a:cubicBezTo>
                    <a:pt x="11788" y="4969"/>
                    <a:pt x="12754" y="4236"/>
                    <a:pt x="12943" y="3148"/>
                  </a:cubicBezTo>
                  <a:cubicBezTo>
                    <a:pt x="12998" y="2870"/>
                    <a:pt x="12987" y="2559"/>
                    <a:pt x="12798" y="2348"/>
                  </a:cubicBezTo>
                  <a:cubicBezTo>
                    <a:pt x="12657" y="2196"/>
                    <a:pt x="12464" y="2141"/>
                    <a:pt x="12255" y="2141"/>
                  </a:cubicBezTo>
                  <a:cubicBezTo>
                    <a:pt x="12021" y="2141"/>
                    <a:pt x="11766" y="2210"/>
                    <a:pt x="11543" y="2293"/>
                  </a:cubicBezTo>
                  <a:cubicBezTo>
                    <a:pt x="11076" y="2483"/>
                    <a:pt x="10569" y="2768"/>
                    <a:pt x="10305" y="3178"/>
                  </a:cubicBezTo>
                  <a:lnTo>
                    <a:pt x="10305" y="3178"/>
                  </a:lnTo>
                  <a:cubicBezTo>
                    <a:pt x="10421" y="2825"/>
                    <a:pt x="10538" y="2475"/>
                    <a:pt x="10655" y="2126"/>
                  </a:cubicBezTo>
                  <a:cubicBezTo>
                    <a:pt x="10776" y="1748"/>
                    <a:pt x="10899" y="1370"/>
                    <a:pt x="10865" y="970"/>
                  </a:cubicBezTo>
                  <a:cubicBezTo>
                    <a:pt x="10843" y="582"/>
                    <a:pt x="10632" y="170"/>
                    <a:pt x="10255" y="49"/>
                  </a:cubicBezTo>
                  <a:cubicBezTo>
                    <a:pt x="10166" y="16"/>
                    <a:pt x="10076" y="1"/>
                    <a:pt x="9986" y="1"/>
                  </a:cubicBezTo>
                  <a:cubicBezTo>
                    <a:pt x="9615" y="1"/>
                    <a:pt x="9249" y="253"/>
                    <a:pt x="8999" y="548"/>
                  </a:cubicBezTo>
                  <a:cubicBezTo>
                    <a:pt x="8377" y="1293"/>
                    <a:pt x="8199" y="2303"/>
                    <a:pt x="8055" y="3270"/>
                  </a:cubicBezTo>
                  <a:cubicBezTo>
                    <a:pt x="8066" y="3004"/>
                    <a:pt x="8077" y="2725"/>
                    <a:pt x="7999" y="2470"/>
                  </a:cubicBezTo>
                  <a:cubicBezTo>
                    <a:pt x="7910" y="2214"/>
                    <a:pt x="7700" y="1982"/>
                    <a:pt x="7433" y="1948"/>
                  </a:cubicBezTo>
                  <a:cubicBezTo>
                    <a:pt x="7419" y="1947"/>
                    <a:pt x="7405" y="1946"/>
                    <a:pt x="7391" y="1946"/>
                  </a:cubicBezTo>
                  <a:cubicBezTo>
                    <a:pt x="7128" y="1946"/>
                    <a:pt x="6881" y="2138"/>
                    <a:pt x="6755" y="2370"/>
                  </a:cubicBezTo>
                  <a:cubicBezTo>
                    <a:pt x="6633" y="2614"/>
                    <a:pt x="6599" y="2903"/>
                    <a:pt x="6577" y="3181"/>
                  </a:cubicBezTo>
                  <a:cubicBezTo>
                    <a:pt x="6478" y="2759"/>
                    <a:pt x="6567" y="2182"/>
                    <a:pt x="6189" y="1970"/>
                  </a:cubicBezTo>
                  <a:cubicBezTo>
                    <a:pt x="6116" y="1934"/>
                    <a:pt x="6036" y="1917"/>
                    <a:pt x="5956" y="1917"/>
                  </a:cubicBezTo>
                  <a:cubicBezTo>
                    <a:pt x="5769" y="1917"/>
                    <a:pt x="5577" y="2008"/>
                    <a:pt x="5444" y="2148"/>
                  </a:cubicBezTo>
                  <a:cubicBezTo>
                    <a:pt x="5266" y="2348"/>
                    <a:pt x="5177" y="2614"/>
                    <a:pt x="5100" y="2870"/>
                  </a:cubicBezTo>
                  <a:cubicBezTo>
                    <a:pt x="5044" y="2448"/>
                    <a:pt x="4989" y="2026"/>
                    <a:pt x="4911" y="1615"/>
                  </a:cubicBezTo>
                  <a:cubicBezTo>
                    <a:pt x="4811" y="1037"/>
                    <a:pt x="4634" y="382"/>
                    <a:pt x="4111" y="115"/>
                  </a:cubicBezTo>
                  <a:cubicBezTo>
                    <a:pt x="3961" y="37"/>
                    <a:pt x="3796" y="1"/>
                    <a:pt x="3629" y="1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7030167" y="1090652"/>
              <a:ext cx="2179081" cy="862202"/>
            </a:xfrm>
            <a:custGeom>
              <a:avLst/>
              <a:gdLst/>
              <a:ahLst/>
              <a:cxnLst/>
              <a:rect l="l" t="t" r="r" b="b"/>
              <a:pathLst>
                <a:path w="15897" h="6290" extrusionOk="0">
                  <a:moveTo>
                    <a:pt x="12229" y="0"/>
                  </a:moveTo>
                  <a:cubicBezTo>
                    <a:pt x="11775" y="0"/>
                    <a:pt x="11325" y="308"/>
                    <a:pt x="11020" y="667"/>
                  </a:cubicBezTo>
                  <a:cubicBezTo>
                    <a:pt x="10253" y="1578"/>
                    <a:pt x="10043" y="2822"/>
                    <a:pt x="9853" y="4000"/>
                  </a:cubicBezTo>
                  <a:cubicBezTo>
                    <a:pt x="9876" y="3666"/>
                    <a:pt x="9887" y="3333"/>
                    <a:pt x="9787" y="3022"/>
                  </a:cubicBezTo>
                  <a:cubicBezTo>
                    <a:pt x="9676" y="2711"/>
                    <a:pt x="9421" y="2422"/>
                    <a:pt x="9098" y="2389"/>
                  </a:cubicBezTo>
                  <a:cubicBezTo>
                    <a:pt x="9077" y="2387"/>
                    <a:pt x="9055" y="2386"/>
                    <a:pt x="9034" y="2386"/>
                  </a:cubicBezTo>
                  <a:cubicBezTo>
                    <a:pt x="8715" y="2386"/>
                    <a:pt x="8422" y="2619"/>
                    <a:pt x="8276" y="2900"/>
                  </a:cubicBezTo>
                  <a:cubicBezTo>
                    <a:pt x="8110" y="3200"/>
                    <a:pt x="8076" y="3555"/>
                    <a:pt x="8043" y="3900"/>
                  </a:cubicBezTo>
                  <a:cubicBezTo>
                    <a:pt x="7920" y="3367"/>
                    <a:pt x="8043" y="2678"/>
                    <a:pt x="7565" y="2422"/>
                  </a:cubicBezTo>
                  <a:cubicBezTo>
                    <a:pt x="7476" y="2371"/>
                    <a:pt x="7379" y="2348"/>
                    <a:pt x="7281" y="2348"/>
                  </a:cubicBezTo>
                  <a:cubicBezTo>
                    <a:pt x="7059" y="2348"/>
                    <a:pt x="6830" y="2464"/>
                    <a:pt x="6676" y="2634"/>
                  </a:cubicBezTo>
                  <a:cubicBezTo>
                    <a:pt x="6443" y="2878"/>
                    <a:pt x="6343" y="3200"/>
                    <a:pt x="6243" y="3522"/>
                  </a:cubicBezTo>
                  <a:cubicBezTo>
                    <a:pt x="6177" y="3000"/>
                    <a:pt x="6110" y="2489"/>
                    <a:pt x="6021" y="1978"/>
                  </a:cubicBezTo>
                  <a:cubicBezTo>
                    <a:pt x="5899" y="1267"/>
                    <a:pt x="5676" y="479"/>
                    <a:pt x="5044" y="145"/>
                  </a:cubicBezTo>
                  <a:cubicBezTo>
                    <a:pt x="4856" y="48"/>
                    <a:pt x="4651" y="3"/>
                    <a:pt x="4446" y="3"/>
                  </a:cubicBezTo>
                  <a:cubicBezTo>
                    <a:pt x="4043" y="3"/>
                    <a:pt x="3634" y="173"/>
                    <a:pt x="3333" y="445"/>
                  </a:cubicBezTo>
                  <a:cubicBezTo>
                    <a:pt x="2889" y="867"/>
                    <a:pt x="2655" y="1478"/>
                    <a:pt x="2566" y="2078"/>
                  </a:cubicBezTo>
                  <a:cubicBezTo>
                    <a:pt x="2333" y="1667"/>
                    <a:pt x="1867" y="1390"/>
                    <a:pt x="1388" y="1390"/>
                  </a:cubicBezTo>
                  <a:cubicBezTo>
                    <a:pt x="911" y="1390"/>
                    <a:pt x="445" y="1678"/>
                    <a:pt x="222" y="2089"/>
                  </a:cubicBezTo>
                  <a:cubicBezTo>
                    <a:pt x="23" y="2456"/>
                    <a:pt x="0" y="2889"/>
                    <a:pt x="45" y="3289"/>
                  </a:cubicBezTo>
                  <a:cubicBezTo>
                    <a:pt x="134" y="4222"/>
                    <a:pt x="544" y="5233"/>
                    <a:pt x="1222" y="5888"/>
                  </a:cubicBezTo>
                  <a:cubicBezTo>
                    <a:pt x="1356" y="6011"/>
                    <a:pt x="1511" y="6088"/>
                    <a:pt x="1677" y="6144"/>
                  </a:cubicBezTo>
                  <a:cubicBezTo>
                    <a:pt x="1944" y="6230"/>
                    <a:pt x="2255" y="6254"/>
                    <a:pt x="2572" y="6254"/>
                  </a:cubicBezTo>
                  <a:cubicBezTo>
                    <a:pt x="2993" y="6254"/>
                    <a:pt x="3423" y="6211"/>
                    <a:pt x="3766" y="6211"/>
                  </a:cubicBezTo>
                  <a:lnTo>
                    <a:pt x="7421" y="6211"/>
                  </a:lnTo>
                  <a:cubicBezTo>
                    <a:pt x="8665" y="6211"/>
                    <a:pt x="9954" y="6290"/>
                    <a:pt x="11227" y="6290"/>
                  </a:cubicBezTo>
                  <a:cubicBezTo>
                    <a:pt x="11864" y="6290"/>
                    <a:pt x="12497" y="6270"/>
                    <a:pt x="13119" y="6211"/>
                  </a:cubicBezTo>
                  <a:cubicBezTo>
                    <a:pt x="14420" y="6088"/>
                    <a:pt x="15608" y="5177"/>
                    <a:pt x="15841" y="3844"/>
                  </a:cubicBezTo>
                  <a:cubicBezTo>
                    <a:pt x="15897" y="3511"/>
                    <a:pt x="15886" y="3133"/>
                    <a:pt x="15652" y="2878"/>
                  </a:cubicBezTo>
                  <a:cubicBezTo>
                    <a:pt x="15484" y="2689"/>
                    <a:pt x="15247" y="2619"/>
                    <a:pt x="14990" y="2619"/>
                  </a:cubicBezTo>
                  <a:cubicBezTo>
                    <a:pt x="14704" y="2619"/>
                    <a:pt x="14394" y="2706"/>
                    <a:pt x="14131" y="2811"/>
                  </a:cubicBezTo>
                  <a:cubicBezTo>
                    <a:pt x="13552" y="3041"/>
                    <a:pt x="12928" y="3395"/>
                    <a:pt x="12606" y="3894"/>
                  </a:cubicBezTo>
                  <a:lnTo>
                    <a:pt x="12606" y="3894"/>
                  </a:lnTo>
                  <a:cubicBezTo>
                    <a:pt x="12748" y="3463"/>
                    <a:pt x="12892" y="3032"/>
                    <a:pt x="13030" y="2600"/>
                  </a:cubicBezTo>
                  <a:cubicBezTo>
                    <a:pt x="13186" y="2145"/>
                    <a:pt x="13331" y="1678"/>
                    <a:pt x="13297" y="1190"/>
                  </a:cubicBezTo>
                  <a:cubicBezTo>
                    <a:pt x="13264" y="711"/>
                    <a:pt x="13008" y="212"/>
                    <a:pt x="12553" y="56"/>
                  </a:cubicBezTo>
                  <a:cubicBezTo>
                    <a:pt x="12446" y="18"/>
                    <a:pt x="12338" y="0"/>
                    <a:pt x="12229" y="0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3"/>
          <p:cNvSpPr/>
          <p:nvPr/>
        </p:nvSpPr>
        <p:spPr>
          <a:xfrm flipH="1">
            <a:off x="2" y="4698600"/>
            <a:ext cx="9144000" cy="444900"/>
          </a:xfrm>
          <a:prstGeom prst="rect">
            <a:avLst/>
          </a:prstGeom>
          <a:gradFill>
            <a:gsLst>
              <a:gs pos="0">
                <a:srgbClr val="B0BEE8"/>
              </a:gs>
              <a:gs pos="100000">
                <a:srgbClr val="E5D8E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oogle Shape;61;p3"/>
          <p:cNvGrpSpPr/>
          <p:nvPr/>
        </p:nvGrpSpPr>
        <p:grpSpPr>
          <a:xfrm>
            <a:off x="6972325" y="1389407"/>
            <a:ext cx="2688530" cy="3410596"/>
            <a:chOff x="-705675" y="1389407"/>
            <a:chExt cx="2688530" cy="3410596"/>
          </a:xfrm>
        </p:grpSpPr>
        <p:sp>
          <p:nvSpPr>
            <p:cNvPr id="62" name="Google Shape;62;p3"/>
            <p:cNvSpPr/>
            <p:nvPr/>
          </p:nvSpPr>
          <p:spPr>
            <a:xfrm>
              <a:off x="-705675" y="1389407"/>
              <a:ext cx="2129204" cy="3075805"/>
            </a:xfrm>
            <a:custGeom>
              <a:avLst/>
              <a:gdLst/>
              <a:ahLst/>
              <a:cxnLst/>
              <a:rect l="l" t="t" r="r" b="b"/>
              <a:pathLst>
                <a:path w="15608" h="22547" extrusionOk="0">
                  <a:moveTo>
                    <a:pt x="8674" y="1"/>
                  </a:moveTo>
                  <a:cubicBezTo>
                    <a:pt x="8460" y="1"/>
                    <a:pt x="8247" y="37"/>
                    <a:pt x="8043" y="117"/>
                  </a:cubicBezTo>
                  <a:cubicBezTo>
                    <a:pt x="7187" y="440"/>
                    <a:pt x="6710" y="1361"/>
                    <a:pt x="6510" y="2261"/>
                  </a:cubicBezTo>
                  <a:cubicBezTo>
                    <a:pt x="5977" y="4694"/>
                    <a:pt x="6876" y="7182"/>
                    <a:pt x="7154" y="9660"/>
                  </a:cubicBezTo>
                  <a:cubicBezTo>
                    <a:pt x="7209" y="10248"/>
                    <a:pt x="7098" y="11037"/>
                    <a:pt x="6521" y="11126"/>
                  </a:cubicBezTo>
                  <a:cubicBezTo>
                    <a:pt x="6486" y="11132"/>
                    <a:pt x="6451" y="11135"/>
                    <a:pt x="6417" y="11135"/>
                  </a:cubicBezTo>
                  <a:cubicBezTo>
                    <a:pt x="6051" y="11135"/>
                    <a:pt x="5739" y="10825"/>
                    <a:pt x="5454" y="10582"/>
                  </a:cubicBezTo>
                  <a:cubicBezTo>
                    <a:pt x="4721" y="9954"/>
                    <a:pt x="3753" y="9602"/>
                    <a:pt x="2784" y="9602"/>
                  </a:cubicBezTo>
                  <a:cubicBezTo>
                    <a:pt x="2741" y="9602"/>
                    <a:pt x="2698" y="9603"/>
                    <a:pt x="2655" y="9604"/>
                  </a:cubicBezTo>
                  <a:cubicBezTo>
                    <a:pt x="2489" y="9604"/>
                    <a:pt x="2299" y="9626"/>
                    <a:pt x="2155" y="9727"/>
                  </a:cubicBezTo>
                  <a:cubicBezTo>
                    <a:pt x="1833" y="9949"/>
                    <a:pt x="1844" y="10426"/>
                    <a:pt x="1955" y="10804"/>
                  </a:cubicBezTo>
                  <a:cubicBezTo>
                    <a:pt x="2511" y="12548"/>
                    <a:pt x="4466" y="13603"/>
                    <a:pt x="4844" y="15392"/>
                  </a:cubicBezTo>
                  <a:cubicBezTo>
                    <a:pt x="4899" y="15625"/>
                    <a:pt x="4910" y="15903"/>
                    <a:pt x="4755" y="16092"/>
                  </a:cubicBezTo>
                  <a:cubicBezTo>
                    <a:pt x="4644" y="16225"/>
                    <a:pt x="4454" y="16281"/>
                    <a:pt x="4288" y="16314"/>
                  </a:cubicBezTo>
                  <a:cubicBezTo>
                    <a:pt x="4191" y="16329"/>
                    <a:pt x="4094" y="16335"/>
                    <a:pt x="3998" y="16335"/>
                  </a:cubicBezTo>
                  <a:cubicBezTo>
                    <a:pt x="3377" y="16335"/>
                    <a:pt x="2771" y="16057"/>
                    <a:pt x="2155" y="15903"/>
                  </a:cubicBezTo>
                  <a:cubicBezTo>
                    <a:pt x="1962" y="15858"/>
                    <a:pt x="1754" y="15832"/>
                    <a:pt x="1548" y="15832"/>
                  </a:cubicBezTo>
                  <a:cubicBezTo>
                    <a:pt x="997" y="15832"/>
                    <a:pt x="459" y="16015"/>
                    <a:pt x="233" y="16491"/>
                  </a:cubicBezTo>
                  <a:cubicBezTo>
                    <a:pt x="0" y="16992"/>
                    <a:pt x="222" y="17580"/>
                    <a:pt x="500" y="18047"/>
                  </a:cubicBezTo>
                  <a:cubicBezTo>
                    <a:pt x="1378" y="19491"/>
                    <a:pt x="2810" y="20524"/>
                    <a:pt x="4355" y="21213"/>
                  </a:cubicBezTo>
                  <a:cubicBezTo>
                    <a:pt x="5732" y="21813"/>
                    <a:pt x="7599" y="22535"/>
                    <a:pt x="9132" y="22546"/>
                  </a:cubicBezTo>
                  <a:cubicBezTo>
                    <a:pt x="9138" y="22546"/>
                    <a:pt x="9144" y="22546"/>
                    <a:pt x="9149" y="22546"/>
                  </a:cubicBezTo>
                  <a:cubicBezTo>
                    <a:pt x="10585" y="22546"/>
                    <a:pt x="11746" y="21265"/>
                    <a:pt x="12775" y="20413"/>
                  </a:cubicBezTo>
                  <a:cubicBezTo>
                    <a:pt x="13908" y="19480"/>
                    <a:pt x="15097" y="18258"/>
                    <a:pt x="14953" y="16803"/>
                  </a:cubicBezTo>
                  <a:cubicBezTo>
                    <a:pt x="14930" y="16580"/>
                    <a:pt x="14864" y="16358"/>
                    <a:pt x="14697" y="16225"/>
                  </a:cubicBezTo>
                  <a:cubicBezTo>
                    <a:pt x="14578" y="16136"/>
                    <a:pt x="14442" y="16110"/>
                    <a:pt x="14298" y="16110"/>
                  </a:cubicBezTo>
                  <a:cubicBezTo>
                    <a:pt x="14094" y="16110"/>
                    <a:pt x="13872" y="16162"/>
                    <a:pt x="13660" y="16162"/>
                  </a:cubicBezTo>
                  <a:cubicBezTo>
                    <a:pt x="13628" y="16162"/>
                    <a:pt x="13595" y="16161"/>
                    <a:pt x="13564" y="16158"/>
                  </a:cubicBezTo>
                  <a:cubicBezTo>
                    <a:pt x="12764" y="16069"/>
                    <a:pt x="12486" y="14958"/>
                    <a:pt x="12830" y="14225"/>
                  </a:cubicBezTo>
                  <a:cubicBezTo>
                    <a:pt x="13175" y="13492"/>
                    <a:pt x="13886" y="13026"/>
                    <a:pt x="14419" y="12415"/>
                  </a:cubicBezTo>
                  <a:cubicBezTo>
                    <a:pt x="14886" y="11882"/>
                    <a:pt x="15219" y="11248"/>
                    <a:pt x="15385" y="10559"/>
                  </a:cubicBezTo>
                  <a:cubicBezTo>
                    <a:pt x="15608" y="9671"/>
                    <a:pt x="15308" y="8449"/>
                    <a:pt x="14397" y="8349"/>
                  </a:cubicBezTo>
                  <a:cubicBezTo>
                    <a:pt x="14356" y="8344"/>
                    <a:pt x="14315" y="8342"/>
                    <a:pt x="14275" y="8342"/>
                  </a:cubicBezTo>
                  <a:cubicBezTo>
                    <a:pt x="13666" y="8342"/>
                    <a:pt x="13177" y="8877"/>
                    <a:pt x="12709" y="9304"/>
                  </a:cubicBezTo>
                  <a:cubicBezTo>
                    <a:pt x="12383" y="9601"/>
                    <a:pt x="11914" y="9857"/>
                    <a:pt x="11496" y="9857"/>
                  </a:cubicBezTo>
                  <a:cubicBezTo>
                    <a:pt x="11287" y="9857"/>
                    <a:pt x="11090" y="9793"/>
                    <a:pt x="10931" y="9638"/>
                  </a:cubicBezTo>
                  <a:cubicBezTo>
                    <a:pt x="10520" y="9238"/>
                    <a:pt x="10698" y="8560"/>
                    <a:pt x="10865" y="8004"/>
                  </a:cubicBezTo>
                  <a:cubicBezTo>
                    <a:pt x="11265" y="6661"/>
                    <a:pt x="11442" y="5249"/>
                    <a:pt x="11386" y="3839"/>
                  </a:cubicBezTo>
                  <a:cubicBezTo>
                    <a:pt x="11353" y="2861"/>
                    <a:pt x="11186" y="1850"/>
                    <a:pt x="10609" y="1050"/>
                  </a:cubicBezTo>
                  <a:cubicBezTo>
                    <a:pt x="10161" y="439"/>
                    <a:pt x="9412" y="1"/>
                    <a:pt x="8674" y="1"/>
                  </a:cubicBezTo>
                  <a:close/>
                </a:path>
              </a:pathLst>
            </a:custGeom>
            <a:solidFill>
              <a:srgbClr val="A2B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464254" y="1791844"/>
              <a:ext cx="19781" cy="3000639"/>
            </a:xfrm>
            <a:custGeom>
              <a:avLst/>
              <a:gdLst/>
              <a:ahLst/>
              <a:cxnLst/>
              <a:rect l="l" t="t" r="r" b="b"/>
              <a:pathLst>
                <a:path w="145" h="21996" extrusionOk="0">
                  <a:moveTo>
                    <a:pt x="78" y="0"/>
                  </a:moveTo>
                  <a:cubicBezTo>
                    <a:pt x="33" y="0"/>
                    <a:pt x="0" y="33"/>
                    <a:pt x="0" y="67"/>
                  </a:cubicBezTo>
                  <a:lnTo>
                    <a:pt x="0" y="21929"/>
                  </a:lnTo>
                  <a:cubicBezTo>
                    <a:pt x="0" y="21974"/>
                    <a:pt x="33" y="21996"/>
                    <a:pt x="78" y="21996"/>
                  </a:cubicBezTo>
                  <a:cubicBezTo>
                    <a:pt x="111" y="21996"/>
                    <a:pt x="144" y="21974"/>
                    <a:pt x="144" y="21929"/>
                  </a:cubicBezTo>
                  <a:lnTo>
                    <a:pt x="144" y="67"/>
                  </a:lnTo>
                  <a:cubicBezTo>
                    <a:pt x="144" y="33"/>
                    <a:pt x="111" y="0"/>
                    <a:pt x="78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483898" y="2675978"/>
              <a:ext cx="800225" cy="817686"/>
            </a:xfrm>
            <a:custGeom>
              <a:avLst/>
              <a:gdLst/>
              <a:ahLst/>
              <a:cxnLst/>
              <a:rect l="l" t="t" r="r" b="b"/>
              <a:pathLst>
                <a:path w="5866" h="5994" extrusionOk="0">
                  <a:moveTo>
                    <a:pt x="5787" y="1"/>
                  </a:moveTo>
                  <a:cubicBezTo>
                    <a:pt x="5769" y="1"/>
                    <a:pt x="5749" y="6"/>
                    <a:pt x="5732" y="17"/>
                  </a:cubicBezTo>
                  <a:cubicBezTo>
                    <a:pt x="3799" y="1918"/>
                    <a:pt x="1878" y="3895"/>
                    <a:pt x="34" y="5883"/>
                  </a:cubicBezTo>
                  <a:cubicBezTo>
                    <a:pt x="0" y="5905"/>
                    <a:pt x="0" y="5950"/>
                    <a:pt x="34" y="5972"/>
                  </a:cubicBezTo>
                  <a:cubicBezTo>
                    <a:pt x="45" y="5994"/>
                    <a:pt x="67" y="5994"/>
                    <a:pt x="78" y="5994"/>
                  </a:cubicBezTo>
                  <a:cubicBezTo>
                    <a:pt x="101" y="5994"/>
                    <a:pt x="123" y="5983"/>
                    <a:pt x="133" y="5972"/>
                  </a:cubicBezTo>
                  <a:cubicBezTo>
                    <a:pt x="1978" y="3984"/>
                    <a:pt x="3900" y="2017"/>
                    <a:pt x="5833" y="118"/>
                  </a:cubicBezTo>
                  <a:cubicBezTo>
                    <a:pt x="5866" y="96"/>
                    <a:pt x="5866" y="51"/>
                    <a:pt x="5833" y="17"/>
                  </a:cubicBezTo>
                  <a:cubicBezTo>
                    <a:pt x="5822" y="6"/>
                    <a:pt x="5805" y="1"/>
                    <a:pt x="5787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483898" y="3706763"/>
              <a:ext cx="733517" cy="609923"/>
            </a:xfrm>
            <a:custGeom>
              <a:avLst/>
              <a:gdLst/>
              <a:ahLst/>
              <a:cxnLst/>
              <a:rect l="l" t="t" r="r" b="b"/>
              <a:pathLst>
                <a:path w="5377" h="4471" extrusionOk="0">
                  <a:moveTo>
                    <a:pt x="5295" y="0"/>
                  </a:moveTo>
                  <a:cubicBezTo>
                    <a:pt x="5279" y="0"/>
                    <a:pt x="5265" y="6"/>
                    <a:pt x="5255" y="15"/>
                  </a:cubicBezTo>
                  <a:cubicBezTo>
                    <a:pt x="3488" y="1405"/>
                    <a:pt x="1733" y="2871"/>
                    <a:pt x="34" y="4348"/>
                  </a:cubicBezTo>
                  <a:cubicBezTo>
                    <a:pt x="12" y="4370"/>
                    <a:pt x="0" y="4415"/>
                    <a:pt x="34" y="4448"/>
                  </a:cubicBezTo>
                  <a:cubicBezTo>
                    <a:pt x="45" y="4459"/>
                    <a:pt x="67" y="4471"/>
                    <a:pt x="78" y="4471"/>
                  </a:cubicBezTo>
                  <a:cubicBezTo>
                    <a:pt x="101" y="4471"/>
                    <a:pt x="111" y="4459"/>
                    <a:pt x="123" y="4448"/>
                  </a:cubicBezTo>
                  <a:cubicBezTo>
                    <a:pt x="1822" y="2970"/>
                    <a:pt x="3577" y="1516"/>
                    <a:pt x="5344" y="127"/>
                  </a:cubicBezTo>
                  <a:cubicBezTo>
                    <a:pt x="5366" y="94"/>
                    <a:pt x="5377" y="49"/>
                    <a:pt x="5355" y="27"/>
                  </a:cubicBezTo>
                  <a:cubicBezTo>
                    <a:pt x="5336" y="8"/>
                    <a:pt x="5315" y="0"/>
                    <a:pt x="5295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-257130" y="2906391"/>
              <a:ext cx="713873" cy="749614"/>
            </a:xfrm>
            <a:custGeom>
              <a:avLst/>
              <a:gdLst/>
              <a:ahLst/>
              <a:cxnLst/>
              <a:rect l="l" t="t" r="r" b="b"/>
              <a:pathLst>
                <a:path w="5233" h="5495" extrusionOk="0">
                  <a:moveTo>
                    <a:pt x="79" y="0"/>
                  </a:moveTo>
                  <a:cubicBezTo>
                    <a:pt x="61" y="0"/>
                    <a:pt x="44" y="6"/>
                    <a:pt x="33" y="17"/>
                  </a:cubicBezTo>
                  <a:cubicBezTo>
                    <a:pt x="11" y="39"/>
                    <a:pt x="0" y="84"/>
                    <a:pt x="33" y="117"/>
                  </a:cubicBezTo>
                  <a:cubicBezTo>
                    <a:pt x="1744" y="1861"/>
                    <a:pt x="3455" y="3672"/>
                    <a:pt x="5099" y="5472"/>
                  </a:cubicBezTo>
                  <a:cubicBezTo>
                    <a:pt x="5110" y="5483"/>
                    <a:pt x="5133" y="5494"/>
                    <a:pt x="5155" y="5494"/>
                  </a:cubicBezTo>
                  <a:cubicBezTo>
                    <a:pt x="5166" y="5494"/>
                    <a:pt x="5188" y="5483"/>
                    <a:pt x="5199" y="5472"/>
                  </a:cubicBezTo>
                  <a:cubicBezTo>
                    <a:pt x="5232" y="5450"/>
                    <a:pt x="5232" y="5405"/>
                    <a:pt x="5199" y="5371"/>
                  </a:cubicBezTo>
                  <a:cubicBezTo>
                    <a:pt x="3555" y="3572"/>
                    <a:pt x="1844" y="1772"/>
                    <a:pt x="134" y="17"/>
                  </a:cubicBezTo>
                  <a:cubicBezTo>
                    <a:pt x="117" y="6"/>
                    <a:pt x="97" y="0"/>
                    <a:pt x="79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59499" y="3115794"/>
              <a:ext cx="1647514" cy="1591856"/>
            </a:xfrm>
            <a:custGeom>
              <a:avLst/>
              <a:gdLst/>
              <a:ahLst/>
              <a:cxnLst/>
              <a:rect l="l" t="t" r="r" b="b"/>
              <a:pathLst>
                <a:path w="12077" h="11669" extrusionOk="0">
                  <a:moveTo>
                    <a:pt x="1726" y="0"/>
                  </a:moveTo>
                  <a:cubicBezTo>
                    <a:pt x="1600" y="0"/>
                    <a:pt x="1472" y="16"/>
                    <a:pt x="1345" y="49"/>
                  </a:cubicBezTo>
                  <a:cubicBezTo>
                    <a:pt x="623" y="227"/>
                    <a:pt x="123" y="970"/>
                    <a:pt x="67" y="1726"/>
                  </a:cubicBezTo>
                  <a:cubicBezTo>
                    <a:pt x="1" y="2471"/>
                    <a:pt x="312" y="3214"/>
                    <a:pt x="734" y="3836"/>
                  </a:cubicBezTo>
                  <a:cubicBezTo>
                    <a:pt x="1168" y="4459"/>
                    <a:pt x="1711" y="4981"/>
                    <a:pt x="2212" y="5547"/>
                  </a:cubicBezTo>
                  <a:cubicBezTo>
                    <a:pt x="2545" y="5925"/>
                    <a:pt x="2867" y="6447"/>
                    <a:pt x="2656" y="6892"/>
                  </a:cubicBezTo>
                  <a:cubicBezTo>
                    <a:pt x="2422" y="7369"/>
                    <a:pt x="1767" y="7436"/>
                    <a:pt x="1423" y="7836"/>
                  </a:cubicBezTo>
                  <a:cubicBezTo>
                    <a:pt x="1112" y="8203"/>
                    <a:pt x="1156" y="8791"/>
                    <a:pt x="1412" y="9202"/>
                  </a:cubicBezTo>
                  <a:cubicBezTo>
                    <a:pt x="1667" y="9613"/>
                    <a:pt x="2089" y="9891"/>
                    <a:pt x="2523" y="10136"/>
                  </a:cubicBezTo>
                  <a:cubicBezTo>
                    <a:pt x="3034" y="10435"/>
                    <a:pt x="3578" y="10702"/>
                    <a:pt x="4133" y="10924"/>
                  </a:cubicBezTo>
                  <a:cubicBezTo>
                    <a:pt x="4522" y="11091"/>
                    <a:pt x="5233" y="11180"/>
                    <a:pt x="5533" y="11469"/>
                  </a:cubicBezTo>
                  <a:cubicBezTo>
                    <a:pt x="5600" y="11535"/>
                    <a:pt x="5656" y="11602"/>
                    <a:pt x="5688" y="11669"/>
                  </a:cubicBezTo>
                  <a:cubicBezTo>
                    <a:pt x="7811" y="11657"/>
                    <a:pt x="9944" y="11657"/>
                    <a:pt x="12076" y="11646"/>
                  </a:cubicBezTo>
                  <a:cubicBezTo>
                    <a:pt x="12010" y="10602"/>
                    <a:pt x="11654" y="9569"/>
                    <a:pt x="11254" y="8502"/>
                  </a:cubicBezTo>
                  <a:cubicBezTo>
                    <a:pt x="11167" y="8263"/>
                    <a:pt x="11083" y="8176"/>
                    <a:pt x="10998" y="8176"/>
                  </a:cubicBezTo>
                  <a:cubicBezTo>
                    <a:pt x="10822" y="8176"/>
                    <a:pt x="10645" y="8545"/>
                    <a:pt x="10443" y="8702"/>
                  </a:cubicBezTo>
                  <a:cubicBezTo>
                    <a:pt x="10362" y="8761"/>
                    <a:pt x="10268" y="8787"/>
                    <a:pt x="10171" y="8787"/>
                  </a:cubicBezTo>
                  <a:cubicBezTo>
                    <a:pt x="9976" y="8787"/>
                    <a:pt x="9770" y="8681"/>
                    <a:pt x="9643" y="8524"/>
                  </a:cubicBezTo>
                  <a:cubicBezTo>
                    <a:pt x="9455" y="8280"/>
                    <a:pt x="9399" y="7969"/>
                    <a:pt x="9354" y="7669"/>
                  </a:cubicBezTo>
                  <a:cubicBezTo>
                    <a:pt x="9110" y="6314"/>
                    <a:pt x="8766" y="4970"/>
                    <a:pt x="8322" y="3659"/>
                  </a:cubicBezTo>
                  <a:cubicBezTo>
                    <a:pt x="8199" y="3303"/>
                    <a:pt x="8066" y="2937"/>
                    <a:pt x="7799" y="2659"/>
                  </a:cubicBezTo>
                  <a:cubicBezTo>
                    <a:pt x="7611" y="2471"/>
                    <a:pt x="7345" y="2344"/>
                    <a:pt x="7084" y="2344"/>
                  </a:cubicBezTo>
                  <a:cubicBezTo>
                    <a:pt x="6975" y="2344"/>
                    <a:pt x="6868" y="2366"/>
                    <a:pt x="6766" y="2415"/>
                  </a:cubicBezTo>
                  <a:cubicBezTo>
                    <a:pt x="6366" y="2604"/>
                    <a:pt x="6167" y="3192"/>
                    <a:pt x="5722" y="3214"/>
                  </a:cubicBezTo>
                  <a:cubicBezTo>
                    <a:pt x="5706" y="3216"/>
                    <a:pt x="5690" y="3217"/>
                    <a:pt x="5674" y="3217"/>
                  </a:cubicBezTo>
                  <a:cubicBezTo>
                    <a:pt x="5460" y="3217"/>
                    <a:pt x="5266" y="3081"/>
                    <a:pt x="5100" y="2926"/>
                  </a:cubicBezTo>
                  <a:cubicBezTo>
                    <a:pt x="4489" y="2370"/>
                    <a:pt x="4089" y="1604"/>
                    <a:pt x="3533" y="982"/>
                  </a:cubicBezTo>
                  <a:cubicBezTo>
                    <a:pt x="3075" y="447"/>
                    <a:pt x="2410" y="0"/>
                    <a:pt x="1726" y="0"/>
                  </a:cubicBez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383766" y="3299688"/>
              <a:ext cx="683725" cy="1335254"/>
            </a:xfrm>
            <a:custGeom>
              <a:avLst/>
              <a:gdLst/>
              <a:ahLst/>
              <a:cxnLst/>
              <a:rect l="l" t="t" r="r" b="b"/>
              <a:pathLst>
                <a:path w="5012" h="9788" extrusionOk="0">
                  <a:moveTo>
                    <a:pt x="112" y="0"/>
                  </a:moveTo>
                  <a:lnTo>
                    <a:pt x="1" y="45"/>
                  </a:lnTo>
                  <a:cubicBezTo>
                    <a:pt x="423" y="1056"/>
                    <a:pt x="1012" y="1989"/>
                    <a:pt x="1768" y="2789"/>
                  </a:cubicBezTo>
                  <a:cubicBezTo>
                    <a:pt x="2023" y="3055"/>
                    <a:pt x="2289" y="3311"/>
                    <a:pt x="2556" y="3555"/>
                  </a:cubicBezTo>
                  <a:cubicBezTo>
                    <a:pt x="3089" y="4066"/>
                    <a:pt x="3645" y="4588"/>
                    <a:pt x="4034" y="5211"/>
                  </a:cubicBezTo>
                  <a:cubicBezTo>
                    <a:pt x="4878" y="6588"/>
                    <a:pt x="4889" y="8365"/>
                    <a:pt x="4900" y="9787"/>
                  </a:cubicBezTo>
                  <a:lnTo>
                    <a:pt x="5011" y="9787"/>
                  </a:lnTo>
                  <a:cubicBezTo>
                    <a:pt x="5000" y="8343"/>
                    <a:pt x="5000" y="6554"/>
                    <a:pt x="4133" y="5155"/>
                  </a:cubicBezTo>
                  <a:cubicBezTo>
                    <a:pt x="3734" y="4510"/>
                    <a:pt x="3167" y="3989"/>
                    <a:pt x="2634" y="3478"/>
                  </a:cubicBezTo>
                  <a:cubicBezTo>
                    <a:pt x="2368" y="3233"/>
                    <a:pt x="2101" y="2977"/>
                    <a:pt x="1857" y="2711"/>
                  </a:cubicBezTo>
                  <a:cubicBezTo>
                    <a:pt x="1112" y="1911"/>
                    <a:pt x="524" y="1000"/>
                    <a:pt x="1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968731" y="3636098"/>
              <a:ext cx="113909" cy="766939"/>
            </a:xfrm>
            <a:custGeom>
              <a:avLst/>
              <a:gdLst/>
              <a:ahLst/>
              <a:cxnLst/>
              <a:rect l="l" t="t" r="r" b="b"/>
              <a:pathLst>
                <a:path w="835" h="5622" extrusionOk="0">
                  <a:moveTo>
                    <a:pt x="45" y="0"/>
                  </a:moveTo>
                  <a:lnTo>
                    <a:pt x="13" y="1056"/>
                  </a:lnTo>
                  <a:cubicBezTo>
                    <a:pt x="13" y="1289"/>
                    <a:pt x="1" y="1555"/>
                    <a:pt x="79" y="1800"/>
                  </a:cubicBezTo>
                  <a:cubicBezTo>
                    <a:pt x="124" y="1933"/>
                    <a:pt x="190" y="2066"/>
                    <a:pt x="268" y="2200"/>
                  </a:cubicBezTo>
                  <a:cubicBezTo>
                    <a:pt x="290" y="2256"/>
                    <a:pt x="324" y="2311"/>
                    <a:pt x="356" y="2367"/>
                  </a:cubicBezTo>
                  <a:cubicBezTo>
                    <a:pt x="756" y="3177"/>
                    <a:pt x="612" y="4944"/>
                    <a:pt x="556" y="5611"/>
                  </a:cubicBezTo>
                  <a:lnTo>
                    <a:pt x="668" y="5621"/>
                  </a:lnTo>
                  <a:cubicBezTo>
                    <a:pt x="768" y="4466"/>
                    <a:pt x="835" y="3056"/>
                    <a:pt x="457" y="2311"/>
                  </a:cubicBezTo>
                  <a:cubicBezTo>
                    <a:pt x="423" y="2256"/>
                    <a:pt x="390" y="2200"/>
                    <a:pt x="368" y="2145"/>
                  </a:cubicBezTo>
                  <a:cubicBezTo>
                    <a:pt x="290" y="2011"/>
                    <a:pt x="223" y="1889"/>
                    <a:pt x="190" y="1767"/>
                  </a:cubicBezTo>
                  <a:cubicBezTo>
                    <a:pt x="112" y="1533"/>
                    <a:pt x="124" y="1289"/>
                    <a:pt x="134" y="1056"/>
                  </a:cubicBezTo>
                  <a:lnTo>
                    <a:pt x="168" y="1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3A81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235343" y="3460253"/>
              <a:ext cx="518387" cy="335178"/>
            </a:xfrm>
            <a:custGeom>
              <a:avLst/>
              <a:gdLst/>
              <a:ahLst/>
              <a:cxnLst/>
              <a:rect l="l" t="t" r="r" b="b"/>
              <a:pathLst>
                <a:path w="3800" h="2457" extrusionOk="0">
                  <a:moveTo>
                    <a:pt x="101" y="1"/>
                  </a:moveTo>
                  <a:lnTo>
                    <a:pt x="0" y="57"/>
                  </a:lnTo>
                  <a:cubicBezTo>
                    <a:pt x="456" y="790"/>
                    <a:pt x="1178" y="1356"/>
                    <a:pt x="1989" y="1623"/>
                  </a:cubicBezTo>
                  <a:lnTo>
                    <a:pt x="2044" y="1645"/>
                  </a:lnTo>
                  <a:cubicBezTo>
                    <a:pt x="2589" y="1822"/>
                    <a:pt x="3333" y="2067"/>
                    <a:pt x="3722" y="2456"/>
                  </a:cubicBezTo>
                  <a:lnTo>
                    <a:pt x="3800" y="2378"/>
                  </a:lnTo>
                  <a:cubicBezTo>
                    <a:pt x="3400" y="1967"/>
                    <a:pt x="2644" y="1711"/>
                    <a:pt x="2089" y="1534"/>
                  </a:cubicBezTo>
                  <a:lnTo>
                    <a:pt x="2034" y="1511"/>
                  </a:lnTo>
                  <a:cubicBezTo>
                    <a:pt x="1244" y="1256"/>
                    <a:pt x="534" y="701"/>
                    <a:pt x="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465618" y="4296777"/>
              <a:ext cx="615516" cy="382105"/>
            </a:xfrm>
            <a:custGeom>
              <a:avLst/>
              <a:gdLst/>
              <a:ahLst/>
              <a:cxnLst/>
              <a:rect l="l" t="t" r="r" b="b"/>
              <a:pathLst>
                <a:path w="4512" h="2801" extrusionOk="0">
                  <a:moveTo>
                    <a:pt x="79" y="1"/>
                  </a:moveTo>
                  <a:lnTo>
                    <a:pt x="1" y="79"/>
                  </a:lnTo>
                  <a:cubicBezTo>
                    <a:pt x="334" y="412"/>
                    <a:pt x="712" y="778"/>
                    <a:pt x="1168" y="1000"/>
                  </a:cubicBezTo>
                  <a:cubicBezTo>
                    <a:pt x="1368" y="1089"/>
                    <a:pt x="1590" y="1156"/>
                    <a:pt x="1800" y="1223"/>
                  </a:cubicBezTo>
                  <a:cubicBezTo>
                    <a:pt x="1923" y="1256"/>
                    <a:pt x="2056" y="1289"/>
                    <a:pt x="2178" y="1334"/>
                  </a:cubicBezTo>
                  <a:cubicBezTo>
                    <a:pt x="2434" y="1423"/>
                    <a:pt x="2679" y="1545"/>
                    <a:pt x="2911" y="1667"/>
                  </a:cubicBezTo>
                  <a:lnTo>
                    <a:pt x="3622" y="2012"/>
                  </a:lnTo>
                  <a:cubicBezTo>
                    <a:pt x="3978" y="2178"/>
                    <a:pt x="4378" y="2422"/>
                    <a:pt x="4389" y="2800"/>
                  </a:cubicBezTo>
                  <a:lnTo>
                    <a:pt x="4511" y="2789"/>
                  </a:lnTo>
                  <a:cubicBezTo>
                    <a:pt x="4489" y="2356"/>
                    <a:pt x="4056" y="2089"/>
                    <a:pt x="3678" y="1911"/>
                  </a:cubicBezTo>
                  <a:lnTo>
                    <a:pt x="2967" y="1556"/>
                  </a:lnTo>
                  <a:cubicBezTo>
                    <a:pt x="2723" y="1445"/>
                    <a:pt x="2479" y="1323"/>
                    <a:pt x="2223" y="1223"/>
                  </a:cubicBezTo>
                  <a:cubicBezTo>
                    <a:pt x="2089" y="1178"/>
                    <a:pt x="1956" y="1145"/>
                    <a:pt x="1834" y="1112"/>
                  </a:cubicBezTo>
                  <a:cubicBezTo>
                    <a:pt x="1623" y="1045"/>
                    <a:pt x="1412" y="990"/>
                    <a:pt x="1223" y="889"/>
                  </a:cubicBezTo>
                  <a:cubicBezTo>
                    <a:pt x="778" y="689"/>
                    <a:pt x="423" y="334"/>
                    <a:pt x="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617179" y="2692212"/>
              <a:ext cx="1365676" cy="1816945"/>
            </a:xfrm>
            <a:custGeom>
              <a:avLst/>
              <a:gdLst/>
              <a:ahLst/>
              <a:cxnLst/>
              <a:rect l="l" t="t" r="r" b="b"/>
              <a:pathLst>
                <a:path w="10011" h="13319" extrusionOk="0">
                  <a:moveTo>
                    <a:pt x="5024" y="1"/>
                  </a:moveTo>
                  <a:cubicBezTo>
                    <a:pt x="4884" y="1"/>
                    <a:pt x="4742" y="11"/>
                    <a:pt x="4600" y="32"/>
                  </a:cubicBezTo>
                  <a:cubicBezTo>
                    <a:pt x="3756" y="154"/>
                    <a:pt x="3012" y="643"/>
                    <a:pt x="2456" y="1298"/>
                  </a:cubicBezTo>
                  <a:cubicBezTo>
                    <a:pt x="2023" y="1720"/>
                    <a:pt x="1645" y="2243"/>
                    <a:pt x="1356" y="2787"/>
                  </a:cubicBezTo>
                  <a:cubicBezTo>
                    <a:pt x="301" y="4764"/>
                    <a:pt x="1" y="7586"/>
                    <a:pt x="623" y="9730"/>
                  </a:cubicBezTo>
                  <a:cubicBezTo>
                    <a:pt x="923" y="10763"/>
                    <a:pt x="1534" y="11585"/>
                    <a:pt x="2356" y="12263"/>
                  </a:cubicBezTo>
                  <a:cubicBezTo>
                    <a:pt x="3022" y="12818"/>
                    <a:pt x="4133" y="13296"/>
                    <a:pt x="5000" y="13318"/>
                  </a:cubicBezTo>
                  <a:cubicBezTo>
                    <a:pt x="5028" y="13318"/>
                    <a:pt x="5056" y="13319"/>
                    <a:pt x="5084" y="13319"/>
                  </a:cubicBezTo>
                  <a:cubicBezTo>
                    <a:pt x="6204" y="13319"/>
                    <a:pt x="7182" y="12884"/>
                    <a:pt x="7821" y="11940"/>
                  </a:cubicBezTo>
                  <a:cubicBezTo>
                    <a:pt x="7888" y="11896"/>
                    <a:pt x="7955" y="11841"/>
                    <a:pt x="8021" y="11774"/>
                  </a:cubicBezTo>
                  <a:cubicBezTo>
                    <a:pt x="8999" y="10896"/>
                    <a:pt x="9521" y="9597"/>
                    <a:pt x="9721" y="8297"/>
                  </a:cubicBezTo>
                  <a:cubicBezTo>
                    <a:pt x="10010" y="6475"/>
                    <a:pt x="9710" y="4564"/>
                    <a:pt x="8877" y="2909"/>
                  </a:cubicBezTo>
                  <a:cubicBezTo>
                    <a:pt x="8129" y="1394"/>
                    <a:pt x="6674" y="1"/>
                    <a:pt x="5024" y="1"/>
                  </a:cubicBezTo>
                  <a:close/>
                </a:path>
              </a:pathLst>
            </a:custGeom>
            <a:solidFill>
              <a:srgbClr val="2A56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1306777" y="2967779"/>
              <a:ext cx="19781" cy="1832223"/>
            </a:xfrm>
            <a:custGeom>
              <a:avLst/>
              <a:gdLst/>
              <a:ahLst/>
              <a:cxnLst/>
              <a:rect l="l" t="t" r="r" b="b"/>
              <a:pathLst>
                <a:path w="145" h="13431" extrusionOk="0">
                  <a:moveTo>
                    <a:pt x="67" y="1"/>
                  </a:moveTo>
                  <a:cubicBezTo>
                    <a:pt x="34" y="1"/>
                    <a:pt x="1" y="34"/>
                    <a:pt x="1" y="67"/>
                  </a:cubicBezTo>
                  <a:lnTo>
                    <a:pt x="1" y="13364"/>
                  </a:lnTo>
                  <a:cubicBezTo>
                    <a:pt x="1" y="13409"/>
                    <a:pt x="34" y="13431"/>
                    <a:pt x="67" y="13431"/>
                  </a:cubicBezTo>
                  <a:cubicBezTo>
                    <a:pt x="112" y="13431"/>
                    <a:pt x="145" y="13409"/>
                    <a:pt x="145" y="13364"/>
                  </a:cubicBezTo>
                  <a:lnTo>
                    <a:pt x="145" y="67"/>
                  </a:lnTo>
                  <a:cubicBezTo>
                    <a:pt x="145" y="34"/>
                    <a:pt x="112" y="1"/>
                    <a:pt x="67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1380989" y="3277861"/>
              <a:ext cx="457817" cy="526572"/>
            </a:xfrm>
            <a:custGeom>
              <a:avLst/>
              <a:gdLst/>
              <a:ahLst/>
              <a:cxnLst/>
              <a:rect l="l" t="t" r="r" b="b"/>
              <a:pathLst>
                <a:path w="3356" h="3860" extrusionOk="0">
                  <a:moveTo>
                    <a:pt x="3273" y="1"/>
                  </a:moveTo>
                  <a:cubicBezTo>
                    <a:pt x="3253" y="1"/>
                    <a:pt x="3234" y="9"/>
                    <a:pt x="3222" y="27"/>
                  </a:cubicBezTo>
                  <a:lnTo>
                    <a:pt x="23" y="3737"/>
                  </a:lnTo>
                  <a:cubicBezTo>
                    <a:pt x="1" y="3771"/>
                    <a:pt x="1" y="3815"/>
                    <a:pt x="34" y="3838"/>
                  </a:cubicBezTo>
                  <a:cubicBezTo>
                    <a:pt x="45" y="3848"/>
                    <a:pt x="57" y="3860"/>
                    <a:pt x="79" y="3860"/>
                  </a:cubicBezTo>
                  <a:cubicBezTo>
                    <a:pt x="89" y="3860"/>
                    <a:pt x="112" y="3848"/>
                    <a:pt x="123" y="3826"/>
                  </a:cubicBezTo>
                  <a:lnTo>
                    <a:pt x="3323" y="116"/>
                  </a:lnTo>
                  <a:cubicBezTo>
                    <a:pt x="3355" y="93"/>
                    <a:pt x="3345" y="49"/>
                    <a:pt x="3323" y="16"/>
                  </a:cubicBezTo>
                  <a:cubicBezTo>
                    <a:pt x="3307" y="6"/>
                    <a:pt x="3290" y="1"/>
                    <a:pt x="3273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1658328" y="3727908"/>
              <a:ext cx="206263" cy="234229"/>
            </a:xfrm>
            <a:custGeom>
              <a:avLst/>
              <a:gdLst/>
              <a:ahLst/>
              <a:cxnLst/>
              <a:rect l="l" t="t" r="r" b="b"/>
              <a:pathLst>
                <a:path w="1512" h="1717" extrusionOk="0">
                  <a:moveTo>
                    <a:pt x="1438" y="1"/>
                  </a:moveTo>
                  <a:cubicBezTo>
                    <a:pt x="1418" y="1"/>
                    <a:pt x="1397" y="9"/>
                    <a:pt x="1378" y="28"/>
                  </a:cubicBezTo>
                  <a:cubicBezTo>
                    <a:pt x="923" y="539"/>
                    <a:pt x="456" y="1072"/>
                    <a:pt x="23" y="1605"/>
                  </a:cubicBezTo>
                  <a:cubicBezTo>
                    <a:pt x="1" y="1638"/>
                    <a:pt x="1" y="1682"/>
                    <a:pt x="34" y="1705"/>
                  </a:cubicBezTo>
                  <a:cubicBezTo>
                    <a:pt x="45" y="1716"/>
                    <a:pt x="68" y="1716"/>
                    <a:pt x="78" y="1716"/>
                  </a:cubicBezTo>
                  <a:cubicBezTo>
                    <a:pt x="100" y="1716"/>
                    <a:pt x="123" y="1705"/>
                    <a:pt x="134" y="1694"/>
                  </a:cubicBezTo>
                  <a:cubicBezTo>
                    <a:pt x="567" y="1161"/>
                    <a:pt x="1023" y="627"/>
                    <a:pt x="1490" y="116"/>
                  </a:cubicBezTo>
                  <a:cubicBezTo>
                    <a:pt x="1512" y="83"/>
                    <a:pt x="1512" y="38"/>
                    <a:pt x="1478" y="16"/>
                  </a:cubicBezTo>
                  <a:cubicBezTo>
                    <a:pt x="1468" y="6"/>
                    <a:pt x="1454" y="1"/>
                    <a:pt x="1438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1320419" y="4087919"/>
              <a:ext cx="253191" cy="278701"/>
            </a:xfrm>
            <a:custGeom>
              <a:avLst/>
              <a:gdLst/>
              <a:ahLst/>
              <a:cxnLst/>
              <a:rect l="l" t="t" r="r" b="b"/>
              <a:pathLst>
                <a:path w="1856" h="2043" extrusionOk="0">
                  <a:moveTo>
                    <a:pt x="1781" y="0"/>
                  </a:moveTo>
                  <a:cubicBezTo>
                    <a:pt x="1762" y="0"/>
                    <a:pt x="1741" y="9"/>
                    <a:pt x="1723" y="21"/>
                  </a:cubicBezTo>
                  <a:cubicBezTo>
                    <a:pt x="1178" y="677"/>
                    <a:pt x="612" y="1310"/>
                    <a:pt x="34" y="1932"/>
                  </a:cubicBezTo>
                  <a:cubicBezTo>
                    <a:pt x="0" y="1954"/>
                    <a:pt x="0" y="1998"/>
                    <a:pt x="34" y="2032"/>
                  </a:cubicBezTo>
                  <a:cubicBezTo>
                    <a:pt x="45" y="2043"/>
                    <a:pt x="67" y="2043"/>
                    <a:pt x="78" y="2043"/>
                  </a:cubicBezTo>
                  <a:cubicBezTo>
                    <a:pt x="101" y="2043"/>
                    <a:pt x="123" y="2043"/>
                    <a:pt x="134" y="2020"/>
                  </a:cubicBezTo>
                  <a:cubicBezTo>
                    <a:pt x="711" y="1410"/>
                    <a:pt x="1289" y="766"/>
                    <a:pt x="1834" y="121"/>
                  </a:cubicBezTo>
                  <a:cubicBezTo>
                    <a:pt x="1856" y="88"/>
                    <a:pt x="1856" y="43"/>
                    <a:pt x="1822" y="21"/>
                  </a:cubicBezTo>
                  <a:cubicBezTo>
                    <a:pt x="1812" y="6"/>
                    <a:pt x="1797" y="0"/>
                    <a:pt x="1781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1000653" y="3140486"/>
              <a:ext cx="321400" cy="433671"/>
            </a:xfrm>
            <a:custGeom>
              <a:avLst/>
              <a:gdLst/>
              <a:ahLst/>
              <a:cxnLst/>
              <a:rect l="l" t="t" r="r" b="b"/>
              <a:pathLst>
                <a:path w="2356" h="3179" extrusionOk="0">
                  <a:moveTo>
                    <a:pt x="80" y="0"/>
                  </a:moveTo>
                  <a:cubicBezTo>
                    <a:pt x="68" y="0"/>
                    <a:pt x="57" y="4"/>
                    <a:pt x="45" y="12"/>
                  </a:cubicBezTo>
                  <a:cubicBezTo>
                    <a:pt x="11" y="34"/>
                    <a:pt x="1" y="78"/>
                    <a:pt x="23" y="112"/>
                  </a:cubicBezTo>
                  <a:cubicBezTo>
                    <a:pt x="722" y="1134"/>
                    <a:pt x="1467" y="2167"/>
                    <a:pt x="2222" y="3156"/>
                  </a:cubicBezTo>
                  <a:cubicBezTo>
                    <a:pt x="2233" y="3167"/>
                    <a:pt x="2255" y="3178"/>
                    <a:pt x="2278" y="3178"/>
                  </a:cubicBezTo>
                  <a:cubicBezTo>
                    <a:pt x="2289" y="3178"/>
                    <a:pt x="2311" y="3178"/>
                    <a:pt x="2322" y="3167"/>
                  </a:cubicBezTo>
                  <a:cubicBezTo>
                    <a:pt x="2356" y="3144"/>
                    <a:pt x="2356" y="3100"/>
                    <a:pt x="2334" y="3067"/>
                  </a:cubicBezTo>
                  <a:cubicBezTo>
                    <a:pt x="1578" y="2078"/>
                    <a:pt x="845" y="1056"/>
                    <a:pt x="134" y="34"/>
                  </a:cubicBezTo>
                  <a:cubicBezTo>
                    <a:pt x="120" y="13"/>
                    <a:pt x="100" y="0"/>
                    <a:pt x="80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1006791" y="3838408"/>
              <a:ext cx="304620" cy="323719"/>
            </a:xfrm>
            <a:custGeom>
              <a:avLst/>
              <a:gdLst/>
              <a:ahLst/>
              <a:cxnLst/>
              <a:rect l="l" t="t" r="r" b="b"/>
              <a:pathLst>
                <a:path w="2233" h="2373" extrusionOk="0">
                  <a:moveTo>
                    <a:pt x="76" y="1"/>
                  </a:moveTo>
                  <a:cubicBezTo>
                    <a:pt x="58" y="1"/>
                    <a:pt x="39" y="6"/>
                    <a:pt x="22" y="17"/>
                  </a:cubicBezTo>
                  <a:cubicBezTo>
                    <a:pt x="0" y="40"/>
                    <a:pt x="0" y="84"/>
                    <a:pt x="22" y="117"/>
                  </a:cubicBezTo>
                  <a:cubicBezTo>
                    <a:pt x="722" y="850"/>
                    <a:pt x="1422" y="1595"/>
                    <a:pt x="2099" y="2350"/>
                  </a:cubicBezTo>
                  <a:cubicBezTo>
                    <a:pt x="2111" y="2372"/>
                    <a:pt x="2133" y="2372"/>
                    <a:pt x="2155" y="2372"/>
                  </a:cubicBezTo>
                  <a:cubicBezTo>
                    <a:pt x="2166" y="2372"/>
                    <a:pt x="2188" y="2372"/>
                    <a:pt x="2200" y="2361"/>
                  </a:cubicBezTo>
                  <a:cubicBezTo>
                    <a:pt x="2233" y="2328"/>
                    <a:pt x="2233" y="2284"/>
                    <a:pt x="2200" y="2261"/>
                  </a:cubicBezTo>
                  <a:cubicBezTo>
                    <a:pt x="1522" y="1506"/>
                    <a:pt x="833" y="751"/>
                    <a:pt x="122" y="17"/>
                  </a:cubicBezTo>
                  <a:cubicBezTo>
                    <a:pt x="111" y="6"/>
                    <a:pt x="94" y="1"/>
                    <a:pt x="76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" name="Google Shape;79;p3"/>
          <p:cNvGrpSpPr/>
          <p:nvPr/>
        </p:nvGrpSpPr>
        <p:grpSpPr>
          <a:xfrm>
            <a:off x="-1690548" y="1350800"/>
            <a:ext cx="2327978" cy="3502413"/>
            <a:chOff x="7256414" y="1350800"/>
            <a:chExt cx="2327978" cy="3502413"/>
          </a:xfrm>
        </p:grpSpPr>
        <p:sp>
          <p:nvSpPr>
            <p:cNvPr id="80" name="Google Shape;80;p3"/>
            <p:cNvSpPr/>
            <p:nvPr/>
          </p:nvSpPr>
          <p:spPr>
            <a:xfrm>
              <a:off x="8527838" y="3179912"/>
              <a:ext cx="1056554" cy="1406601"/>
            </a:xfrm>
            <a:custGeom>
              <a:avLst/>
              <a:gdLst/>
              <a:ahLst/>
              <a:cxnLst/>
              <a:rect l="l" t="t" r="r" b="b"/>
              <a:pathLst>
                <a:path w="7745" h="10311" extrusionOk="0">
                  <a:moveTo>
                    <a:pt x="3876" y="0"/>
                  </a:moveTo>
                  <a:cubicBezTo>
                    <a:pt x="3770" y="0"/>
                    <a:pt x="3663" y="8"/>
                    <a:pt x="3556" y="23"/>
                  </a:cubicBezTo>
                  <a:cubicBezTo>
                    <a:pt x="2901" y="123"/>
                    <a:pt x="2323" y="500"/>
                    <a:pt x="1889" y="1001"/>
                  </a:cubicBezTo>
                  <a:cubicBezTo>
                    <a:pt x="1556" y="1334"/>
                    <a:pt x="1267" y="1734"/>
                    <a:pt x="1045" y="2156"/>
                  </a:cubicBezTo>
                  <a:cubicBezTo>
                    <a:pt x="223" y="3689"/>
                    <a:pt x="1" y="5877"/>
                    <a:pt x="479" y="7533"/>
                  </a:cubicBezTo>
                  <a:cubicBezTo>
                    <a:pt x="712" y="8333"/>
                    <a:pt x="1178" y="8965"/>
                    <a:pt x="1823" y="9488"/>
                  </a:cubicBezTo>
                  <a:cubicBezTo>
                    <a:pt x="2334" y="9921"/>
                    <a:pt x="3189" y="10298"/>
                    <a:pt x="3867" y="10310"/>
                  </a:cubicBezTo>
                  <a:cubicBezTo>
                    <a:pt x="3881" y="10310"/>
                    <a:pt x="3895" y="10310"/>
                    <a:pt x="3908" y="10310"/>
                  </a:cubicBezTo>
                  <a:cubicBezTo>
                    <a:pt x="4791" y="10310"/>
                    <a:pt x="5552" y="9976"/>
                    <a:pt x="6044" y="9243"/>
                  </a:cubicBezTo>
                  <a:cubicBezTo>
                    <a:pt x="6100" y="9210"/>
                    <a:pt x="6155" y="9165"/>
                    <a:pt x="6200" y="9121"/>
                  </a:cubicBezTo>
                  <a:cubicBezTo>
                    <a:pt x="6955" y="8432"/>
                    <a:pt x="7366" y="7432"/>
                    <a:pt x="7522" y="6422"/>
                  </a:cubicBezTo>
                  <a:cubicBezTo>
                    <a:pt x="7744" y="5011"/>
                    <a:pt x="7510" y="3534"/>
                    <a:pt x="6866" y="2256"/>
                  </a:cubicBezTo>
                  <a:cubicBezTo>
                    <a:pt x="6282" y="1076"/>
                    <a:pt x="5157" y="0"/>
                    <a:pt x="3876" y="0"/>
                  </a:cubicBezTo>
                  <a:close/>
                </a:path>
              </a:pathLst>
            </a:custGeom>
            <a:solidFill>
              <a:srgbClr val="2A56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9047731" y="3516458"/>
              <a:ext cx="36560" cy="1336755"/>
            </a:xfrm>
            <a:custGeom>
              <a:avLst/>
              <a:gdLst/>
              <a:ahLst/>
              <a:cxnLst/>
              <a:rect l="l" t="t" r="r" b="b"/>
              <a:pathLst>
                <a:path w="268" h="9799" extrusionOk="0">
                  <a:moveTo>
                    <a:pt x="134" y="0"/>
                  </a:moveTo>
                  <a:cubicBezTo>
                    <a:pt x="67" y="0"/>
                    <a:pt x="1" y="55"/>
                    <a:pt x="1" y="133"/>
                  </a:cubicBezTo>
                  <a:lnTo>
                    <a:pt x="1" y="9665"/>
                  </a:lnTo>
                  <a:cubicBezTo>
                    <a:pt x="1" y="9731"/>
                    <a:pt x="67" y="9798"/>
                    <a:pt x="134" y="9798"/>
                  </a:cubicBezTo>
                  <a:cubicBezTo>
                    <a:pt x="211" y="9798"/>
                    <a:pt x="267" y="9731"/>
                    <a:pt x="267" y="9665"/>
                  </a:cubicBezTo>
                  <a:lnTo>
                    <a:pt x="267" y="133"/>
                  </a:lnTo>
                  <a:cubicBezTo>
                    <a:pt x="267" y="55"/>
                    <a:pt x="211" y="0"/>
                    <a:pt x="134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9059872" y="3514276"/>
              <a:ext cx="316761" cy="406797"/>
            </a:xfrm>
            <a:custGeom>
              <a:avLst/>
              <a:gdLst/>
              <a:ahLst/>
              <a:cxnLst/>
              <a:rect l="l" t="t" r="r" b="b"/>
              <a:pathLst>
                <a:path w="2322" h="2982" extrusionOk="0">
                  <a:moveTo>
                    <a:pt x="2167" y="0"/>
                  </a:moveTo>
                  <a:cubicBezTo>
                    <a:pt x="2125" y="0"/>
                    <a:pt x="2082" y="20"/>
                    <a:pt x="2055" y="61"/>
                  </a:cubicBezTo>
                  <a:cubicBezTo>
                    <a:pt x="1433" y="982"/>
                    <a:pt x="756" y="1893"/>
                    <a:pt x="45" y="2760"/>
                  </a:cubicBezTo>
                  <a:cubicBezTo>
                    <a:pt x="0" y="2816"/>
                    <a:pt x="11" y="2904"/>
                    <a:pt x="67" y="2949"/>
                  </a:cubicBezTo>
                  <a:cubicBezTo>
                    <a:pt x="89" y="2971"/>
                    <a:pt x="122" y="2982"/>
                    <a:pt x="144" y="2982"/>
                  </a:cubicBezTo>
                  <a:cubicBezTo>
                    <a:pt x="189" y="2982"/>
                    <a:pt x="223" y="2959"/>
                    <a:pt x="255" y="2937"/>
                  </a:cubicBezTo>
                  <a:cubicBezTo>
                    <a:pt x="966" y="2060"/>
                    <a:pt x="1645" y="1138"/>
                    <a:pt x="2277" y="216"/>
                  </a:cubicBezTo>
                  <a:cubicBezTo>
                    <a:pt x="2322" y="149"/>
                    <a:pt x="2311" y="71"/>
                    <a:pt x="2244" y="27"/>
                  </a:cubicBezTo>
                  <a:cubicBezTo>
                    <a:pt x="2222" y="9"/>
                    <a:pt x="2195" y="0"/>
                    <a:pt x="2167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9314430" y="3826540"/>
              <a:ext cx="174342" cy="185528"/>
            </a:xfrm>
            <a:custGeom>
              <a:avLst/>
              <a:gdLst/>
              <a:ahLst/>
              <a:cxnLst/>
              <a:rect l="l" t="t" r="r" b="b"/>
              <a:pathLst>
                <a:path w="1278" h="1360" extrusionOk="0">
                  <a:moveTo>
                    <a:pt x="1123" y="1"/>
                  </a:moveTo>
                  <a:cubicBezTo>
                    <a:pt x="1085" y="1"/>
                    <a:pt x="1047" y="18"/>
                    <a:pt x="1023" y="48"/>
                  </a:cubicBezTo>
                  <a:cubicBezTo>
                    <a:pt x="722" y="426"/>
                    <a:pt x="389" y="793"/>
                    <a:pt x="56" y="1137"/>
                  </a:cubicBezTo>
                  <a:cubicBezTo>
                    <a:pt x="1" y="1181"/>
                    <a:pt x="1" y="1270"/>
                    <a:pt x="56" y="1326"/>
                  </a:cubicBezTo>
                  <a:cubicBezTo>
                    <a:pt x="78" y="1349"/>
                    <a:pt x="112" y="1359"/>
                    <a:pt x="145" y="1359"/>
                  </a:cubicBezTo>
                  <a:cubicBezTo>
                    <a:pt x="178" y="1359"/>
                    <a:pt x="211" y="1349"/>
                    <a:pt x="245" y="1326"/>
                  </a:cubicBezTo>
                  <a:cubicBezTo>
                    <a:pt x="589" y="971"/>
                    <a:pt x="922" y="604"/>
                    <a:pt x="1233" y="226"/>
                  </a:cubicBezTo>
                  <a:cubicBezTo>
                    <a:pt x="1278" y="159"/>
                    <a:pt x="1267" y="82"/>
                    <a:pt x="1211" y="38"/>
                  </a:cubicBezTo>
                  <a:cubicBezTo>
                    <a:pt x="1186" y="13"/>
                    <a:pt x="1155" y="1"/>
                    <a:pt x="1123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9067375" y="4090375"/>
              <a:ext cx="212266" cy="212675"/>
            </a:xfrm>
            <a:custGeom>
              <a:avLst/>
              <a:gdLst/>
              <a:ahLst/>
              <a:cxnLst/>
              <a:rect l="l" t="t" r="r" b="b"/>
              <a:pathLst>
                <a:path w="1556" h="1559" extrusionOk="0">
                  <a:moveTo>
                    <a:pt x="1405" y="1"/>
                  </a:moveTo>
                  <a:cubicBezTo>
                    <a:pt x="1366" y="1"/>
                    <a:pt x="1326" y="21"/>
                    <a:pt x="1301" y="59"/>
                  </a:cubicBezTo>
                  <a:cubicBezTo>
                    <a:pt x="934" y="514"/>
                    <a:pt x="512" y="948"/>
                    <a:pt x="67" y="1325"/>
                  </a:cubicBezTo>
                  <a:cubicBezTo>
                    <a:pt x="1" y="1370"/>
                    <a:pt x="1" y="1459"/>
                    <a:pt x="45" y="1514"/>
                  </a:cubicBezTo>
                  <a:cubicBezTo>
                    <a:pt x="67" y="1547"/>
                    <a:pt x="112" y="1558"/>
                    <a:pt x="145" y="1558"/>
                  </a:cubicBezTo>
                  <a:cubicBezTo>
                    <a:pt x="178" y="1558"/>
                    <a:pt x="212" y="1547"/>
                    <a:pt x="234" y="1525"/>
                  </a:cubicBezTo>
                  <a:cubicBezTo>
                    <a:pt x="701" y="1136"/>
                    <a:pt x="1134" y="703"/>
                    <a:pt x="1511" y="225"/>
                  </a:cubicBezTo>
                  <a:cubicBezTo>
                    <a:pt x="1556" y="158"/>
                    <a:pt x="1545" y="81"/>
                    <a:pt x="1489" y="37"/>
                  </a:cubicBezTo>
                  <a:cubicBezTo>
                    <a:pt x="1465" y="13"/>
                    <a:pt x="1435" y="1"/>
                    <a:pt x="1405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8844603" y="3427376"/>
              <a:ext cx="228909" cy="277064"/>
            </a:xfrm>
            <a:custGeom>
              <a:avLst/>
              <a:gdLst/>
              <a:ahLst/>
              <a:cxnLst/>
              <a:rect l="l" t="t" r="r" b="b"/>
              <a:pathLst>
                <a:path w="1678" h="2031" extrusionOk="0">
                  <a:moveTo>
                    <a:pt x="155" y="0"/>
                  </a:moveTo>
                  <a:cubicBezTo>
                    <a:pt x="124" y="0"/>
                    <a:pt x="92" y="11"/>
                    <a:pt x="68" y="31"/>
                  </a:cubicBezTo>
                  <a:cubicBezTo>
                    <a:pt x="12" y="86"/>
                    <a:pt x="1" y="164"/>
                    <a:pt x="56" y="219"/>
                  </a:cubicBezTo>
                  <a:cubicBezTo>
                    <a:pt x="534" y="786"/>
                    <a:pt x="1001" y="1375"/>
                    <a:pt x="1423" y="1975"/>
                  </a:cubicBezTo>
                  <a:cubicBezTo>
                    <a:pt x="1445" y="2019"/>
                    <a:pt x="1490" y="2031"/>
                    <a:pt x="1534" y="2031"/>
                  </a:cubicBezTo>
                  <a:cubicBezTo>
                    <a:pt x="1556" y="2031"/>
                    <a:pt x="1589" y="2031"/>
                    <a:pt x="1611" y="2008"/>
                  </a:cubicBezTo>
                  <a:cubicBezTo>
                    <a:pt x="1667" y="1964"/>
                    <a:pt x="1678" y="1886"/>
                    <a:pt x="1645" y="1819"/>
                  </a:cubicBezTo>
                  <a:cubicBezTo>
                    <a:pt x="1211" y="1209"/>
                    <a:pt x="745" y="609"/>
                    <a:pt x="256" y="53"/>
                  </a:cubicBezTo>
                  <a:cubicBezTo>
                    <a:pt x="232" y="17"/>
                    <a:pt x="194" y="0"/>
                    <a:pt x="155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8727965" y="3869921"/>
              <a:ext cx="342544" cy="364917"/>
            </a:xfrm>
            <a:custGeom>
              <a:avLst/>
              <a:gdLst/>
              <a:ahLst/>
              <a:cxnLst/>
              <a:rect l="l" t="t" r="r" b="b"/>
              <a:pathLst>
                <a:path w="2511" h="2675" extrusionOk="0">
                  <a:moveTo>
                    <a:pt x="154" y="0"/>
                  </a:moveTo>
                  <a:cubicBezTo>
                    <a:pt x="120" y="0"/>
                    <a:pt x="84" y="14"/>
                    <a:pt x="56" y="41"/>
                  </a:cubicBezTo>
                  <a:cubicBezTo>
                    <a:pt x="0" y="86"/>
                    <a:pt x="0" y="175"/>
                    <a:pt x="56" y="231"/>
                  </a:cubicBezTo>
                  <a:lnTo>
                    <a:pt x="2266" y="2630"/>
                  </a:lnTo>
                  <a:cubicBezTo>
                    <a:pt x="2289" y="2663"/>
                    <a:pt x="2333" y="2675"/>
                    <a:pt x="2367" y="2675"/>
                  </a:cubicBezTo>
                  <a:cubicBezTo>
                    <a:pt x="2400" y="2675"/>
                    <a:pt x="2433" y="2663"/>
                    <a:pt x="2456" y="2641"/>
                  </a:cubicBezTo>
                  <a:cubicBezTo>
                    <a:pt x="2511" y="2586"/>
                    <a:pt x="2511" y="2508"/>
                    <a:pt x="2466" y="2453"/>
                  </a:cubicBezTo>
                  <a:lnTo>
                    <a:pt x="245" y="41"/>
                  </a:lnTo>
                  <a:cubicBezTo>
                    <a:pt x="222" y="14"/>
                    <a:pt x="189" y="0"/>
                    <a:pt x="154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7256414" y="1943133"/>
              <a:ext cx="1900569" cy="2744720"/>
            </a:xfrm>
            <a:custGeom>
              <a:avLst/>
              <a:gdLst/>
              <a:ahLst/>
              <a:cxnLst/>
              <a:rect l="l" t="t" r="r" b="b"/>
              <a:pathLst>
                <a:path w="13932" h="20120" extrusionOk="0">
                  <a:moveTo>
                    <a:pt x="7734" y="1"/>
                  </a:moveTo>
                  <a:cubicBezTo>
                    <a:pt x="7545" y="1"/>
                    <a:pt x="7357" y="33"/>
                    <a:pt x="7177" y="102"/>
                  </a:cubicBezTo>
                  <a:cubicBezTo>
                    <a:pt x="6410" y="390"/>
                    <a:pt x="5988" y="1213"/>
                    <a:pt x="5810" y="2012"/>
                  </a:cubicBezTo>
                  <a:cubicBezTo>
                    <a:pt x="5333" y="4190"/>
                    <a:pt x="6133" y="6411"/>
                    <a:pt x="6377" y="8623"/>
                  </a:cubicBezTo>
                  <a:cubicBezTo>
                    <a:pt x="6433" y="9144"/>
                    <a:pt x="6333" y="9845"/>
                    <a:pt x="5822" y="9933"/>
                  </a:cubicBezTo>
                  <a:cubicBezTo>
                    <a:pt x="5793" y="9938"/>
                    <a:pt x="5764" y="9940"/>
                    <a:pt x="5736" y="9940"/>
                  </a:cubicBezTo>
                  <a:cubicBezTo>
                    <a:pt x="5406" y="9940"/>
                    <a:pt x="5122" y="9659"/>
                    <a:pt x="4867" y="9445"/>
                  </a:cubicBezTo>
                  <a:cubicBezTo>
                    <a:pt x="4210" y="8883"/>
                    <a:pt x="3361" y="8564"/>
                    <a:pt x="2504" y="8564"/>
                  </a:cubicBezTo>
                  <a:cubicBezTo>
                    <a:pt x="2462" y="8564"/>
                    <a:pt x="2420" y="8565"/>
                    <a:pt x="2378" y="8567"/>
                  </a:cubicBezTo>
                  <a:cubicBezTo>
                    <a:pt x="2223" y="8578"/>
                    <a:pt x="2056" y="8589"/>
                    <a:pt x="1934" y="8678"/>
                  </a:cubicBezTo>
                  <a:cubicBezTo>
                    <a:pt x="1633" y="8867"/>
                    <a:pt x="1645" y="9311"/>
                    <a:pt x="1745" y="9645"/>
                  </a:cubicBezTo>
                  <a:cubicBezTo>
                    <a:pt x="2233" y="11188"/>
                    <a:pt x="3978" y="12144"/>
                    <a:pt x="4322" y="13733"/>
                  </a:cubicBezTo>
                  <a:cubicBezTo>
                    <a:pt x="4366" y="13943"/>
                    <a:pt x="4378" y="14188"/>
                    <a:pt x="4245" y="14355"/>
                  </a:cubicBezTo>
                  <a:cubicBezTo>
                    <a:pt x="4144" y="14476"/>
                    <a:pt x="3978" y="14532"/>
                    <a:pt x="3822" y="14555"/>
                  </a:cubicBezTo>
                  <a:cubicBezTo>
                    <a:pt x="3736" y="14568"/>
                    <a:pt x="3651" y="14574"/>
                    <a:pt x="3565" y="14574"/>
                  </a:cubicBezTo>
                  <a:cubicBezTo>
                    <a:pt x="3012" y="14574"/>
                    <a:pt x="2471" y="14322"/>
                    <a:pt x="1922" y="14188"/>
                  </a:cubicBezTo>
                  <a:cubicBezTo>
                    <a:pt x="1753" y="14149"/>
                    <a:pt x="1570" y="14127"/>
                    <a:pt x="1389" y="14127"/>
                  </a:cubicBezTo>
                  <a:cubicBezTo>
                    <a:pt x="894" y="14127"/>
                    <a:pt x="407" y="14290"/>
                    <a:pt x="212" y="14721"/>
                  </a:cubicBezTo>
                  <a:cubicBezTo>
                    <a:pt x="1" y="15165"/>
                    <a:pt x="201" y="15688"/>
                    <a:pt x="456" y="16110"/>
                  </a:cubicBezTo>
                  <a:cubicBezTo>
                    <a:pt x="1234" y="17387"/>
                    <a:pt x="2512" y="18309"/>
                    <a:pt x="3877" y="18920"/>
                  </a:cubicBezTo>
                  <a:cubicBezTo>
                    <a:pt x="5111" y="19465"/>
                    <a:pt x="6777" y="20109"/>
                    <a:pt x="8143" y="20120"/>
                  </a:cubicBezTo>
                  <a:cubicBezTo>
                    <a:pt x="8150" y="20120"/>
                    <a:pt x="8156" y="20120"/>
                    <a:pt x="8162" y="20120"/>
                  </a:cubicBezTo>
                  <a:cubicBezTo>
                    <a:pt x="9442" y="20120"/>
                    <a:pt x="10481" y="18972"/>
                    <a:pt x="11399" y="18209"/>
                  </a:cubicBezTo>
                  <a:cubicBezTo>
                    <a:pt x="12409" y="17376"/>
                    <a:pt x="13475" y="16288"/>
                    <a:pt x="13342" y="14987"/>
                  </a:cubicBezTo>
                  <a:cubicBezTo>
                    <a:pt x="13320" y="14799"/>
                    <a:pt x="13265" y="14599"/>
                    <a:pt x="13109" y="14476"/>
                  </a:cubicBezTo>
                  <a:cubicBezTo>
                    <a:pt x="13006" y="14395"/>
                    <a:pt x="12883" y="14372"/>
                    <a:pt x="12752" y="14372"/>
                  </a:cubicBezTo>
                  <a:cubicBezTo>
                    <a:pt x="12575" y="14372"/>
                    <a:pt x="12382" y="14414"/>
                    <a:pt x="12203" y="14414"/>
                  </a:cubicBezTo>
                  <a:cubicBezTo>
                    <a:pt x="12171" y="14414"/>
                    <a:pt x="12140" y="14413"/>
                    <a:pt x="12110" y="14410"/>
                  </a:cubicBezTo>
                  <a:cubicBezTo>
                    <a:pt x="11387" y="14343"/>
                    <a:pt x="11132" y="13343"/>
                    <a:pt x="11454" y="12688"/>
                  </a:cubicBezTo>
                  <a:cubicBezTo>
                    <a:pt x="11765" y="12044"/>
                    <a:pt x="12398" y="11622"/>
                    <a:pt x="12865" y="11077"/>
                  </a:cubicBezTo>
                  <a:cubicBezTo>
                    <a:pt x="13287" y="10600"/>
                    <a:pt x="13576" y="10033"/>
                    <a:pt x="13731" y="9422"/>
                  </a:cubicBezTo>
                  <a:cubicBezTo>
                    <a:pt x="13931" y="8623"/>
                    <a:pt x="13665" y="7534"/>
                    <a:pt x="12843" y="7445"/>
                  </a:cubicBezTo>
                  <a:cubicBezTo>
                    <a:pt x="12808" y="7441"/>
                    <a:pt x="12774" y="7439"/>
                    <a:pt x="12740" y="7439"/>
                  </a:cubicBezTo>
                  <a:cubicBezTo>
                    <a:pt x="12199" y="7439"/>
                    <a:pt x="11761" y="7924"/>
                    <a:pt x="11343" y="8300"/>
                  </a:cubicBezTo>
                  <a:cubicBezTo>
                    <a:pt x="11054" y="8567"/>
                    <a:pt x="10637" y="8794"/>
                    <a:pt x="10262" y="8794"/>
                  </a:cubicBezTo>
                  <a:cubicBezTo>
                    <a:pt x="10075" y="8794"/>
                    <a:pt x="9899" y="8737"/>
                    <a:pt x="9754" y="8600"/>
                  </a:cubicBezTo>
                  <a:cubicBezTo>
                    <a:pt x="9387" y="8245"/>
                    <a:pt x="9543" y="7633"/>
                    <a:pt x="9688" y="7145"/>
                  </a:cubicBezTo>
                  <a:cubicBezTo>
                    <a:pt x="10054" y="5945"/>
                    <a:pt x="10210" y="4678"/>
                    <a:pt x="10165" y="3424"/>
                  </a:cubicBezTo>
                  <a:cubicBezTo>
                    <a:pt x="10132" y="2557"/>
                    <a:pt x="9977" y="1646"/>
                    <a:pt x="9466" y="935"/>
                  </a:cubicBezTo>
                  <a:cubicBezTo>
                    <a:pt x="9068" y="391"/>
                    <a:pt x="8395" y="1"/>
                    <a:pt x="7734" y="1"/>
                  </a:cubicBez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8305203" y="2676797"/>
              <a:ext cx="24282" cy="2068635"/>
            </a:xfrm>
            <a:custGeom>
              <a:avLst/>
              <a:gdLst/>
              <a:ahLst/>
              <a:cxnLst/>
              <a:rect l="l" t="t" r="r" b="b"/>
              <a:pathLst>
                <a:path w="178" h="15164" extrusionOk="0">
                  <a:moveTo>
                    <a:pt x="89" y="1"/>
                  </a:moveTo>
                  <a:cubicBezTo>
                    <a:pt x="45" y="1"/>
                    <a:pt x="0" y="45"/>
                    <a:pt x="0" y="90"/>
                  </a:cubicBezTo>
                  <a:lnTo>
                    <a:pt x="0" y="15075"/>
                  </a:lnTo>
                  <a:cubicBezTo>
                    <a:pt x="0" y="15131"/>
                    <a:pt x="45" y="15164"/>
                    <a:pt x="89" y="15164"/>
                  </a:cubicBezTo>
                  <a:cubicBezTo>
                    <a:pt x="144" y="15164"/>
                    <a:pt x="178" y="15131"/>
                    <a:pt x="178" y="15075"/>
                  </a:cubicBezTo>
                  <a:lnTo>
                    <a:pt x="178" y="90"/>
                  </a:lnTo>
                  <a:cubicBezTo>
                    <a:pt x="178" y="45"/>
                    <a:pt x="144" y="1"/>
                    <a:pt x="89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8574903" y="3305417"/>
              <a:ext cx="281975" cy="268742"/>
            </a:xfrm>
            <a:custGeom>
              <a:avLst/>
              <a:gdLst/>
              <a:ahLst/>
              <a:cxnLst/>
              <a:rect l="l" t="t" r="r" b="b"/>
              <a:pathLst>
                <a:path w="2067" h="1970" extrusionOk="0">
                  <a:moveTo>
                    <a:pt x="1972" y="0"/>
                  </a:moveTo>
                  <a:cubicBezTo>
                    <a:pt x="1950" y="0"/>
                    <a:pt x="1928" y="8"/>
                    <a:pt x="1911" y="25"/>
                  </a:cubicBezTo>
                  <a:lnTo>
                    <a:pt x="45" y="1824"/>
                  </a:lnTo>
                  <a:cubicBezTo>
                    <a:pt x="1" y="1858"/>
                    <a:pt x="1" y="1913"/>
                    <a:pt x="33" y="1947"/>
                  </a:cubicBezTo>
                  <a:cubicBezTo>
                    <a:pt x="56" y="1969"/>
                    <a:pt x="78" y="1969"/>
                    <a:pt x="100" y="1969"/>
                  </a:cubicBezTo>
                  <a:cubicBezTo>
                    <a:pt x="122" y="1969"/>
                    <a:pt x="145" y="1969"/>
                    <a:pt x="167" y="1947"/>
                  </a:cubicBezTo>
                  <a:lnTo>
                    <a:pt x="2033" y="147"/>
                  </a:lnTo>
                  <a:cubicBezTo>
                    <a:pt x="2067" y="114"/>
                    <a:pt x="2067" y="59"/>
                    <a:pt x="2033" y="25"/>
                  </a:cubicBezTo>
                  <a:cubicBezTo>
                    <a:pt x="2017" y="8"/>
                    <a:pt x="1994" y="0"/>
                    <a:pt x="1972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8329349" y="3650831"/>
              <a:ext cx="153197" cy="159745"/>
            </a:xfrm>
            <a:custGeom>
              <a:avLst/>
              <a:gdLst/>
              <a:ahLst/>
              <a:cxnLst/>
              <a:rect l="l" t="t" r="r" b="b"/>
              <a:pathLst>
                <a:path w="1123" h="1171" extrusionOk="0">
                  <a:moveTo>
                    <a:pt x="1019" y="1"/>
                  </a:moveTo>
                  <a:cubicBezTo>
                    <a:pt x="995" y="1"/>
                    <a:pt x="973" y="9"/>
                    <a:pt x="956" y="26"/>
                  </a:cubicBezTo>
                  <a:lnTo>
                    <a:pt x="34" y="1015"/>
                  </a:lnTo>
                  <a:cubicBezTo>
                    <a:pt x="1" y="1059"/>
                    <a:pt x="1" y="1114"/>
                    <a:pt x="45" y="1148"/>
                  </a:cubicBezTo>
                  <a:cubicBezTo>
                    <a:pt x="56" y="1159"/>
                    <a:pt x="78" y="1170"/>
                    <a:pt x="101" y="1170"/>
                  </a:cubicBezTo>
                  <a:cubicBezTo>
                    <a:pt x="123" y="1170"/>
                    <a:pt x="145" y="1159"/>
                    <a:pt x="167" y="1136"/>
                  </a:cubicBezTo>
                  <a:lnTo>
                    <a:pt x="1090" y="148"/>
                  </a:lnTo>
                  <a:cubicBezTo>
                    <a:pt x="1123" y="114"/>
                    <a:pt x="1123" y="59"/>
                    <a:pt x="1090" y="26"/>
                  </a:cubicBezTo>
                  <a:cubicBezTo>
                    <a:pt x="1067" y="9"/>
                    <a:pt x="1042" y="1"/>
                    <a:pt x="1019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8329349" y="4015208"/>
              <a:ext cx="485101" cy="431761"/>
            </a:xfrm>
            <a:custGeom>
              <a:avLst/>
              <a:gdLst/>
              <a:ahLst/>
              <a:cxnLst/>
              <a:rect l="l" t="t" r="r" b="b"/>
              <a:pathLst>
                <a:path w="3556" h="3165" extrusionOk="0">
                  <a:moveTo>
                    <a:pt x="3448" y="1"/>
                  </a:moveTo>
                  <a:cubicBezTo>
                    <a:pt x="3428" y="1"/>
                    <a:pt x="3407" y="7"/>
                    <a:pt x="3389" y="21"/>
                  </a:cubicBezTo>
                  <a:cubicBezTo>
                    <a:pt x="2267" y="998"/>
                    <a:pt x="1134" y="2010"/>
                    <a:pt x="45" y="3009"/>
                  </a:cubicBezTo>
                  <a:cubicBezTo>
                    <a:pt x="1" y="3042"/>
                    <a:pt x="1" y="3109"/>
                    <a:pt x="34" y="3143"/>
                  </a:cubicBezTo>
                  <a:cubicBezTo>
                    <a:pt x="56" y="3165"/>
                    <a:pt x="78" y="3165"/>
                    <a:pt x="101" y="3165"/>
                  </a:cubicBezTo>
                  <a:cubicBezTo>
                    <a:pt x="123" y="3165"/>
                    <a:pt x="145" y="3165"/>
                    <a:pt x="167" y="3143"/>
                  </a:cubicBezTo>
                  <a:cubicBezTo>
                    <a:pt x="1256" y="2143"/>
                    <a:pt x="2389" y="1132"/>
                    <a:pt x="3511" y="166"/>
                  </a:cubicBezTo>
                  <a:cubicBezTo>
                    <a:pt x="3544" y="132"/>
                    <a:pt x="3556" y="77"/>
                    <a:pt x="3522" y="32"/>
                  </a:cubicBezTo>
                  <a:cubicBezTo>
                    <a:pt x="3503" y="13"/>
                    <a:pt x="3476" y="1"/>
                    <a:pt x="3448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7852019" y="3526553"/>
              <a:ext cx="466821" cy="596144"/>
            </a:xfrm>
            <a:custGeom>
              <a:avLst/>
              <a:gdLst/>
              <a:ahLst/>
              <a:cxnLst/>
              <a:rect l="l" t="t" r="r" b="b"/>
              <a:pathLst>
                <a:path w="3422" h="4370" extrusionOk="0">
                  <a:moveTo>
                    <a:pt x="103" y="0"/>
                  </a:moveTo>
                  <a:cubicBezTo>
                    <a:pt x="83" y="0"/>
                    <a:pt x="63" y="6"/>
                    <a:pt x="45" y="15"/>
                  </a:cubicBezTo>
                  <a:cubicBezTo>
                    <a:pt x="12" y="48"/>
                    <a:pt x="0" y="104"/>
                    <a:pt x="34" y="148"/>
                  </a:cubicBezTo>
                  <a:cubicBezTo>
                    <a:pt x="1111" y="1526"/>
                    <a:pt x="2200" y="2925"/>
                    <a:pt x="3244" y="4336"/>
                  </a:cubicBezTo>
                  <a:cubicBezTo>
                    <a:pt x="3266" y="4358"/>
                    <a:pt x="3288" y="4370"/>
                    <a:pt x="3311" y="4370"/>
                  </a:cubicBezTo>
                  <a:cubicBezTo>
                    <a:pt x="3333" y="4370"/>
                    <a:pt x="3355" y="4358"/>
                    <a:pt x="3367" y="4347"/>
                  </a:cubicBezTo>
                  <a:cubicBezTo>
                    <a:pt x="3411" y="4325"/>
                    <a:pt x="3422" y="4269"/>
                    <a:pt x="3389" y="4225"/>
                  </a:cubicBezTo>
                  <a:cubicBezTo>
                    <a:pt x="2333" y="2825"/>
                    <a:pt x="1256" y="1415"/>
                    <a:pt x="167" y="37"/>
                  </a:cubicBezTo>
                  <a:cubicBezTo>
                    <a:pt x="154" y="11"/>
                    <a:pt x="130" y="0"/>
                    <a:pt x="103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7835376" y="1350800"/>
              <a:ext cx="1570165" cy="2824252"/>
            </a:xfrm>
            <a:custGeom>
              <a:avLst/>
              <a:gdLst/>
              <a:ahLst/>
              <a:cxnLst/>
              <a:rect l="l" t="t" r="r" b="b"/>
              <a:pathLst>
                <a:path w="11510" h="20703" extrusionOk="0">
                  <a:moveTo>
                    <a:pt x="6288" y="0"/>
                  </a:moveTo>
                  <a:cubicBezTo>
                    <a:pt x="1733" y="4199"/>
                    <a:pt x="1" y="11042"/>
                    <a:pt x="2055" y="16808"/>
                  </a:cubicBezTo>
                  <a:cubicBezTo>
                    <a:pt x="2411" y="17808"/>
                    <a:pt x="2889" y="18796"/>
                    <a:pt x="3655" y="19563"/>
                  </a:cubicBezTo>
                  <a:cubicBezTo>
                    <a:pt x="4467" y="20362"/>
                    <a:pt x="5285" y="20703"/>
                    <a:pt x="6060" y="20703"/>
                  </a:cubicBezTo>
                  <a:cubicBezTo>
                    <a:pt x="7299" y="20703"/>
                    <a:pt x="8425" y="19832"/>
                    <a:pt x="9231" y="18574"/>
                  </a:cubicBezTo>
                  <a:cubicBezTo>
                    <a:pt x="10898" y="15975"/>
                    <a:pt x="11509" y="13009"/>
                    <a:pt x="11009" y="9976"/>
                  </a:cubicBezTo>
                  <a:cubicBezTo>
                    <a:pt x="10398" y="6332"/>
                    <a:pt x="8454" y="3033"/>
                    <a:pt x="6288" y="0"/>
                  </a:cubicBezTo>
                  <a:close/>
                </a:path>
              </a:pathLst>
            </a:custGeom>
            <a:solidFill>
              <a:srgbClr val="A2B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8668896" y="1702353"/>
              <a:ext cx="48565" cy="3058208"/>
            </a:xfrm>
            <a:custGeom>
              <a:avLst/>
              <a:gdLst/>
              <a:ahLst/>
              <a:cxnLst/>
              <a:rect l="l" t="t" r="r" b="b"/>
              <a:pathLst>
                <a:path w="356" h="22418" extrusionOk="0">
                  <a:moveTo>
                    <a:pt x="178" y="0"/>
                  </a:moveTo>
                  <a:cubicBezTo>
                    <a:pt x="78" y="0"/>
                    <a:pt x="0" y="79"/>
                    <a:pt x="0" y="178"/>
                  </a:cubicBezTo>
                  <a:lnTo>
                    <a:pt x="0" y="22240"/>
                  </a:lnTo>
                  <a:cubicBezTo>
                    <a:pt x="0" y="22341"/>
                    <a:pt x="78" y="22418"/>
                    <a:pt x="178" y="22418"/>
                  </a:cubicBezTo>
                  <a:cubicBezTo>
                    <a:pt x="278" y="22418"/>
                    <a:pt x="356" y="22341"/>
                    <a:pt x="356" y="22240"/>
                  </a:cubicBezTo>
                  <a:lnTo>
                    <a:pt x="356" y="178"/>
                  </a:lnTo>
                  <a:cubicBezTo>
                    <a:pt x="356" y="79"/>
                    <a:pt x="278" y="0"/>
                    <a:pt x="178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8662757" y="2060317"/>
              <a:ext cx="369964" cy="619745"/>
            </a:xfrm>
            <a:custGeom>
              <a:avLst/>
              <a:gdLst/>
              <a:ahLst/>
              <a:cxnLst/>
              <a:rect l="l" t="t" r="r" b="b"/>
              <a:pathLst>
                <a:path w="2712" h="4543" extrusionOk="0">
                  <a:moveTo>
                    <a:pt x="2518" y="1"/>
                  </a:moveTo>
                  <a:cubicBezTo>
                    <a:pt x="2451" y="1"/>
                    <a:pt x="2387" y="36"/>
                    <a:pt x="2356" y="98"/>
                  </a:cubicBezTo>
                  <a:cubicBezTo>
                    <a:pt x="1611" y="1487"/>
                    <a:pt x="834" y="2898"/>
                    <a:pt x="56" y="4275"/>
                  </a:cubicBezTo>
                  <a:cubicBezTo>
                    <a:pt x="1" y="4364"/>
                    <a:pt x="34" y="4475"/>
                    <a:pt x="123" y="4520"/>
                  </a:cubicBezTo>
                  <a:cubicBezTo>
                    <a:pt x="145" y="4530"/>
                    <a:pt x="179" y="4542"/>
                    <a:pt x="212" y="4542"/>
                  </a:cubicBezTo>
                  <a:cubicBezTo>
                    <a:pt x="268" y="4542"/>
                    <a:pt x="334" y="4508"/>
                    <a:pt x="367" y="4453"/>
                  </a:cubicBezTo>
                  <a:cubicBezTo>
                    <a:pt x="1145" y="3064"/>
                    <a:pt x="1922" y="1664"/>
                    <a:pt x="2667" y="265"/>
                  </a:cubicBezTo>
                  <a:cubicBezTo>
                    <a:pt x="2711" y="176"/>
                    <a:pt x="2678" y="65"/>
                    <a:pt x="2600" y="20"/>
                  </a:cubicBezTo>
                  <a:cubicBezTo>
                    <a:pt x="2574" y="7"/>
                    <a:pt x="2546" y="1"/>
                    <a:pt x="2518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8162781" y="2489220"/>
              <a:ext cx="539531" cy="651530"/>
            </a:xfrm>
            <a:custGeom>
              <a:avLst/>
              <a:gdLst/>
              <a:ahLst/>
              <a:cxnLst/>
              <a:rect l="l" t="t" r="r" b="b"/>
              <a:pathLst>
                <a:path w="3955" h="4776" extrusionOk="0">
                  <a:moveTo>
                    <a:pt x="205" y="1"/>
                  </a:moveTo>
                  <a:cubicBezTo>
                    <a:pt x="170" y="1"/>
                    <a:pt x="133" y="10"/>
                    <a:pt x="100" y="31"/>
                  </a:cubicBezTo>
                  <a:cubicBezTo>
                    <a:pt x="22" y="87"/>
                    <a:pt x="0" y="198"/>
                    <a:pt x="55" y="276"/>
                  </a:cubicBezTo>
                  <a:cubicBezTo>
                    <a:pt x="1133" y="1842"/>
                    <a:pt x="2333" y="3342"/>
                    <a:pt x="3632" y="4719"/>
                  </a:cubicBezTo>
                  <a:cubicBezTo>
                    <a:pt x="3666" y="4753"/>
                    <a:pt x="3710" y="4775"/>
                    <a:pt x="3765" y="4775"/>
                  </a:cubicBezTo>
                  <a:cubicBezTo>
                    <a:pt x="3810" y="4775"/>
                    <a:pt x="3854" y="4764"/>
                    <a:pt x="3888" y="4731"/>
                  </a:cubicBezTo>
                  <a:cubicBezTo>
                    <a:pt x="3955" y="4664"/>
                    <a:pt x="3955" y="4541"/>
                    <a:pt x="3888" y="4475"/>
                  </a:cubicBezTo>
                  <a:cubicBezTo>
                    <a:pt x="2599" y="3109"/>
                    <a:pt x="1410" y="1631"/>
                    <a:pt x="355" y="76"/>
                  </a:cubicBezTo>
                  <a:cubicBezTo>
                    <a:pt x="321" y="27"/>
                    <a:pt x="264" y="1"/>
                    <a:pt x="205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5"/>
          <p:cNvSpPr txBox="1">
            <a:spLocks noGrp="1"/>
          </p:cNvSpPr>
          <p:nvPr>
            <p:ph type="subTitle" idx="1"/>
          </p:nvPr>
        </p:nvSpPr>
        <p:spPr>
          <a:xfrm>
            <a:off x="1542709" y="3592950"/>
            <a:ext cx="25107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"/>
          <p:cNvSpPr txBox="1">
            <a:spLocks noGrp="1"/>
          </p:cNvSpPr>
          <p:nvPr>
            <p:ph type="subTitle" idx="2"/>
          </p:nvPr>
        </p:nvSpPr>
        <p:spPr>
          <a:xfrm>
            <a:off x="5071959" y="3592950"/>
            <a:ext cx="25107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5"/>
          <p:cNvSpPr txBox="1">
            <a:spLocks noGrp="1"/>
          </p:cNvSpPr>
          <p:nvPr>
            <p:ph type="subTitle" idx="3"/>
          </p:nvPr>
        </p:nvSpPr>
        <p:spPr>
          <a:xfrm>
            <a:off x="1732209" y="3060025"/>
            <a:ext cx="2131800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9pPr>
          </a:lstStyle>
          <a:p>
            <a:endParaRPr/>
          </a:p>
        </p:txBody>
      </p:sp>
      <p:sp>
        <p:nvSpPr>
          <p:cNvPr id="108" name="Google Shape;108;p5"/>
          <p:cNvSpPr txBox="1">
            <a:spLocks noGrp="1"/>
          </p:cNvSpPr>
          <p:nvPr>
            <p:ph type="subTitle" idx="4"/>
          </p:nvPr>
        </p:nvSpPr>
        <p:spPr>
          <a:xfrm>
            <a:off x="5261409" y="3060025"/>
            <a:ext cx="2131800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9pPr>
          </a:lstStyle>
          <a:p>
            <a:endParaRPr/>
          </a:p>
        </p:txBody>
      </p:sp>
      <p:grpSp>
        <p:nvGrpSpPr>
          <p:cNvPr id="109" name="Google Shape;109;p5"/>
          <p:cNvGrpSpPr/>
          <p:nvPr/>
        </p:nvGrpSpPr>
        <p:grpSpPr>
          <a:xfrm flipH="1">
            <a:off x="-145733" y="39252"/>
            <a:ext cx="9244604" cy="1474013"/>
            <a:chOff x="-145733" y="39252"/>
            <a:chExt cx="9244604" cy="1474013"/>
          </a:xfrm>
        </p:grpSpPr>
        <p:sp>
          <p:nvSpPr>
            <p:cNvPr id="110" name="Google Shape;110;p5"/>
            <p:cNvSpPr/>
            <p:nvPr/>
          </p:nvSpPr>
          <p:spPr>
            <a:xfrm flipH="1">
              <a:off x="7317033" y="808837"/>
              <a:ext cx="1781838" cy="704428"/>
            </a:xfrm>
            <a:custGeom>
              <a:avLst/>
              <a:gdLst/>
              <a:ahLst/>
              <a:cxnLst/>
              <a:rect l="l" t="t" r="r" b="b"/>
              <a:pathLst>
                <a:path w="12999" h="5139" extrusionOk="0">
                  <a:moveTo>
                    <a:pt x="3629" y="1"/>
                  </a:moveTo>
                  <a:cubicBezTo>
                    <a:pt x="3301" y="1"/>
                    <a:pt x="2966" y="139"/>
                    <a:pt x="2723" y="360"/>
                  </a:cubicBezTo>
                  <a:cubicBezTo>
                    <a:pt x="2356" y="704"/>
                    <a:pt x="2167" y="1204"/>
                    <a:pt x="2101" y="1703"/>
                  </a:cubicBezTo>
                  <a:cubicBezTo>
                    <a:pt x="1901" y="1360"/>
                    <a:pt x="1523" y="1137"/>
                    <a:pt x="1134" y="1137"/>
                  </a:cubicBezTo>
                  <a:cubicBezTo>
                    <a:pt x="745" y="1137"/>
                    <a:pt x="356" y="1370"/>
                    <a:pt x="179" y="1703"/>
                  </a:cubicBezTo>
                  <a:cubicBezTo>
                    <a:pt x="12" y="2004"/>
                    <a:pt x="1" y="2359"/>
                    <a:pt x="35" y="2693"/>
                  </a:cubicBezTo>
                  <a:cubicBezTo>
                    <a:pt x="101" y="3448"/>
                    <a:pt x="445" y="4270"/>
                    <a:pt x="1001" y="4814"/>
                  </a:cubicBezTo>
                  <a:cubicBezTo>
                    <a:pt x="1101" y="4914"/>
                    <a:pt x="1223" y="4981"/>
                    <a:pt x="1368" y="5025"/>
                  </a:cubicBezTo>
                  <a:cubicBezTo>
                    <a:pt x="1575" y="5093"/>
                    <a:pt x="1813" y="5113"/>
                    <a:pt x="2057" y="5113"/>
                  </a:cubicBezTo>
                  <a:cubicBezTo>
                    <a:pt x="2413" y="5113"/>
                    <a:pt x="2781" y="5070"/>
                    <a:pt x="3078" y="5070"/>
                  </a:cubicBezTo>
                  <a:lnTo>
                    <a:pt x="6056" y="5070"/>
                  </a:lnTo>
                  <a:cubicBezTo>
                    <a:pt x="7078" y="5070"/>
                    <a:pt x="8134" y="5139"/>
                    <a:pt x="9176" y="5139"/>
                  </a:cubicBezTo>
                  <a:cubicBezTo>
                    <a:pt x="9697" y="5139"/>
                    <a:pt x="10214" y="5122"/>
                    <a:pt x="10721" y="5070"/>
                  </a:cubicBezTo>
                  <a:cubicBezTo>
                    <a:pt x="11788" y="4969"/>
                    <a:pt x="12754" y="4236"/>
                    <a:pt x="12943" y="3148"/>
                  </a:cubicBezTo>
                  <a:cubicBezTo>
                    <a:pt x="12998" y="2870"/>
                    <a:pt x="12987" y="2559"/>
                    <a:pt x="12798" y="2348"/>
                  </a:cubicBezTo>
                  <a:cubicBezTo>
                    <a:pt x="12657" y="2196"/>
                    <a:pt x="12464" y="2141"/>
                    <a:pt x="12255" y="2141"/>
                  </a:cubicBezTo>
                  <a:cubicBezTo>
                    <a:pt x="12021" y="2141"/>
                    <a:pt x="11766" y="2210"/>
                    <a:pt x="11543" y="2293"/>
                  </a:cubicBezTo>
                  <a:cubicBezTo>
                    <a:pt x="11076" y="2483"/>
                    <a:pt x="10569" y="2768"/>
                    <a:pt x="10305" y="3178"/>
                  </a:cubicBezTo>
                  <a:lnTo>
                    <a:pt x="10305" y="3178"/>
                  </a:lnTo>
                  <a:cubicBezTo>
                    <a:pt x="10421" y="2825"/>
                    <a:pt x="10538" y="2475"/>
                    <a:pt x="10655" y="2126"/>
                  </a:cubicBezTo>
                  <a:cubicBezTo>
                    <a:pt x="10776" y="1748"/>
                    <a:pt x="10899" y="1370"/>
                    <a:pt x="10865" y="970"/>
                  </a:cubicBezTo>
                  <a:cubicBezTo>
                    <a:pt x="10843" y="582"/>
                    <a:pt x="10632" y="170"/>
                    <a:pt x="10255" y="49"/>
                  </a:cubicBezTo>
                  <a:cubicBezTo>
                    <a:pt x="10166" y="16"/>
                    <a:pt x="10076" y="1"/>
                    <a:pt x="9986" y="1"/>
                  </a:cubicBezTo>
                  <a:cubicBezTo>
                    <a:pt x="9615" y="1"/>
                    <a:pt x="9249" y="253"/>
                    <a:pt x="8999" y="548"/>
                  </a:cubicBezTo>
                  <a:cubicBezTo>
                    <a:pt x="8377" y="1293"/>
                    <a:pt x="8199" y="2303"/>
                    <a:pt x="8055" y="3270"/>
                  </a:cubicBezTo>
                  <a:cubicBezTo>
                    <a:pt x="8066" y="3004"/>
                    <a:pt x="8077" y="2725"/>
                    <a:pt x="7999" y="2470"/>
                  </a:cubicBezTo>
                  <a:cubicBezTo>
                    <a:pt x="7910" y="2214"/>
                    <a:pt x="7700" y="1982"/>
                    <a:pt x="7433" y="1948"/>
                  </a:cubicBezTo>
                  <a:cubicBezTo>
                    <a:pt x="7419" y="1947"/>
                    <a:pt x="7405" y="1946"/>
                    <a:pt x="7391" y="1946"/>
                  </a:cubicBezTo>
                  <a:cubicBezTo>
                    <a:pt x="7128" y="1946"/>
                    <a:pt x="6881" y="2138"/>
                    <a:pt x="6755" y="2370"/>
                  </a:cubicBezTo>
                  <a:cubicBezTo>
                    <a:pt x="6633" y="2614"/>
                    <a:pt x="6599" y="2903"/>
                    <a:pt x="6577" y="3181"/>
                  </a:cubicBezTo>
                  <a:cubicBezTo>
                    <a:pt x="6478" y="2759"/>
                    <a:pt x="6567" y="2182"/>
                    <a:pt x="6189" y="1970"/>
                  </a:cubicBezTo>
                  <a:cubicBezTo>
                    <a:pt x="6116" y="1934"/>
                    <a:pt x="6036" y="1917"/>
                    <a:pt x="5956" y="1917"/>
                  </a:cubicBezTo>
                  <a:cubicBezTo>
                    <a:pt x="5769" y="1917"/>
                    <a:pt x="5577" y="2008"/>
                    <a:pt x="5444" y="2148"/>
                  </a:cubicBezTo>
                  <a:cubicBezTo>
                    <a:pt x="5266" y="2348"/>
                    <a:pt x="5177" y="2614"/>
                    <a:pt x="5100" y="2870"/>
                  </a:cubicBezTo>
                  <a:cubicBezTo>
                    <a:pt x="5044" y="2448"/>
                    <a:pt x="4989" y="2026"/>
                    <a:pt x="4911" y="1615"/>
                  </a:cubicBezTo>
                  <a:cubicBezTo>
                    <a:pt x="4811" y="1037"/>
                    <a:pt x="4634" y="382"/>
                    <a:pt x="4111" y="115"/>
                  </a:cubicBezTo>
                  <a:cubicBezTo>
                    <a:pt x="3961" y="37"/>
                    <a:pt x="3796" y="1"/>
                    <a:pt x="3629" y="1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5"/>
            <p:cNvSpPr/>
            <p:nvPr/>
          </p:nvSpPr>
          <p:spPr>
            <a:xfrm flipH="1">
              <a:off x="-145733" y="39252"/>
              <a:ext cx="2179081" cy="862202"/>
            </a:xfrm>
            <a:custGeom>
              <a:avLst/>
              <a:gdLst/>
              <a:ahLst/>
              <a:cxnLst/>
              <a:rect l="l" t="t" r="r" b="b"/>
              <a:pathLst>
                <a:path w="15897" h="6290" extrusionOk="0">
                  <a:moveTo>
                    <a:pt x="12229" y="0"/>
                  </a:moveTo>
                  <a:cubicBezTo>
                    <a:pt x="11775" y="0"/>
                    <a:pt x="11325" y="308"/>
                    <a:pt x="11020" y="667"/>
                  </a:cubicBezTo>
                  <a:cubicBezTo>
                    <a:pt x="10253" y="1578"/>
                    <a:pt x="10043" y="2822"/>
                    <a:pt x="9853" y="4000"/>
                  </a:cubicBezTo>
                  <a:cubicBezTo>
                    <a:pt x="9876" y="3666"/>
                    <a:pt x="9887" y="3333"/>
                    <a:pt x="9787" y="3022"/>
                  </a:cubicBezTo>
                  <a:cubicBezTo>
                    <a:pt x="9676" y="2711"/>
                    <a:pt x="9421" y="2422"/>
                    <a:pt x="9098" y="2389"/>
                  </a:cubicBezTo>
                  <a:cubicBezTo>
                    <a:pt x="9077" y="2387"/>
                    <a:pt x="9055" y="2386"/>
                    <a:pt x="9034" y="2386"/>
                  </a:cubicBezTo>
                  <a:cubicBezTo>
                    <a:pt x="8715" y="2386"/>
                    <a:pt x="8422" y="2619"/>
                    <a:pt x="8276" y="2900"/>
                  </a:cubicBezTo>
                  <a:cubicBezTo>
                    <a:pt x="8110" y="3200"/>
                    <a:pt x="8076" y="3555"/>
                    <a:pt x="8043" y="3900"/>
                  </a:cubicBezTo>
                  <a:cubicBezTo>
                    <a:pt x="7920" y="3367"/>
                    <a:pt x="8043" y="2678"/>
                    <a:pt x="7565" y="2422"/>
                  </a:cubicBezTo>
                  <a:cubicBezTo>
                    <a:pt x="7476" y="2371"/>
                    <a:pt x="7379" y="2348"/>
                    <a:pt x="7281" y="2348"/>
                  </a:cubicBezTo>
                  <a:cubicBezTo>
                    <a:pt x="7059" y="2348"/>
                    <a:pt x="6830" y="2464"/>
                    <a:pt x="6676" y="2634"/>
                  </a:cubicBezTo>
                  <a:cubicBezTo>
                    <a:pt x="6443" y="2878"/>
                    <a:pt x="6343" y="3200"/>
                    <a:pt x="6243" y="3522"/>
                  </a:cubicBezTo>
                  <a:cubicBezTo>
                    <a:pt x="6177" y="3000"/>
                    <a:pt x="6110" y="2489"/>
                    <a:pt x="6021" y="1978"/>
                  </a:cubicBezTo>
                  <a:cubicBezTo>
                    <a:pt x="5899" y="1267"/>
                    <a:pt x="5676" y="479"/>
                    <a:pt x="5044" y="145"/>
                  </a:cubicBezTo>
                  <a:cubicBezTo>
                    <a:pt x="4856" y="48"/>
                    <a:pt x="4651" y="3"/>
                    <a:pt x="4446" y="3"/>
                  </a:cubicBezTo>
                  <a:cubicBezTo>
                    <a:pt x="4043" y="3"/>
                    <a:pt x="3634" y="173"/>
                    <a:pt x="3333" y="445"/>
                  </a:cubicBezTo>
                  <a:cubicBezTo>
                    <a:pt x="2889" y="867"/>
                    <a:pt x="2655" y="1478"/>
                    <a:pt x="2566" y="2078"/>
                  </a:cubicBezTo>
                  <a:cubicBezTo>
                    <a:pt x="2333" y="1667"/>
                    <a:pt x="1867" y="1390"/>
                    <a:pt x="1388" y="1390"/>
                  </a:cubicBezTo>
                  <a:cubicBezTo>
                    <a:pt x="911" y="1390"/>
                    <a:pt x="445" y="1678"/>
                    <a:pt x="222" y="2089"/>
                  </a:cubicBezTo>
                  <a:cubicBezTo>
                    <a:pt x="23" y="2456"/>
                    <a:pt x="0" y="2889"/>
                    <a:pt x="45" y="3289"/>
                  </a:cubicBezTo>
                  <a:cubicBezTo>
                    <a:pt x="134" y="4222"/>
                    <a:pt x="544" y="5233"/>
                    <a:pt x="1222" y="5888"/>
                  </a:cubicBezTo>
                  <a:cubicBezTo>
                    <a:pt x="1356" y="6011"/>
                    <a:pt x="1511" y="6088"/>
                    <a:pt x="1677" y="6144"/>
                  </a:cubicBezTo>
                  <a:cubicBezTo>
                    <a:pt x="1944" y="6230"/>
                    <a:pt x="2255" y="6254"/>
                    <a:pt x="2572" y="6254"/>
                  </a:cubicBezTo>
                  <a:cubicBezTo>
                    <a:pt x="2993" y="6254"/>
                    <a:pt x="3423" y="6211"/>
                    <a:pt x="3766" y="6211"/>
                  </a:cubicBezTo>
                  <a:lnTo>
                    <a:pt x="7421" y="6211"/>
                  </a:lnTo>
                  <a:cubicBezTo>
                    <a:pt x="8665" y="6211"/>
                    <a:pt x="9954" y="6290"/>
                    <a:pt x="11227" y="6290"/>
                  </a:cubicBezTo>
                  <a:cubicBezTo>
                    <a:pt x="11864" y="6290"/>
                    <a:pt x="12497" y="6270"/>
                    <a:pt x="13119" y="6211"/>
                  </a:cubicBezTo>
                  <a:cubicBezTo>
                    <a:pt x="14420" y="6088"/>
                    <a:pt x="15608" y="5177"/>
                    <a:pt x="15841" y="3844"/>
                  </a:cubicBezTo>
                  <a:cubicBezTo>
                    <a:pt x="15897" y="3511"/>
                    <a:pt x="15886" y="3133"/>
                    <a:pt x="15652" y="2878"/>
                  </a:cubicBezTo>
                  <a:cubicBezTo>
                    <a:pt x="15484" y="2689"/>
                    <a:pt x="15247" y="2619"/>
                    <a:pt x="14990" y="2619"/>
                  </a:cubicBezTo>
                  <a:cubicBezTo>
                    <a:pt x="14704" y="2619"/>
                    <a:pt x="14394" y="2706"/>
                    <a:pt x="14131" y="2811"/>
                  </a:cubicBezTo>
                  <a:cubicBezTo>
                    <a:pt x="13552" y="3041"/>
                    <a:pt x="12928" y="3395"/>
                    <a:pt x="12606" y="3894"/>
                  </a:cubicBezTo>
                  <a:lnTo>
                    <a:pt x="12606" y="3894"/>
                  </a:lnTo>
                  <a:cubicBezTo>
                    <a:pt x="12748" y="3463"/>
                    <a:pt x="12892" y="3032"/>
                    <a:pt x="13030" y="2600"/>
                  </a:cubicBezTo>
                  <a:cubicBezTo>
                    <a:pt x="13186" y="2145"/>
                    <a:pt x="13331" y="1678"/>
                    <a:pt x="13297" y="1190"/>
                  </a:cubicBezTo>
                  <a:cubicBezTo>
                    <a:pt x="13264" y="711"/>
                    <a:pt x="13008" y="212"/>
                    <a:pt x="12553" y="56"/>
                  </a:cubicBezTo>
                  <a:cubicBezTo>
                    <a:pt x="12446" y="18"/>
                    <a:pt x="12338" y="0"/>
                    <a:pt x="12229" y="0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6"/>
          <p:cNvGrpSpPr/>
          <p:nvPr/>
        </p:nvGrpSpPr>
        <p:grpSpPr>
          <a:xfrm flipH="1">
            <a:off x="-145733" y="39252"/>
            <a:ext cx="9244604" cy="1474013"/>
            <a:chOff x="-145733" y="39252"/>
            <a:chExt cx="9244604" cy="1474013"/>
          </a:xfrm>
        </p:grpSpPr>
        <p:sp>
          <p:nvSpPr>
            <p:cNvPr id="114" name="Google Shape;114;p6"/>
            <p:cNvSpPr/>
            <p:nvPr/>
          </p:nvSpPr>
          <p:spPr>
            <a:xfrm flipH="1">
              <a:off x="7317033" y="808837"/>
              <a:ext cx="1781838" cy="704428"/>
            </a:xfrm>
            <a:custGeom>
              <a:avLst/>
              <a:gdLst/>
              <a:ahLst/>
              <a:cxnLst/>
              <a:rect l="l" t="t" r="r" b="b"/>
              <a:pathLst>
                <a:path w="12999" h="5139" extrusionOk="0">
                  <a:moveTo>
                    <a:pt x="3629" y="1"/>
                  </a:moveTo>
                  <a:cubicBezTo>
                    <a:pt x="3301" y="1"/>
                    <a:pt x="2966" y="139"/>
                    <a:pt x="2723" y="360"/>
                  </a:cubicBezTo>
                  <a:cubicBezTo>
                    <a:pt x="2356" y="704"/>
                    <a:pt x="2167" y="1204"/>
                    <a:pt x="2101" y="1703"/>
                  </a:cubicBezTo>
                  <a:cubicBezTo>
                    <a:pt x="1901" y="1360"/>
                    <a:pt x="1523" y="1137"/>
                    <a:pt x="1134" y="1137"/>
                  </a:cubicBezTo>
                  <a:cubicBezTo>
                    <a:pt x="745" y="1137"/>
                    <a:pt x="356" y="1370"/>
                    <a:pt x="179" y="1703"/>
                  </a:cubicBezTo>
                  <a:cubicBezTo>
                    <a:pt x="12" y="2004"/>
                    <a:pt x="1" y="2359"/>
                    <a:pt x="35" y="2693"/>
                  </a:cubicBezTo>
                  <a:cubicBezTo>
                    <a:pt x="101" y="3448"/>
                    <a:pt x="445" y="4270"/>
                    <a:pt x="1001" y="4814"/>
                  </a:cubicBezTo>
                  <a:cubicBezTo>
                    <a:pt x="1101" y="4914"/>
                    <a:pt x="1223" y="4981"/>
                    <a:pt x="1368" y="5025"/>
                  </a:cubicBezTo>
                  <a:cubicBezTo>
                    <a:pt x="1575" y="5093"/>
                    <a:pt x="1813" y="5113"/>
                    <a:pt x="2057" y="5113"/>
                  </a:cubicBezTo>
                  <a:cubicBezTo>
                    <a:pt x="2413" y="5113"/>
                    <a:pt x="2781" y="5070"/>
                    <a:pt x="3078" y="5070"/>
                  </a:cubicBezTo>
                  <a:lnTo>
                    <a:pt x="6056" y="5070"/>
                  </a:lnTo>
                  <a:cubicBezTo>
                    <a:pt x="7078" y="5070"/>
                    <a:pt x="8134" y="5139"/>
                    <a:pt x="9176" y="5139"/>
                  </a:cubicBezTo>
                  <a:cubicBezTo>
                    <a:pt x="9697" y="5139"/>
                    <a:pt x="10214" y="5122"/>
                    <a:pt x="10721" y="5070"/>
                  </a:cubicBezTo>
                  <a:cubicBezTo>
                    <a:pt x="11788" y="4969"/>
                    <a:pt x="12754" y="4236"/>
                    <a:pt x="12943" y="3148"/>
                  </a:cubicBezTo>
                  <a:cubicBezTo>
                    <a:pt x="12998" y="2870"/>
                    <a:pt x="12987" y="2559"/>
                    <a:pt x="12798" y="2348"/>
                  </a:cubicBezTo>
                  <a:cubicBezTo>
                    <a:pt x="12657" y="2196"/>
                    <a:pt x="12464" y="2141"/>
                    <a:pt x="12255" y="2141"/>
                  </a:cubicBezTo>
                  <a:cubicBezTo>
                    <a:pt x="12021" y="2141"/>
                    <a:pt x="11766" y="2210"/>
                    <a:pt x="11543" y="2293"/>
                  </a:cubicBezTo>
                  <a:cubicBezTo>
                    <a:pt x="11076" y="2483"/>
                    <a:pt x="10569" y="2768"/>
                    <a:pt x="10305" y="3178"/>
                  </a:cubicBezTo>
                  <a:lnTo>
                    <a:pt x="10305" y="3178"/>
                  </a:lnTo>
                  <a:cubicBezTo>
                    <a:pt x="10421" y="2825"/>
                    <a:pt x="10538" y="2475"/>
                    <a:pt x="10655" y="2126"/>
                  </a:cubicBezTo>
                  <a:cubicBezTo>
                    <a:pt x="10776" y="1748"/>
                    <a:pt x="10899" y="1370"/>
                    <a:pt x="10865" y="970"/>
                  </a:cubicBezTo>
                  <a:cubicBezTo>
                    <a:pt x="10843" y="582"/>
                    <a:pt x="10632" y="170"/>
                    <a:pt x="10255" y="49"/>
                  </a:cubicBezTo>
                  <a:cubicBezTo>
                    <a:pt x="10166" y="16"/>
                    <a:pt x="10076" y="1"/>
                    <a:pt x="9986" y="1"/>
                  </a:cubicBezTo>
                  <a:cubicBezTo>
                    <a:pt x="9615" y="1"/>
                    <a:pt x="9249" y="253"/>
                    <a:pt x="8999" y="548"/>
                  </a:cubicBezTo>
                  <a:cubicBezTo>
                    <a:pt x="8377" y="1293"/>
                    <a:pt x="8199" y="2303"/>
                    <a:pt x="8055" y="3270"/>
                  </a:cubicBezTo>
                  <a:cubicBezTo>
                    <a:pt x="8066" y="3004"/>
                    <a:pt x="8077" y="2725"/>
                    <a:pt x="7999" y="2470"/>
                  </a:cubicBezTo>
                  <a:cubicBezTo>
                    <a:pt x="7910" y="2214"/>
                    <a:pt x="7700" y="1982"/>
                    <a:pt x="7433" y="1948"/>
                  </a:cubicBezTo>
                  <a:cubicBezTo>
                    <a:pt x="7419" y="1947"/>
                    <a:pt x="7405" y="1946"/>
                    <a:pt x="7391" y="1946"/>
                  </a:cubicBezTo>
                  <a:cubicBezTo>
                    <a:pt x="7128" y="1946"/>
                    <a:pt x="6881" y="2138"/>
                    <a:pt x="6755" y="2370"/>
                  </a:cubicBezTo>
                  <a:cubicBezTo>
                    <a:pt x="6633" y="2614"/>
                    <a:pt x="6599" y="2903"/>
                    <a:pt x="6577" y="3181"/>
                  </a:cubicBezTo>
                  <a:cubicBezTo>
                    <a:pt x="6478" y="2759"/>
                    <a:pt x="6567" y="2182"/>
                    <a:pt x="6189" y="1970"/>
                  </a:cubicBezTo>
                  <a:cubicBezTo>
                    <a:pt x="6116" y="1934"/>
                    <a:pt x="6036" y="1917"/>
                    <a:pt x="5956" y="1917"/>
                  </a:cubicBezTo>
                  <a:cubicBezTo>
                    <a:pt x="5769" y="1917"/>
                    <a:pt x="5577" y="2008"/>
                    <a:pt x="5444" y="2148"/>
                  </a:cubicBezTo>
                  <a:cubicBezTo>
                    <a:pt x="5266" y="2348"/>
                    <a:pt x="5177" y="2614"/>
                    <a:pt x="5100" y="2870"/>
                  </a:cubicBezTo>
                  <a:cubicBezTo>
                    <a:pt x="5044" y="2448"/>
                    <a:pt x="4989" y="2026"/>
                    <a:pt x="4911" y="1615"/>
                  </a:cubicBezTo>
                  <a:cubicBezTo>
                    <a:pt x="4811" y="1037"/>
                    <a:pt x="4634" y="382"/>
                    <a:pt x="4111" y="115"/>
                  </a:cubicBezTo>
                  <a:cubicBezTo>
                    <a:pt x="3961" y="37"/>
                    <a:pt x="3796" y="1"/>
                    <a:pt x="3629" y="1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6"/>
            <p:cNvSpPr/>
            <p:nvPr/>
          </p:nvSpPr>
          <p:spPr>
            <a:xfrm flipH="1">
              <a:off x="-145733" y="39252"/>
              <a:ext cx="2179081" cy="862202"/>
            </a:xfrm>
            <a:custGeom>
              <a:avLst/>
              <a:gdLst/>
              <a:ahLst/>
              <a:cxnLst/>
              <a:rect l="l" t="t" r="r" b="b"/>
              <a:pathLst>
                <a:path w="15897" h="6290" extrusionOk="0">
                  <a:moveTo>
                    <a:pt x="12229" y="0"/>
                  </a:moveTo>
                  <a:cubicBezTo>
                    <a:pt x="11775" y="0"/>
                    <a:pt x="11325" y="308"/>
                    <a:pt x="11020" y="667"/>
                  </a:cubicBezTo>
                  <a:cubicBezTo>
                    <a:pt x="10253" y="1578"/>
                    <a:pt x="10043" y="2822"/>
                    <a:pt x="9853" y="4000"/>
                  </a:cubicBezTo>
                  <a:cubicBezTo>
                    <a:pt x="9876" y="3666"/>
                    <a:pt x="9887" y="3333"/>
                    <a:pt x="9787" y="3022"/>
                  </a:cubicBezTo>
                  <a:cubicBezTo>
                    <a:pt x="9676" y="2711"/>
                    <a:pt x="9421" y="2422"/>
                    <a:pt x="9098" y="2389"/>
                  </a:cubicBezTo>
                  <a:cubicBezTo>
                    <a:pt x="9077" y="2387"/>
                    <a:pt x="9055" y="2386"/>
                    <a:pt x="9034" y="2386"/>
                  </a:cubicBezTo>
                  <a:cubicBezTo>
                    <a:pt x="8715" y="2386"/>
                    <a:pt x="8422" y="2619"/>
                    <a:pt x="8276" y="2900"/>
                  </a:cubicBezTo>
                  <a:cubicBezTo>
                    <a:pt x="8110" y="3200"/>
                    <a:pt x="8076" y="3555"/>
                    <a:pt x="8043" y="3900"/>
                  </a:cubicBezTo>
                  <a:cubicBezTo>
                    <a:pt x="7920" y="3367"/>
                    <a:pt x="8043" y="2678"/>
                    <a:pt x="7565" y="2422"/>
                  </a:cubicBezTo>
                  <a:cubicBezTo>
                    <a:pt x="7476" y="2371"/>
                    <a:pt x="7379" y="2348"/>
                    <a:pt x="7281" y="2348"/>
                  </a:cubicBezTo>
                  <a:cubicBezTo>
                    <a:pt x="7059" y="2348"/>
                    <a:pt x="6830" y="2464"/>
                    <a:pt x="6676" y="2634"/>
                  </a:cubicBezTo>
                  <a:cubicBezTo>
                    <a:pt x="6443" y="2878"/>
                    <a:pt x="6343" y="3200"/>
                    <a:pt x="6243" y="3522"/>
                  </a:cubicBezTo>
                  <a:cubicBezTo>
                    <a:pt x="6177" y="3000"/>
                    <a:pt x="6110" y="2489"/>
                    <a:pt x="6021" y="1978"/>
                  </a:cubicBezTo>
                  <a:cubicBezTo>
                    <a:pt x="5899" y="1267"/>
                    <a:pt x="5676" y="479"/>
                    <a:pt x="5044" y="145"/>
                  </a:cubicBezTo>
                  <a:cubicBezTo>
                    <a:pt x="4856" y="48"/>
                    <a:pt x="4651" y="3"/>
                    <a:pt x="4446" y="3"/>
                  </a:cubicBezTo>
                  <a:cubicBezTo>
                    <a:pt x="4043" y="3"/>
                    <a:pt x="3634" y="173"/>
                    <a:pt x="3333" y="445"/>
                  </a:cubicBezTo>
                  <a:cubicBezTo>
                    <a:pt x="2889" y="867"/>
                    <a:pt x="2655" y="1478"/>
                    <a:pt x="2566" y="2078"/>
                  </a:cubicBezTo>
                  <a:cubicBezTo>
                    <a:pt x="2333" y="1667"/>
                    <a:pt x="1867" y="1390"/>
                    <a:pt x="1388" y="1390"/>
                  </a:cubicBezTo>
                  <a:cubicBezTo>
                    <a:pt x="911" y="1390"/>
                    <a:pt x="445" y="1678"/>
                    <a:pt x="222" y="2089"/>
                  </a:cubicBezTo>
                  <a:cubicBezTo>
                    <a:pt x="23" y="2456"/>
                    <a:pt x="0" y="2889"/>
                    <a:pt x="45" y="3289"/>
                  </a:cubicBezTo>
                  <a:cubicBezTo>
                    <a:pt x="134" y="4222"/>
                    <a:pt x="544" y="5233"/>
                    <a:pt x="1222" y="5888"/>
                  </a:cubicBezTo>
                  <a:cubicBezTo>
                    <a:pt x="1356" y="6011"/>
                    <a:pt x="1511" y="6088"/>
                    <a:pt x="1677" y="6144"/>
                  </a:cubicBezTo>
                  <a:cubicBezTo>
                    <a:pt x="1944" y="6230"/>
                    <a:pt x="2255" y="6254"/>
                    <a:pt x="2572" y="6254"/>
                  </a:cubicBezTo>
                  <a:cubicBezTo>
                    <a:pt x="2993" y="6254"/>
                    <a:pt x="3423" y="6211"/>
                    <a:pt x="3766" y="6211"/>
                  </a:cubicBezTo>
                  <a:lnTo>
                    <a:pt x="7421" y="6211"/>
                  </a:lnTo>
                  <a:cubicBezTo>
                    <a:pt x="8665" y="6211"/>
                    <a:pt x="9954" y="6290"/>
                    <a:pt x="11227" y="6290"/>
                  </a:cubicBezTo>
                  <a:cubicBezTo>
                    <a:pt x="11864" y="6290"/>
                    <a:pt x="12497" y="6270"/>
                    <a:pt x="13119" y="6211"/>
                  </a:cubicBezTo>
                  <a:cubicBezTo>
                    <a:pt x="14420" y="6088"/>
                    <a:pt x="15608" y="5177"/>
                    <a:pt x="15841" y="3844"/>
                  </a:cubicBezTo>
                  <a:cubicBezTo>
                    <a:pt x="15897" y="3511"/>
                    <a:pt x="15886" y="3133"/>
                    <a:pt x="15652" y="2878"/>
                  </a:cubicBezTo>
                  <a:cubicBezTo>
                    <a:pt x="15484" y="2689"/>
                    <a:pt x="15247" y="2619"/>
                    <a:pt x="14990" y="2619"/>
                  </a:cubicBezTo>
                  <a:cubicBezTo>
                    <a:pt x="14704" y="2619"/>
                    <a:pt x="14394" y="2706"/>
                    <a:pt x="14131" y="2811"/>
                  </a:cubicBezTo>
                  <a:cubicBezTo>
                    <a:pt x="13552" y="3041"/>
                    <a:pt x="12928" y="3395"/>
                    <a:pt x="12606" y="3894"/>
                  </a:cubicBezTo>
                  <a:lnTo>
                    <a:pt x="12606" y="3894"/>
                  </a:lnTo>
                  <a:cubicBezTo>
                    <a:pt x="12748" y="3463"/>
                    <a:pt x="12892" y="3032"/>
                    <a:pt x="13030" y="2600"/>
                  </a:cubicBezTo>
                  <a:cubicBezTo>
                    <a:pt x="13186" y="2145"/>
                    <a:pt x="13331" y="1678"/>
                    <a:pt x="13297" y="1190"/>
                  </a:cubicBezTo>
                  <a:cubicBezTo>
                    <a:pt x="13264" y="711"/>
                    <a:pt x="13008" y="212"/>
                    <a:pt x="12553" y="56"/>
                  </a:cubicBezTo>
                  <a:cubicBezTo>
                    <a:pt x="12446" y="18"/>
                    <a:pt x="12338" y="0"/>
                    <a:pt x="12229" y="0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 txBox="1">
            <a:spLocks noGrp="1"/>
          </p:cNvSpPr>
          <p:nvPr>
            <p:ph type="title" hasCustomPrompt="1"/>
          </p:nvPr>
        </p:nvSpPr>
        <p:spPr>
          <a:xfrm>
            <a:off x="1655550" y="1538952"/>
            <a:ext cx="5832900" cy="114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9" name="Google Shape;219;p11"/>
          <p:cNvSpPr txBox="1">
            <a:spLocks noGrp="1"/>
          </p:cNvSpPr>
          <p:nvPr>
            <p:ph type="subTitle" idx="1"/>
          </p:nvPr>
        </p:nvSpPr>
        <p:spPr>
          <a:xfrm>
            <a:off x="2863200" y="3131077"/>
            <a:ext cx="3417600" cy="6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0" y="4698600"/>
            <a:ext cx="9144000" cy="444900"/>
          </a:xfrm>
          <a:prstGeom prst="rect">
            <a:avLst/>
          </a:prstGeom>
          <a:gradFill>
            <a:gsLst>
              <a:gs pos="0">
                <a:srgbClr val="B0BEE8"/>
              </a:gs>
              <a:gs pos="100000">
                <a:srgbClr val="E5D8E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1" name="Google Shape;221;p11"/>
          <p:cNvGrpSpPr/>
          <p:nvPr/>
        </p:nvGrpSpPr>
        <p:grpSpPr>
          <a:xfrm>
            <a:off x="8" y="-97213"/>
            <a:ext cx="8975216" cy="1376703"/>
            <a:chOff x="8" y="-97213"/>
            <a:chExt cx="8975216" cy="1376703"/>
          </a:xfrm>
        </p:grpSpPr>
        <p:sp>
          <p:nvSpPr>
            <p:cNvPr id="222" name="Google Shape;222;p11"/>
            <p:cNvSpPr/>
            <p:nvPr/>
          </p:nvSpPr>
          <p:spPr>
            <a:xfrm>
              <a:off x="3611080" y="-97213"/>
              <a:ext cx="2584138" cy="1022305"/>
            </a:xfrm>
            <a:custGeom>
              <a:avLst/>
              <a:gdLst/>
              <a:ahLst/>
              <a:cxnLst/>
              <a:rect l="l" t="t" r="r" b="b"/>
              <a:pathLst>
                <a:path w="18852" h="7458" extrusionOk="0">
                  <a:moveTo>
                    <a:pt x="14507" y="1"/>
                  </a:moveTo>
                  <a:cubicBezTo>
                    <a:pt x="13965" y="1"/>
                    <a:pt x="13424" y="367"/>
                    <a:pt x="13064" y="799"/>
                  </a:cubicBezTo>
                  <a:cubicBezTo>
                    <a:pt x="12153" y="1877"/>
                    <a:pt x="11909" y="3343"/>
                    <a:pt x="11686" y="4743"/>
                  </a:cubicBezTo>
                  <a:cubicBezTo>
                    <a:pt x="11709" y="4353"/>
                    <a:pt x="11731" y="3954"/>
                    <a:pt x="11608" y="3576"/>
                  </a:cubicBezTo>
                  <a:cubicBezTo>
                    <a:pt x="11475" y="3210"/>
                    <a:pt x="11175" y="2876"/>
                    <a:pt x="10786" y="2832"/>
                  </a:cubicBezTo>
                  <a:cubicBezTo>
                    <a:pt x="10760" y="2829"/>
                    <a:pt x="10733" y="2828"/>
                    <a:pt x="10707" y="2828"/>
                  </a:cubicBezTo>
                  <a:cubicBezTo>
                    <a:pt x="10336" y="2828"/>
                    <a:pt x="9985" y="3111"/>
                    <a:pt x="9809" y="3443"/>
                  </a:cubicBezTo>
                  <a:cubicBezTo>
                    <a:pt x="9620" y="3798"/>
                    <a:pt x="9576" y="4220"/>
                    <a:pt x="9542" y="4620"/>
                  </a:cubicBezTo>
                  <a:cubicBezTo>
                    <a:pt x="9398" y="3998"/>
                    <a:pt x="9542" y="3176"/>
                    <a:pt x="8976" y="2865"/>
                  </a:cubicBezTo>
                  <a:cubicBezTo>
                    <a:pt x="8872" y="2808"/>
                    <a:pt x="8758" y="2782"/>
                    <a:pt x="8642" y="2782"/>
                  </a:cubicBezTo>
                  <a:cubicBezTo>
                    <a:pt x="8374" y="2782"/>
                    <a:pt x="8096" y="2919"/>
                    <a:pt x="7909" y="3121"/>
                  </a:cubicBezTo>
                  <a:cubicBezTo>
                    <a:pt x="7643" y="3410"/>
                    <a:pt x="7520" y="3798"/>
                    <a:pt x="7398" y="4176"/>
                  </a:cubicBezTo>
                  <a:cubicBezTo>
                    <a:pt x="7332" y="3554"/>
                    <a:pt x="7243" y="2943"/>
                    <a:pt x="7132" y="2343"/>
                  </a:cubicBezTo>
                  <a:cubicBezTo>
                    <a:pt x="6987" y="1499"/>
                    <a:pt x="6732" y="554"/>
                    <a:pt x="5977" y="166"/>
                  </a:cubicBezTo>
                  <a:cubicBezTo>
                    <a:pt x="5759" y="53"/>
                    <a:pt x="5519" y="2"/>
                    <a:pt x="5276" y="2"/>
                  </a:cubicBezTo>
                  <a:cubicBezTo>
                    <a:pt x="4798" y="2"/>
                    <a:pt x="4308" y="201"/>
                    <a:pt x="3955" y="532"/>
                  </a:cubicBezTo>
                  <a:cubicBezTo>
                    <a:pt x="3422" y="1021"/>
                    <a:pt x="3143" y="1743"/>
                    <a:pt x="3044" y="2465"/>
                  </a:cubicBezTo>
                  <a:cubicBezTo>
                    <a:pt x="2782" y="1984"/>
                    <a:pt x="2229" y="1654"/>
                    <a:pt x="1673" y="1654"/>
                  </a:cubicBezTo>
                  <a:cubicBezTo>
                    <a:pt x="1663" y="1654"/>
                    <a:pt x="1654" y="1654"/>
                    <a:pt x="1644" y="1654"/>
                  </a:cubicBezTo>
                  <a:cubicBezTo>
                    <a:pt x="1077" y="1654"/>
                    <a:pt x="533" y="1988"/>
                    <a:pt x="255" y="2476"/>
                  </a:cubicBezTo>
                  <a:cubicBezTo>
                    <a:pt x="22" y="2909"/>
                    <a:pt x="0" y="3420"/>
                    <a:pt x="55" y="3898"/>
                  </a:cubicBezTo>
                  <a:cubicBezTo>
                    <a:pt x="156" y="4998"/>
                    <a:pt x="644" y="6198"/>
                    <a:pt x="1455" y="6975"/>
                  </a:cubicBezTo>
                  <a:cubicBezTo>
                    <a:pt x="1600" y="7120"/>
                    <a:pt x="1788" y="7220"/>
                    <a:pt x="2000" y="7286"/>
                  </a:cubicBezTo>
                  <a:cubicBezTo>
                    <a:pt x="2314" y="7386"/>
                    <a:pt x="2682" y="7415"/>
                    <a:pt x="3056" y="7415"/>
                  </a:cubicBezTo>
                  <a:cubicBezTo>
                    <a:pt x="3554" y="7415"/>
                    <a:pt x="4064" y="7364"/>
                    <a:pt x="4476" y="7364"/>
                  </a:cubicBezTo>
                  <a:lnTo>
                    <a:pt x="8798" y="7364"/>
                  </a:lnTo>
                  <a:cubicBezTo>
                    <a:pt x="10279" y="7364"/>
                    <a:pt x="11810" y="7458"/>
                    <a:pt x="13321" y="7458"/>
                  </a:cubicBezTo>
                  <a:cubicBezTo>
                    <a:pt x="14076" y="7458"/>
                    <a:pt x="14826" y="7435"/>
                    <a:pt x="15563" y="7364"/>
                  </a:cubicBezTo>
                  <a:cubicBezTo>
                    <a:pt x="17096" y="7209"/>
                    <a:pt x="18518" y="6142"/>
                    <a:pt x="18785" y="4553"/>
                  </a:cubicBezTo>
                  <a:cubicBezTo>
                    <a:pt x="18851" y="4165"/>
                    <a:pt x="18841" y="3709"/>
                    <a:pt x="18562" y="3410"/>
                  </a:cubicBezTo>
                  <a:cubicBezTo>
                    <a:pt x="18359" y="3185"/>
                    <a:pt x="18080" y="3103"/>
                    <a:pt x="17779" y="3103"/>
                  </a:cubicBezTo>
                  <a:cubicBezTo>
                    <a:pt x="17439" y="3103"/>
                    <a:pt x="17070" y="3208"/>
                    <a:pt x="16752" y="3331"/>
                  </a:cubicBezTo>
                  <a:cubicBezTo>
                    <a:pt x="16072" y="3600"/>
                    <a:pt x="15337" y="4015"/>
                    <a:pt x="14952" y="4608"/>
                  </a:cubicBezTo>
                  <a:lnTo>
                    <a:pt x="14952" y="4608"/>
                  </a:lnTo>
                  <a:lnTo>
                    <a:pt x="15452" y="3087"/>
                  </a:lnTo>
                  <a:cubicBezTo>
                    <a:pt x="15630" y="2543"/>
                    <a:pt x="15807" y="1976"/>
                    <a:pt x="15775" y="1410"/>
                  </a:cubicBezTo>
                  <a:cubicBezTo>
                    <a:pt x="15730" y="843"/>
                    <a:pt x="15419" y="255"/>
                    <a:pt x="14886" y="65"/>
                  </a:cubicBezTo>
                  <a:cubicBezTo>
                    <a:pt x="14761" y="21"/>
                    <a:pt x="14634" y="1"/>
                    <a:pt x="14507" y="1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1"/>
            <p:cNvSpPr/>
            <p:nvPr/>
          </p:nvSpPr>
          <p:spPr>
            <a:xfrm>
              <a:off x="8" y="575062"/>
              <a:ext cx="1781838" cy="704428"/>
            </a:xfrm>
            <a:custGeom>
              <a:avLst/>
              <a:gdLst/>
              <a:ahLst/>
              <a:cxnLst/>
              <a:rect l="l" t="t" r="r" b="b"/>
              <a:pathLst>
                <a:path w="12999" h="5139" extrusionOk="0">
                  <a:moveTo>
                    <a:pt x="3629" y="1"/>
                  </a:moveTo>
                  <a:cubicBezTo>
                    <a:pt x="3301" y="1"/>
                    <a:pt x="2966" y="139"/>
                    <a:pt x="2723" y="360"/>
                  </a:cubicBezTo>
                  <a:cubicBezTo>
                    <a:pt x="2356" y="704"/>
                    <a:pt x="2167" y="1204"/>
                    <a:pt x="2101" y="1703"/>
                  </a:cubicBezTo>
                  <a:cubicBezTo>
                    <a:pt x="1901" y="1360"/>
                    <a:pt x="1523" y="1137"/>
                    <a:pt x="1134" y="1137"/>
                  </a:cubicBezTo>
                  <a:cubicBezTo>
                    <a:pt x="745" y="1137"/>
                    <a:pt x="356" y="1370"/>
                    <a:pt x="179" y="1703"/>
                  </a:cubicBezTo>
                  <a:cubicBezTo>
                    <a:pt x="12" y="2004"/>
                    <a:pt x="1" y="2359"/>
                    <a:pt x="35" y="2693"/>
                  </a:cubicBezTo>
                  <a:cubicBezTo>
                    <a:pt x="101" y="3448"/>
                    <a:pt x="445" y="4270"/>
                    <a:pt x="1001" y="4814"/>
                  </a:cubicBezTo>
                  <a:cubicBezTo>
                    <a:pt x="1101" y="4914"/>
                    <a:pt x="1223" y="4981"/>
                    <a:pt x="1368" y="5025"/>
                  </a:cubicBezTo>
                  <a:cubicBezTo>
                    <a:pt x="1575" y="5093"/>
                    <a:pt x="1813" y="5113"/>
                    <a:pt x="2057" y="5113"/>
                  </a:cubicBezTo>
                  <a:cubicBezTo>
                    <a:pt x="2413" y="5113"/>
                    <a:pt x="2781" y="5070"/>
                    <a:pt x="3078" y="5070"/>
                  </a:cubicBezTo>
                  <a:lnTo>
                    <a:pt x="6056" y="5070"/>
                  </a:lnTo>
                  <a:cubicBezTo>
                    <a:pt x="7078" y="5070"/>
                    <a:pt x="8134" y="5139"/>
                    <a:pt x="9176" y="5139"/>
                  </a:cubicBezTo>
                  <a:cubicBezTo>
                    <a:pt x="9697" y="5139"/>
                    <a:pt x="10214" y="5122"/>
                    <a:pt x="10721" y="5070"/>
                  </a:cubicBezTo>
                  <a:cubicBezTo>
                    <a:pt x="11788" y="4969"/>
                    <a:pt x="12754" y="4236"/>
                    <a:pt x="12943" y="3148"/>
                  </a:cubicBezTo>
                  <a:cubicBezTo>
                    <a:pt x="12998" y="2870"/>
                    <a:pt x="12987" y="2559"/>
                    <a:pt x="12798" y="2348"/>
                  </a:cubicBezTo>
                  <a:cubicBezTo>
                    <a:pt x="12657" y="2196"/>
                    <a:pt x="12464" y="2141"/>
                    <a:pt x="12255" y="2141"/>
                  </a:cubicBezTo>
                  <a:cubicBezTo>
                    <a:pt x="12021" y="2141"/>
                    <a:pt x="11766" y="2210"/>
                    <a:pt x="11543" y="2293"/>
                  </a:cubicBezTo>
                  <a:cubicBezTo>
                    <a:pt x="11076" y="2483"/>
                    <a:pt x="10569" y="2768"/>
                    <a:pt x="10305" y="3178"/>
                  </a:cubicBezTo>
                  <a:lnTo>
                    <a:pt x="10305" y="3178"/>
                  </a:lnTo>
                  <a:cubicBezTo>
                    <a:pt x="10421" y="2825"/>
                    <a:pt x="10538" y="2475"/>
                    <a:pt x="10655" y="2126"/>
                  </a:cubicBezTo>
                  <a:cubicBezTo>
                    <a:pt x="10776" y="1748"/>
                    <a:pt x="10899" y="1370"/>
                    <a:pt x="10865" y="970"/>
                  </a:cubicBezTo>
                  <a:cubicBezTo>
                    <a:pt x="10843" y="582"/>
                    <a:pt x="10632" y="170"/>
                    <a:pt x="10255" y="49"/>
                  </a:cubicBezTo>
                  <a:cubicBezTo>
                    <a:pt x="10166" y="16"/>
                    <a:pt x="10076" y="1"/>
                    <a:pt x="9986" y="1"/>
                  </a:cubicBezTo>
                  <a:cubicBezTo>
                    <a:pt x="9615" y="1"/>
                    <a:pt x="9249" y="253"/>
                    <a:pt x="8999" y="548"/>
                  </a:cubicBezTo>
                  <a:cubicBezTo>
                    <a:pt x="8377" y="1293"/>
                    <a:pt x="8199" y="2303"/>
                    <a:pt x="8055" y="3270"/>
                  </a:cubicBezTo>
                  <a:cubicBezTo>
                    <a:pt x="8066" y="3004"/>
                    <a:pt x="8077" y="2725"/>
                    <a:pt x="7999" y="2470"/>
                  </a:cubicBezTo>
                  <a:cubicBezTo>
                    <a:pt x="7910" y="2214"/>
                    <a:pt x="7700" y="1982"/>
                    <a:pt x="7433" y="1948"/>
                  </a:cubicBezTo>
                  <a:cubicBezTo>
                    <a:pt x="7419" y="1947"/>
                    <a:pt x="7405" y="1946"/>
                    <a:pt x="7391" y="1946"/>
                  </a:cubicBezTo>
                  <a:cubicBezTo>
                    <a:pt x="7128" y="1946"/>
                    <a:pt x="6881" y="2138"/>
                    <a:pt x="6755" y="2370"/>
                  </a:cubicBezTo>
                  <a:cubicBezTo>
                    <a:pt x="6633" y="2614"/>
                    <a:pt x="6599" y="2903"/>
                    <a:pt x="6577" y="3181"/>
                  </a:cubicBezTo>
                  <a:cubicBezTo>
                    <a:pt x="6478" y="2759"/>
                    <a:pt x="6567" y="2182"/>
                    <a:pt x="6189" y="1970"/>
                  </a:cubicBezTo>
                  <a:cubicBezTo>
                    <a:pt x="6116" y="1934"/>
                    <a:pt x="6036" y="1917"/>
                    <a:pt x="5956" y="1917"/>
                  </a:cubicBezTo>
                  <a:cubicBezTo>
                    <a:pt x="5769" y="1917"/>
                    <a:pt x="5577" y="2008"/>
                    <a:pt x="5444" y="2148"/>
                  </a:cubicBezTo>
                  <a:cubicBezTo>
                    <a:pt x="5266" y="2348"/>
                    <a:pt x="5177" y="2614"/>
                    <a:pt x="5100" y="2870"/>
                  </a:cubicBezTo>
                  <a:cubicBezTo>
                    <a:pt x="5044" y="2448"/>
                    <a:pt x="4989" y="2026"/>
                    <a:pt x="4911" y="1615"/>
                  </a:cubicBezTo>
                  <a:cubicBezTo>
                    <a:pt x="4811" y="1037"/>
                    <a:pt x="4634" y="382"/>
                    <a:pt x="4111" y="115"/>
                  </a:cubicBezTo>
                  <a:cubicBezTo>
                    <a:pt x="3961" y="37"/>
                    <a:pt x="3796" y="1"/>
                    <a:pt x="3629" y="1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1"/>
            <p:cNvSpPr/>
            <p:nvPr/>
          </p:nvSpPr>
          <p:spPr>
            <a:xfrm>
              <a:off x="6796142" y="334852"/>
              <a:ext cx="2179081" cy="862202"/>
            </a:xfrm>
            <a:custGeom>
              <a:avLst/>
              <a:gdLst/>
              <a:ahLst/>
              <a:cxnLst/>
              <a:rect l="l" t="t" r="r" b="b"/>
              <a:pathLst>
                <a:path w="15897" h="6290" extrusionOk="0">
                  <a:moveTo>
                    <a:pt x="12229" y="0"/>
                  </a:moveTo>
                  <a:cubicBezTo>
                    <a:pt x="11775" y="0"/>
                    <a:pt x="11325" y="308"/>
                    <a:pt x="11020" y="667"/>
                  </a:cubicBezTo>
                  <a:cubicBezTo>
                    <a:pt x="10253" y="1578"/>
                    <a:pt x="10043" y="2822"/>
                    <a:pt x="9853" y="4000"/>
                  </a:cubicBezTo>
                  <a:cubicBezTo>
                    <a:pt x="9876" y="3666"/>
                    <a:pt x="9887" y="3333"/>
                    <a:pt x="9787" y="3022"/>
                  </a:cubicBezTo>
                  <a:cubicBezTo>
                    <a:pt x="9676" y="2711"/>
                    <a:pt x="9421" y="2422"/>
                    <a:pt x="9098" y="2389"/>
                  </a:cubicBezTo>
                  <a:cubicBezTo>
                    <a:pt x="9077" y="2387"/>
                    <a:pt x="9055" y="2386"/>
                    <a:pt x="9034" y="2386"/>
                  </a:cubicBezTo>
                  <a:cubicBezTo>
                    <a:pt x="8715" y="2386"/>
                    <a:pt x="8422" y="2619"/>
                    <a:pt x="8276" y="2900"/>
                  </a:cubicBezTo>
                  <a:cubicBezTo>
                    <a:pt x="8110" y="3200"/>
                    <a:pt x="8076" y="3555"/>
                    <a:pt x="8043" y="3900"/>
                  </a:cubicBezTo>
                  <a:cubicBezTo>
                    <a:pt x="7920" y="3367"/>
                    <a:pt x="8043" y="2678"/>
                    <a:pt x="7565" y="2422"/>
                  </a:cubicBezTo>
                  <a:cubicBezTo>
                    <a:pt x="7476" y="2371"/>
                    <a:pt x="7379" y="2348"/>
                    <a:pt x="7281" y="2348"/>
                  </a:cubicBezTo>
                  <a:cubicBezTo>
                    <a:pt x="7059" y="2348"/>
                    <a:pt x="6830" y="2464"/>
                    <a:pt x="6676" y="2634"/>
                  </a:cubicBezTo>
                  <a:cubicBezTo>
                    <a:pt x="6443" y="2878"/>
                    <a:pt x="6343" y="3200"/>
                    <a:pt x="6243" y="3522"/>
                  </a:cubicBezTo>
                  <a:cubicBezTo>
                    <a:pt x="6177" y="3000"/>
                    <a:pt x="6110" y="2489"/>
                    <a:pt x="6021" y="1978"/>
                  </a:cubicBezTo>
                  <a:cubicBezTo>
                    <a:pt x="5899" y="1267"/>
                    <a:pt x="5676" y="479"/>
                    <a:pt x="5044" y="145"/>
                  </a:cubicBezTo>
                  <a:cubicBezTo>
                    <a:pt x="4856" y="48"/>
                    <a:pt x="4651" y="3"/>
                    <a:pt x="4446" y="3"/>
                  </a:cubicBezTo>
                  <a:cubicBezTo>
                    <a:pt x="4043" y="3"/>
                    <a:pt x="3634" y="173"/>
                    <a:pt x="3333" y="445"/>
                  </a:cubicBezTo>
                  <a:cubicBezTo>
                    <a:pt x="2889" y="867"/>
                    <a:pt x="2655" y="1478"/>
                    <a:pt x="2566" y="2078"/>
                  </a:cubicBezTo>
                  <a:cubicBezTo>
                    <a:pt x="2333" y="1667"/>
                    <a:pt x="1867" y="1390"/>
                    <a:pt x="1388" y="1390"/>
                  </a:cubicBezTo>
                  <a:cubicBezTo>
                    <a:pt x="911" y="1390"/>
                    <a:pt x="445" y="1678"/>
                    <a:pt x="222" y="2089"/>
                  </a:cubicBezTo>
                  <a:cubicBezTo>
                    <a:pt x="23" y="2456"/>
                    <a:pt x="0" y="2889"/>
                    <a:pt x="45" y="3289"/>
                  </a:cubicBezTo>
                  <a:cubicBezTo>
                    <a:pt x="134" y="4222"/>
                    <a:pt x="544" y="5233"/>
                    <a:pt x="1222" y="5888"/>
                  </a:cubicBezTo>
                  <a:cubicBezTo>
                    <a:pt x="1356" y="6011"/>
                    <a:pt x="1511" y="6088"/>
                    <a:pt x="1677" y="6144"/>
                  </a:cubicBezTo>
                  <a:cubicBezTo>
                    <a:pt x="1944" y="6230"/>
                    <a:pt x="2255" y="6254"/>
                    <a:pt x="2572" y="6254"/>
                  </a:cubicBezTo>
                  <a:cubicBezTo>
                    <a:pt x="2993" y="6254"/>
                    <a:pt x="3423" y="6211"/>
                    <a:pt x="3766" y="6211"/>
                  </a:cubicBezTo>
                  <a:lnTo>
                    <a:pt x="7421" y="6211"/>
                  </a:lnTo>
                  <a:cubicBezTo>
                    <a:pt x="8665" y="6211"/>
                    <a:pt x="9954" y="6290"/>
                    <a:pt x="11227" y="6290"/>
                  </a:cubicBezTo>
                  <a:cubicBezTo>
                    <a:pt x="11864" y="6290"/>
                    <a:pt x="12497" y="6270"/>
                    <a:pt x="13119" y="6211"/>
                  </a:cubicBezTo>
                  <a:cubicBezTo>
                    <a:pt x="14420" y="6088"/>
                    <a:pt x="15608" y="5177"/>
                    <a:pt x="15841" y="3844"/>
                  </a:cubicBezTo>
                  <a:cubicBezTo>
                    <a:pt x="15897" y="3511"/>
                    <a:pt x="15886" y="3133"/>
                    <a:pt x="15652" y="2878"/>
                  </a:cubicBezTo>
                  <a:cubicBezTo>
                    <a:pt x="15484" y="2689"/>
                    <a:pt x="15247" y="2619"/>
                    <a:pt x="14990" y="2619"/>
                  </a:cubicBezTo>
                  <a:cubicBezTo>
                    <a:pt x="14704" y="2619"/>
                    <a:pt x="14394" y="2706"/>
                    <a:pt x="14131" y="2811"/>
                  </a:cubicBezTo>
                  <a:cubicBezTo>
                    <a:pt x="13552" y="3041"/>
                    <a:pt x="12928" y="3395"/>
                    <a:pt x="12606" y="3894"/>
                  </a:cubicBezTo>
                  <a:lnTo>
                    <a:pt x="12606" y="3894"/>
                  </a:lnTo>
                  <a:cubicBezTo>
                    <a:pt x="12748" y="3463"/>
                    <a:pt x="12892" y="3032"/>
                    <a:pt x="13030" y="2600"/>
                  </a:cubicBezTo>
                  <a:cubicBezTo>
                    <a:pt x="13186" y="2145"/>
                    <a:pt x="13331" y="1678"/>
                    <a:pt x="13297" y="1190"/>
                  </a:cubicBezTo>
                  <a:cubicBezTo>
                    <a:pt x="13264" y="711"/>
                    <a:pt x="13008" y="212"/>
                    <a:pt x="12553" y="56"/>
                  </a:cubicBezTo>
                  <a:cubicBezTo>
                    <a:pt x="12446" y="18"/>
                    <a:pt x="12338" y="0"/>
                    <a:pt x="12229" y="0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13"/>
          <p:cNvGrpSpPr/>
          <p:nvPr/>
        </p:nvGrpSpPr>
        <p:grpSpPr>
          <a:xfrm>
            <a:off x="-145733" y="39252"/>
            <a:ext cx="9244604" cy="1474013"/>
            <a:chOff x="-145733" y="39252"/>
            <a:chExt cx="9244604" cy="1474013"/>
          </a:xfrm>
        </p:grpSpPr>
        <p:sp>
          <p:nvSpPr>
            <p:cNvPr id="228" name="Google Shape;228;p13"/>
            <p:cNvSpPr/>
            <p:nvPr/>
          </p:nvSpPr>
          <p:spPr>
            <a:xfrm>
              <a:off x="7317033" y="808837"/>
              <a:ext cx="1781838" cy="704428"/>
            </a:xfrm>
            <a:custGeom>
              <a:avLst/>
              <a:gdLst/>
              <a:ahLst/>
              <a:cxnLst/>
              <a:rect l="l" t="t" r="r" b="b"/>
              <a:pathLst>
                <a:path w="12999" h="5139" extrusionOk="0">
                  <a:moveTo>
                    <a:pt x="3629" y="1"/>
                  </a:moveTo>
                  <a:cubicBezTo>
                    <a:pt x="3301" y="1"/>
                    <a:pt x="2966" y="139"/>
                    <a:pt x="2723" y="360"/>
                  </a:cubicBezTo>
                  <a:cubicBezTo>
                    <a:pt x="2356" y="704"/>
                    <a:pt x="2167" y="1204"/>
                    <a:pt x="2101" y="1703"/>
                  </a:cubicBezTo>
                  <a:cubicBezTo>
                    <a:pt x="1901" y="1360"/>
                    <a:pt x="1523" y="1137"/>
                    <a:pt x="1134" y="1137"/>
                  </a:cubicBezTo>
                  <a:cubicBezTo>
                    <a:pt x="745" y="1137"/>
                    <a:pt x="356" y="1370"/>
                    <a:pt x="179" y="1703"/>
                  </a:cubicBezTo>
                  <a:cubicBezTo>
                    <a:pt x="12" y="2004"/>
                    <a:pt x="1" y="2359"/>
                    <a:pt x="35" y="2693"/>
                  </a:cubicBezTo>
                  <a:cubicBezTo>
                    <a:pt x="101" y="3448"/>
                    <a:pt x="445" y="4270"/>
                    <a:pt x="1001" y="4814"/>
                  </a:cubicBezTo>
                  <a:cubicBezTo>
                    <a:pt x="1101" y="4914"/>
                    <a:pt x="1223" y="4981"/>
                    <a:pt x="1368" y="5025"/>
                  </a:cubicBezTo>
                  <a:cubicBezTo>
                    <a:pt x="1575" y="5093"/>
                    <a:pt x="1813" y="5113"/>
                    <a:pt x="2057" y="5113"/>
                  </a:cubicBezTo>
                  <a:cubicBezTo>
                    <a:pt x="2413" y="5113"/>
                    <a:pt x="2781" y="5070"/>
                    <a:pt x="3078" y="5070"/>
                  </a:cubicBezTo>
                  <a:lnTo>
                    <a:pt x="6056" y="5070"/>
                  </a:lnTo>
                  <a:cubicBezTo>
                    <a:pt x="7078" y="5070"/>
                    <a:pt x="8134" y="5139"/>
                    <a:pt x="9176" y="5139"/>
                  </a:cubicBezTo>
                  <a:cubicBezTo>
                    <a:pt x="9697" y="5139"/>
                    <a:pt x="10214" y="5122"/>
                    <a:pt x="10721" y="5070"/>
                  </a:cubicBezTo>
                  <a:cubicBezTo>
                    <a:pt x="11788" y="4969"/>
                    <a:pt x="12754" y="4236"/>
                    <a:pt x="12943" y="3148"/>
                  </a:cubicBezTo>
                  <a:cubicBezTo>
                    <a:pt x="12998" y="2870"/>
                    <a:pt x="12987" y="2559"/>
                    <a:pt x="12798" y="2348"/>
                  </a:cubicBezTo>
                  <a:cubicBezTo>
                    <a:pt x="12657" y="2196"/>
                    <a:pt x="12464" y="2141"/>
                    <a:pt x="12255" y="2141"/>
                  </a:cubicBezTo>
                  <a:cubicBezTo>
                    <a:pt x="12021" y="2141"/>
                    <a:pt x="11766" y="2210"/>
                    <a:pt x="11543" y="2293"/>
                  </a:cubicBezTo>
                  <a:cubicBezTo>
                    <a:pt x="11076" y="2483"/>
                    <a:pt x="10569" y="2768"/>
                    <a:pt x="10305" y="3178"/>
                  </a:cubicBezTo>
                  <a:lnTo>
                    <a:pt x="10305" y="3178"/>
                  </a:lnTo>
                  <a:cubicBezTo>
                    <a:pt x="10421" y="2825"/>
                    <a:pt x="10538" y="2475"/>
                    <a:pt x="10655" y="2126"/>
                  </a:cubicBezTo>
                  <a:cubicBezTo>
                    <a:pt x="10776" y="1748"/>
                    <a:pt x="10899" y="1370"/>
                    <a:pt x="10865" y="970"/>
                  </a:cubicBezTo>
                  <a:cubicBezTo>
                    <a:pt x="10843" y="582"/>
                    <a:pt x="10632" y="170"/>
                    <a:pt x="10255" y="49"/>
                  </a:cubicBezTo>
                  <a:cubicBezTo>
                    <a:pt x="10166" y="16"/>
                    <a:pt x="10076" y="1"/>
                    <a:pt x="9986" y="1"/>
                  </a:cubicBezTo>
                  <a:cubicBezTo>
                    <a:pt x="9615" y="1"/>
                    <a:pt x="9249" y="253"/>
                    <a:pt x="8999" y="548"/>
                  </a:cubicBezTo>
                  <a:cubicBezTo>
                    <a:pt x="8377" y="1293"/>
                    <a:pt x="8199" y="2303"/>
                    <a:pt x="8055" y="3270"/>
                  </a:cubicBezTo>
                  <a:cubicBezTo>
                    <a:pt x="8066" y="3004"/>
                    <a:pt x="8077" y="2725"/>
                    <a:pt x="7999" y="2470"/>
                  </a:cubicBezTo>
                  <a:cubicBezTo>
                    <a:pt x="7910" y="2214"/>
                    <a:pt x="7700" y="1982"/>
                    <a:pt x="7433" y="1948"/>
                  </a:cubicBezTo>
                  <a:cubicBezTo>
                    <a:pt x="7419" y="1947"/>
                    <a:pt x="7405" y="1946"/>
                    <a:pt x="7391" y="1946"/>
                  </a:cubicBezTo>
                  <a:cubicBezTo>
                    <a:pt x="7128" y="1946"/>
                    <a:pt x="6881" y="2138"/>
                    <a:pt x="6755" y="2370"/>
                  </a:cubicBezTo>
                  <a:cubicBezTo>
                    <a:pt x="6633" y="2614"/>
                    <a:pt x="6599" y="2903"/>
                    <a:pt x="6577" y="3181"/>
                  </a:cubicBezTo>
                  <a:cubicBezTo>
                    <a:pt x="6478" y="2759"/>
                    <a:pt x="6567" y="2182"/>
                    <a:pt x="6189" y="1970"/>
                  </a:cubicBezTo>
                  <a:cubicBezTo>
                    <a:pt x="6116" y="1934"/>
                    <a:pt x="6036" y="1917"/>
                    <a:pt x="5956" y="1917"/>
                  </a:cubicBezTo>
                  <a:cubicBezTo>
                    <a:pt x="5769" y="1917"/>
                    <a:pt x="5577" y="2008"/>
                    <a:pt x="5444" y="2148"/>
                  </a:cubicBezTo>
                  <a:cubicBezTo>
                    <a:pt x="5266" y="2348"/>
                    <a:pt x="5177" y="2614"/>
                    <a:pt x="5100" y="2870"/>
                  </a:cubicBezTo>
                  <a:cubicBezTo>
                    <a:pt x="5044" y="2448"/>
                    <a:pt x="4989" y="2026"/>
                    <a:pt x="4911" y="1615"/>
                  </a:cubicBezTo>
                  <a:cubicBezTo>
                    <a:pt x="4811" y="1037"/>
                    <a:pt x="4634" y="382"/>
                    <a:pt x="4111" y="115"/>
                  </a:cubicBezTo>
                  <a:cubicBezTo>
                    <a:pt x="3961" y="37"/>
                    <a:pt x="3796" y="1"/>
                    <a:pt x="3629" y="1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3"/>
            <p:cNvSpPr/>
            <p:nvPr/>
          </p:nvSpPr>
          <p:spPr>
            <a:xfrm>
              <a:off x="-145733" y="39252"/>
              <a:ext cx="2179081" cy="862202"/>
            </a:xfrm>
            <a:custGeom>
              <a:avLst/>
              <a:gdLst/>
              <a:ahLst/>
              <a:cxnLst/>
              <a:rect l="l" t="t" r="r" b="b"/>
              <a:pathLst>
                <a:path w="15897" h="6290" extrusionOk="0">
                  <a:moveTo>
                    <a:pt x="12229" y="0"/>
                  </a:moveTo>
                  <a:cubicBezTo>
                    <a:pt x="11775" y="0"/>
                    <a:pt x="11325" y="308"/>
                    <a:pt x="11020" y="667"/>
                  </a:cubicBezTo>
                  <a:cubicBezTo>
                    <a:pt x="10253" y="1578"/>
                    <a:pt x="10043" y="2822"/>
                    <a:pt x="9853" y="4000"/>
                  </a:cubicBezTo>
                  <a:cubicBezTo>
                    <a:pt x="9876" y="3666"/>
                    <a:pt x="9887" y="3333"/>
                    <a:pt x="9787" y="3022"/>
                  </a:cubicBezTo>
                  <a:cubicBezTo>
                    <a:pt x="9676" y="2711"/>
                    <a:pt x="9421" y="2422"/>
                    <a:pt x="9098" y="2389"/>
                  </a:cubicBezTo>
                  <a:cubicBezTo>
                    <a:pt x="9077" y="2387"/>
                    <a:pt x="9055" y="2386"/>
                    <a:pt x="9034" y="2386"/>
                  </a:cubicBezTo>
                  <a:cubicBezTo>
                    <a:pt x="8715" y="2386"/>
                    <a:pt x="8422" y="2619"/>
                    <a:pt x="8276" y="2900"/>
                  </a:cubicBezTo>
                  <a:cubicBezTo>
                    <a:pt x="8110" y="3200"/>
                    <a:pt x="8076" y="3555"/>
                    <a:pt x="8043" y="3900"/>
                  </a:cubicBezTo>
                  <a:cubicBezTo>
                    <a:pt x="7920" y="3367"/>
                    <a:pt x="8043" y="2678"/>
                    <a:pt x="7565" y="2422"/>
                  </a:cubicBezTo>
                  <a:cubicBezTo>
                    <a:pt x="7476" y="2371"/>
                    <a:pt x="7379" y="2348"/>
                    <a:pt x="7281" y="2348"/>
                  </a:cubicBezTo>
                  <a:cubicBezTo>
                    <a:pt x="7059" y="2348"/>
                    <a:pt x="6830" y="2464"/>
                    <a:pt x="6676" y="2634"/>
                  </a:cubicBezTo>
                  <a:cubicBezTo>
                    <a:pt x="6443" y="2878"/>
                    <a:pt x="6343" y="3200"/>
                    <a:pt x="6243" y="3522"/>
                  </a:cubicBezTo>
                  <a:cubicBezTo>
                    <a:pt x="6177" y="3000"/>
                    <a:pt x="6110" y="2489"/>
                    <a:pt x="6021" y="1978"/>
                  </a:cubicBezTo>
                  <a:cubicBezTo>
                    <a:pt x="5899" y="1267"/>
                    <a:pt x="5676" y="479"/>
                    <a:pt x="5044" y="145"/>
                  </a:cubicBezTo>
                  <a:cubicBezTo>
                    <a:pt x="4856" y="48"/>
                    <a:pt x="4651" y="3"/>
                    <a:pt x="4446" y="3"/>
                  </a:cubicBezTo>
                  <a:cubicBezTo>
                    <a:pt x="4043" y="3"/>
                    <a:pt x="3634" y="173"/>
                    <a:pt x="3333" y="445"/>
                  </a:cubicBezTo>
                  <a:cubicBezTo>
                    <a:pt x="2889" y="867"/>
                    <a:pt x="2655" y="1478"/>
                    <a:pt x="2566" y="2078"/>
                  </a:cubicBezTo>
                  <a:cubicBezTo>
                    <a:pt x="2333" y="1667"/>
                    <a:pt x="1867" y="1390"/>
                    <a:pt x="1388" y="1390"/>
                  </a:cubicBezTo>
                  <a:cubicBezTo>
                    <a:pt x="911" y="1390"/>
                    <a:pt x="445" y="1678"/>
                    <a:pt x="222" y="2089"/>
                  </a:cubicBezTo>
                  <a:cubicBezTo>
                    <a:pt x="23" y="2456"/>
                    <a:pt x="0" y="2889"/>
                    <a:pt x="45" y="3289"/>
                  </a:cubicBezTo>
                  <a:cubicBezTo>
                    <a:pt x="134" y="4222"/>
                    <a:pt x="544" y="5233"/>
                    <a:pt x="1222" y="5888"/>
                  </a:cubicBezTo>
                  <a:cubicBezTo>
                    <a:pt x="1356" y="6011"/>
                    <a:pt x="1511" y="6088"/>
                    <a:pt x="1677" y="6144"/>
                  </a:cubicBezTo>
                  <a:cubicBezTo>
                    <a:pt x="1944" y="6230"/>
                    <a:pt x="2255" y="6254"/>
                    <a:pt x="2572" y="6254"/>
                  </a:cubicBezTo>
                  <a:cubicBezTo>
                    <a:pt x="2993" y="6254"/>
                    <a:pt x="3423" y="6211"/>
                    <a:pt x="3766" y="6211"/>
                  </a:cubicBezTo>
                  <a:lnTo>
                    <a:pt x="7421" y="6211"/>
                  </a:lnTo>
                  <a:cubicBezTo>
                    <a:pt x="8665" y="6211"/>
                    <a:pt x="9954" y="6290"/>
                    <a:pt x="11227" y="6290"/>
                  </a:cubicBezTo>
                  <a:cubicBezTo>
                    <a:pt x="11864" y="6290"/>
                    <a:pt x="12497" y="6270"/>
                    <a:pt x="13119" y="6211"/>
                  </a:cubicBezTo>
                  <a:cubicBezTo>
                    <a:pt x="14420" y="6088"/>
                    <a:pt x="15608" y="5177"/>
                    <a:pt x="15841" y="3844"/>
                  </a:cubicBezTo>
                  <a:cubicBezTo>
                    <a:pt x="15897" y="3511"/>
                    <a:pt x="15886" y="3133"/>
                    <a:pt x="15652" y="2878"/>
                  </a:cubicBezTo>
                  <a:cubicBezTo>
                    <a:pt x="15484" y="2689"/>
                    <a:pt x="15247" y="2619"/>
                    <a:pt x="14990" y="2619"/>
                  </a:cubicBezTo>
                  <a:cubicBezTo>
                    <a:pt x="14704" y="2619"/>
                    <a:pt x="14394" y="2706"/>
                    <a:pt x="14131" y="2811"/>
                  </a:cubicBezTo>
                  <a:cubicBezTo>
                    <a:pt x="13552" y="3041"/>
                    <a:pt x="12928" y="3395"/>
                    <a:pt x="12606" y="3894"/>
                  </a:cubicBezTo>
                  <a:lnTo>
                    <a:pt x="12606" y="3894"/>
                  </a:lnTo>
                  <a:cubicBezTo>
                    <a:pt x="12748" y="3463"/>
                    <a:pt x="12892" y="3032"/>
                    <a:pt x="13030" y="2600"/>
                  </a:cubicBezTo>
                  <a:cubicBezTo>
                    <a:pt x="13186" y="2145"/>
                    <a:pt x="13331" y="1678"/>
                    <a:pt x="13297" y="1190"/>
                  </a:cubicBezTo>
                  <a:cubicBezTo>
                    <a:pt x="13264" y="711"/>
                    <a:pt x="13008" y="212"/>
                    <a:pt x="12553" y="56"/>
                  </a:cubicBezTo>
                  <a:cubicBezTo>
                    <a:pt x="12446" y="18"/>
                    <a:pt x="12338" y="0"/>
                    <a:pt x="12229" y="0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" name="Google Shape;230;p13"/>
          <p:cNvGrpSpPr/>
          <p:nvPr/>
        </p:nvGrpSpPr>
        <p:grpSpPr>
          <a:xfrm flipH="1">
            <a:off x="-1123952" y="1614556"/>
            <a:ext cx="2511087" cy="3185497"/>
            <a:chOff x="-705675" y="1389407"/>
            <a:chExt cx="2688530" cy="3410596"/>
          </a:xfrm>
        </p:grpSpPr>
        <p:sp>
          <p:nvSpPr>
            <p:cNvPr id="231" name="Google Shape;231;p13"/>
            <p:cNvSpPr/>
            <p:nvPr/>
          </p:nvSpPr>
          <p:spPr>
            <a:xfrm>
              <a:off x="-705675" y="1389407"/>
              <a:ext cx="2129204" cy="3075805"/>
            </a:xfrm>
            <a:custGeom>
              <a:avLst/>
              <a:gdLst/>
              <a:ahLst/>
              <a:cxnLst/>
              <a:rect l="l" t="t" r="r" b="b"/>
              <a:pathLst>
                <a:path w="15608" h="22547" extrusionOk="0">
                  <a:moveTo>
                    <a:pt x="8674" y="1"/>
                  </a:moveTo>
                  <a:cubicBezTo>
                    <a:pt x="8460" y="1"/>
                    <a:pt x="8247" y="37"/>
                    <a:pt x="8043" y="117"/>
                  </a:cubicBezTo>
                  <a:cubicBezTo>
                    <a:pt x="7187" y="440"/>
                    <a:pt x="6710" y="1361"/>
                    <a:pt x="6510" y="2261"/>
                  </a:cubicBezTo>
                  <a:cubicBezTo>
                    <a:pt x="5977" y="4694"/>
                    <a:pt x="6876" y="7182"/>
                    <a:pt x="7154" y="9660"/>
                  </a:cubicBezTo>
                  <a:cubicBezTo>
                    <a:pt x="7209" y="10248"/>
                    <a:pt x="7098" y="11037"/>
                    <a:pt x="6521" y="11126"/>
                  </a:cubicBezTo>
                  <a:cubicBezTo>
                    <a:pt x="6486" y="11132"/>
                    <a:pt x="6451" y="11135"/>
                    <a:pt x="6417" y="11135"/>
                  </a:cubicBezTo>
                  <a:cubicBezTo>
                    <a:pt x="6051" y="11135"/>
                    <a:pt x="5739" y="10825"/>
                    <a:pt x="5454" y="10582"/>
                  </a:cubicBezTo>
                  <a:cubicBezTo>
                    <a:pt x="4721" y="9954"/>
                    <a:pt x="3753" y="9602"/>
                    <a:pt x="2784" y="9602"/>
                  </a:cubicBezTo>
                  <a:cubicBezTo>
                    <a:pt x="2741" y="9602"/>
                    <a:pt x="2698" y="9603"/>
                    <a:pt x="2655" y="9604"/>
                  </a:cubicBezTo>
                  <a:cubicBezTo>
                    <a:pt x="2489" y="9604"/>
                    <a:pt x="2299" y="9626"/>
                    <a:pt x="2155" y="9727"/>
                  </a:cubicBezTo>
                  <a:cubicBezTo>
                    <a:pt x="1833" y="9949"/>
                    <a:pt x="1844" y="10426"/>
                    <a:pt x="1955" y="10804"/>
                  </a:cubicBezTo>
                  <a:cubicBezTo>
                    <a:pt x="2511" y="12548"/>
                    <a:pt x="4466" y="13603"/>
                    <a:pt x="4844" y="15392"/>
                  </a:cubicBezTo>
                  <a:cubicBezTo>
                    <a:pt x="4899" y="15625"/>
                    <a:pt x="4910" y="15903"/>
                    <a:pt x="4755" y="16092"/>
                  </a:cubicBezTo>
                  <a:cubicBezTo>
                    <a:pt x="4644" y="16225"/>
                    <a:pt x="4454" y="16281"/>
                    <a:pt x="4288" y="16314"/>
                  </a:cubicBezTo>
                  <a:cubicBezTo>
                    <a:pt x="4191" y="16329"/>
                    <a:pt x="4094" y="16335"/>
                    <a:pt x="3998" y="16335"/>
                  </a:cubicBezTo>
                  <a:cubicBezTo>
                    <a:pt x="3377" y="16335"/>
                    <a:pt x="2771" y="16057"/>
                    <a:pt x="2155" y="15903"/>
                  </a:cubicBezTo>
                  <a:cubicBezTo>
                    <a:pt x="1962" y="15858"/>
                    <a:pt x="1754" y="15832"/>
                    <a:pt x="1548" y="15832"/>
                  </a:cubicBezTo>
                  <a:cubicBezTo>
                    <a:pt x="997" y="15832"/>
                    <a:pt x="459" y="16015"/>
                    <a:pt x="233" y="16491"/>
                  </a:cubicBezTo>
                  <a:cubicBezTo>
                    <a:pt x="0" y="16992"/>
                    <a:pt x="222" y="17580"/>
                    <a:pt x="500" y="18047"/>
                  </a:cubicBezTo>
                  <a:cubicBezTo>
                    <a:pt x="1378" y="19491"/>
                    <a:pt x="2810" y="20524"/>
                    <a:pt x="4355" y="21213"/>
                  </a:cubicBezTo>
                  <a:cubicBezTo>
                    <a:pt x="5732" y="21813"/>
                    <a:pt x="7599" y="22535"/>
                    <a:pt x="9132" y="22546"/>
                  </a:cubicBezTo>
                  <a:cubicBezTo>
                    <a:pt x="9138" y="22546"/>
                    <a:pt x="9144" y="22546"/>
                    <a:pt x="9149" y="22546"/>
                  </a:cubicBezTo>
                  <a:cubicBezTo>
                    <a:pt x="10585" y="22546"/>
                    <a:pt x="11746" y="21265"/>
                    <a:pt x="12775" y="20413"/>
                  </a:cubicBezTo>
                  <a:cubicBezTo>
                    <a:pt x="13908" y="19480"/>
                    <a:pt x="15097" y="18258"/>
                    <a:pt x="14953" y="16803"/>
                  </a:cubicBezTo>
                  <a:cubicBezTo>
                    <a:pt x="14930" y="16580"/>
                    <a:pt x="14864" y="16358"/>
                    <a:pt x="14697" y="16225"/>
                  </a:cubicBezTo>
                  <a:cubicBezTo>
                    <a:pt x="14578" y="16136"/>
                    <a:pt x="14442" y="16110"/>
                    <a:pt x="14298" y="16110"/>
                  </a:cubicBezTo>
                  <a:cubicBezTo>
                    <a:pt x="14094" y="16110"/>
                    <a:pt x="13872" y="16162"/>
                    <a:pt x="13660" y="16162"/>
                  </a:cubicBezTo>
                  <a:cubicBezTo>
                    <a:pt x="13628" y="16162"/>
                    <a:pt x="13595" y="16161"/>
                    <a:pt x="13564" y="16158"/>
                  </a:cubicBezTo>
                  <a:cubicBezTo>
                    <a:pt x="12764" y="16069"/>
                    <a:pt x="12486" y="14958"/>
                    <a:pt x="12830" y="14225"/>
                  </a:cubicBezTo>
                  <a:cubicBezTo>
                    <a:pt x="13175" y="13492"/>
                    <a:pt x="13886" y="13026"/>
                    <a:pt x="14419" y="12415"/>
                  </a:cubicBezTo>
                  <a:cubicBezTo>
                    <a:pt x="14886" y="11882"/>
                    <a:pt x="15219" y="11248"/>
                    <a:pt x="15385" y="10559"/>
                  </a:cubicBezTo>
                  <a:cubicBezTo>
                    <a:pt x="15608" y="9671"/>
                    <a:pt x="15308" y="8449"/>
                    <a:pt x="14397" y="8349"/>
                  </a:cubicBezTo>
                  <a:cubicBezTo>
                    <a:pt x="14356" y="8344"/>
                    <a:pt x="14315" y="8342"/>
                    <a:pt x="14275" y="8342"/>
                  </a:cubicBezTo>
                  <a:cubicBezTo>
                    <a:pt x="13666" y="8342"/>
                    <a:pt x="13177" y="8877"/>
                    <a:pt x="12709" y="9304"/>
                  </a:cubicBezTo>
                  <a:cubicBezTo>
                    <a:pt x="12383" y="9601"/>
                    <a:pt x="11914" y="9857"/>
                    <a:pt x="11496" y="9857"/>
                  </a:cubicBezTo>
                  <a:cubicBezTo>
                    <a:pt x="11287" y="9857"/>
                    <a:pt x="11090" y="9793"/>
                    <a:pt x="10931" y="9638"/>
                  </a:cubicBezTo>
                  <a:cubicBezTo>
                    <a:pt x="10520" y="9238"/>
                    <a:pt x="10698" y="8560"/>
                    <a:pt x="10865" y="8004"/>
                  </a:cubicBezTo>
                  <a:cubicBezTo>
                    <a:pt x="11265" y="6661"/>
                    <a:pt x="11442" y="5249"/>
                    <a:pt x="11386" y="3839"/>
                  </a:cubicBezTo>
                  <a:cubicBezTo>
                    <a:pt x="11353" y="2861"/>
                    <a:pt x="11186" y="1850"/>
                    <a:pt x="10609" y="1050"/>
                  </a:cubicBezTo>
                  <a:cubicBezTo>
                    <a:pt x="10161" y="439"/>
                    <a:pt x="9412" y="1"/>
                    <a:pt x="8674" y="1"/>
                  </a:cubicBezTo>
                  <a:close/>
                </a:path>
              </a:pathLst>
            </a:custGeom>
            <a:solidFill>
              <a:srgbClr val="A2B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3"/>
            <p:cNvSpPr/>
            <p:nvPr/>
          </p:nvSpPr>
          <p:spPr>
            <a:xfrm>
              <a:off x="464254" y="1791844"/>
              <a:ext cx="19781" cy="3000639"/>
            </a:xfrm>
            <a:custGeom>
              <a:avLst/>
              <a:gdLst/>
              <a:ahLst/>
              <a:cxnLst/>
              <a:rect l="l" t="t" r="r" b="b"/>
              <a:pathLst>
                <a:path w="145" h="21996" extrusionOk="0">
                  <a:moveTo>
                    <a:pt x="78" y="0"/>
                  </a:moveTo>
                  <a:cubicBezTo>
                    <a:pt x="33" y="0"/>
                    <a:pt x="0" y="33"/>
                    <a:pt x="0" y="67"/>
                  </a:cubicBezTo>
                  <a:lnTo>
                    <a:pt x="0" y="21929"/>
                  </a:lnTo>
                  <a:cubicBezTo>
                    <a:pt x="0" y="21974"/>
                    <a:pt x="33" y="21996"/>
                    <a:pt x="78" y="21996"/>
                  </a:cubicBezTo>
                  <a:cubicBezTo>
                    <a:pt x="111" y="21996"/>
                    <a:pt x="144" y="21974"/>
                    <a:pt x="144" y="21929"/>
                  </a:cubicBezTo>
                  <a:lnTo>
                    <a:pt x="144" y="67"/>
                  </a:lnTo>
                  <a:cubicBezTo>
                    <a:pt x="144" y="33"/>
                    <a:pt x="111" y="0"/>
                    <a:pt x="78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3"/>
            <p:cNvSpPr/>
            <p:nvPr/>
          </p:nvSpPr>
          <p:spPr>
            <a:xfrm>
              <a:off x="483898" y="2675978"/>
              <a:ext cx="800225" cy="817686"/>
            </a:xfrm>
            <a:custGeom>
              <a:avLst/>
              <a:gdLst/>
              <a:ahLst/>
              <a:cxnLst/>
              <a:rect l="l" t="t" r="r" b="b"/>
              <a:pathLst>
                <a:path w="5866" h="5994" extrusionOk="0">
                  <a:moveTo>
                    <a:pt x="5787" y="1"/>
                  </a:moveTo>
                  <a:cubicBezTo>
                    <a:pt x="5769" y="1"/>
                    <a:pt x="5749" y="6"/>
                    <a:pt x="5732" y="17"/>
                  </a:cubicBezTo>
                  <a:cubicBezTo>
                    <a:pt x="3799" y="1918"/>
                    <a:pt x="1878" y="3895"/>
                    <a:pt x="34" y="5883"/>
                  </a:cubicBezTo>
                  <a:cubicBezTo>
                    <a:pt x="0" y="5905"/>
                    <a:pt x="0" y="5950"/>
                    <a:pt x="34" y="5972"/>
                  </a:cubicBezTo>
                  <a:cubicBezTo>
                    <a:pt x="45" y="5994"/>
                    <a:pt x="67" y="5994"/>
                    <a:pt x="78" y="5994"/>
                  </a:cubicBezTo>
                  <a:cubicBezTo>
                    <a:pt x="101" y="5994"/>
                    <a:pt x="123" y="5983"/>
                    <a:pt x="133" y="5972"/>
                  </a:cubicBezTo>
                  <a:cubicBezTo>
                    <a:pt x="1978" y="3984"/>
                    <a:pt x="3900" y="2017"/>
                    <a:pt x="5833" y="118"/>
                  </a:cubicBezTo>
                  <a:cubicBezTo>
                    <a:pt x="5866" y="96"/>
                    <a:pt x="5866" y="51"/>
                    <a:pt x="5833" y="17"/>
                  </a:cubicBezTo>
                  <a:cubicBezTo>
                    <a:pt x="5822" y="6"/>
                    <a:pt x="5805" y="1"/>
                    <a:pt x="5787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3"/>
            <p:cNvSpPr/>
            <p:nvPr/>
          </p:nvSpPr>
          <p:spPr>
            <a:xfrm>
              <a:off x="483898" y="3706763"/>
              <a:ext cx="733517" cy="609923"/>
            </a:xfrm>
            <a:custGeom>
              <a:avLst/>
              <a:gdLst/>
              <a:ahLst/>
              <a:cxnLst/>
              <a:rect l="l" t="t" r="r" b="b"/>
              <a:pathLst>
                <a:path w="5377" h="4471" extrusionOk="0">
                  <a:moveTo>
                    <a:pt x="5295" y="0"/>
                  </a:moveTo>
                  <a:cubicBezTo>
                    <a:pt x="5279" y="0"/>
                    <a:pt x="5265" y="6"/>
                    <a:pt x="5255" y="15"/>
                  </a:cubicBezTo>
                  <a:cubicBezTo>
                    <a:pt x="3488" y="1405"/>
                    <a:pt x="1733" y="2871"/>
                    <a:pt x="34" y="4348"/>
                  </a:cubicBezTo>
                  <a:cubicBezTo>
                    <a:pt x="12" y="4370"/>
                    <a:pt x="0" y="4415"/>
                    <a:pt x="34" y="4448"/>
                  </a:cubicBezTo>
                  <a:cubicBezTo>
                    <a:pt x="45" y="4459"/>
                    <a:pt x="67" y="4471"/>
                    <a:pt x="78" y="4471"/>
                  </a:cubicBezTo>
                  <a:cubicBezTo>
                    <a:pt x="101" y="4471"/>
                    <a:pt x="111" y="4459"/>
                    <a:pt x="123" y="4448"/>
                  </a:cubicBezTo>
                  <a:cubicBezTo>
                    <a:pt x="1822" y="2970"/>
                    <a:pt x="3577" y="1516"/>
                    <a:pt x="5344" y="127"/>
                  </a:cubicBezTo>
                  <a:cubicBezTo>
                    <a:pt x="5366" y="94"/>
                    <a:pt x="5377" y="49"/>
                    <a:pt x="5355" y="27"/>
                  </a:cubicBezTo>
                  <a:cubicBezTo>
                    <a:pt x="5336" y="8"/>
                    <a:pt x="5315" y="0"/>
                    <a:pt x="5295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3"/>
            <p:cNvSpPr/>
            <p:nvPr/>
          </p:nvSpPr>
          <p:spPr>
            <a:xfrm>
              <a:off x="-257130" y="2906391"/>
              <a:ext cx="713873" cy="749614"/>
            </a:xfrm>
            <a:custGeom>
              <a:avLst/>
              <a:gdLst/>
              <a:ahLst/>
              <a:cxnLst/>
              <a:rect l="l" t="t" r="r" b="b"/>
              <a:pathLst>
                <a:path w="5233" h="5495" extrusionOk="0">
                  <a:moveTo>
                    <a:pt x="79" y="0"/>
                  </a:moveTo>
                  <a:cubicBezTo>
                    <a:pt x="61" y="0"/>
                    <a:pt x="44" y="6"/>
                    <a:pt x="33" y="17"/>
                  </a:cubicBezTo>
                  <a:cubicBezTo>
                    <a:pt x="11" y="39"/>
                    <a:pt x="0" y="84"/>
                    <a:pt x="33" y="117"/>
                  </a:cubicBezTo>
                  <a:cubicBezTo>
                    <a:pt x="1744" y="1861"/>
                    <a:pt x="3455" y="3672"/>
                    <a:pt x="5099" y="5472"/>
                  </a:cubicBezTo>
                  <a:cubicBezTo>
                    <a:pt x="5110" y="5483"/>
                    <a:pt x="5133" y="5494"/>
                    <a:pt x="5155" y="5494"/>
                  </a:cubicBezTo>
                  <a:cubicBezTo>
                    <a:pt x="5166" y="5494"/>
                    <a:pt x="5188" y="5483"/>
                    <a:pt x="5199" y="5472"/>
                  </a:cubicBezTo>
                  <a:cubicBezTo>
                    <a:pt x="5232" y="5450"/>
                    <a:pt x="5232" y="5405"/>
                    <a:pt x="5199" y="5371"/>
                  </a:cubicBezTo>
                  <a:cubicBezTo>
                    <a:pt x="3555" y="3572"/>
                    <a:pt x="1844" y="1772"/>
                    <a:pt x="134" y="17"/>
                  </a:cubicBezTo>
                  <a:cubicBezTo>
                    <a:pt x="117" y="6"/>
                    <a:pt x="97" y="0"/>
                    <a:pt x="79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3"/>
            <p:cNvSpPr/>
            <p:nvPr/>
          </p:nvSpPr>
          <p:spPr>
            <a:xfrm>
              <a:off x="59499" y="3115794"/>
              <a:ext cx="1647514" cy="1591856"/>
            </a:xfrm>
            <a:custGeom>
              <a:avLst/>
              <a:gdLst/>
              <a:ahLst/>
              <a:cxnLst/>
              <a:rect l="l" t="t" r="r" b="b"/>
              <a:pathLst>
                <a:path w="12077" h="11669" extrusionOk="0">
                  <a:moveTo>
                    <a:pt x="1726" y="0"/>
                  </a:moveTo>
                  <a:cubicBezTo>
                    <a:pt x="1600" y="0"/>
                    <a:pt x="1472" y="16"/>
                    <a:pt x="1345" y="49"/>
                  </a:cubicBezTo>
                  <a:cubicBezTo>
                    <a:pt x="623" y="227"/>
                    <a:pt x="123" y="970"/>
                    <a:pt x="67" y="1726"/>
                  </a:cubicBezTo>
                  <a:cubicBezTo>
                    <a:pt x="1" y="2471"/>
                    <a:pt x="312" y="3214"/>
                    <a:pt x="734" y="3836"/>
                  </a:cubicBezTo>
                  <a:cubicBezTo>
                    <a:pt x="1168" y="4459"/>
                    <a:pt x="1711" y="4981"/>
                    <a:pt x="2212" y="5547"/>
                  </a:cubicBezTo>
                  <a:cubicBezTo>
                    <a:pt x="2545" y="5925"/>
                    <a:pt x="2867" y="6447"/>
                    <a:pt x="2656" y="6892"/>
                  </a:cubicBezTo>
                  <a:cubicBezTo>
                    <a:pt x="2422" y="7369"/>
                    <a:pt x="1767" y="7436"/>
                    <a:pt x="1423" y="7836"/>
                  </a:cubicBezTo>
                  <a:cubicBezTo>
                    <a:pt x="1112" y="8203"/>
                    <a:pt x="1156" y="8791"/>
                    <a:pt x="1412" y="9202"/>
                  </a:cubicBezTo>
                  <a:cubicBezTo>
                    <a:pt x="1667" y="9613"/>
                    <a:pt x="2089" y="9891"/>
                    <a:pt x="2523" y="10136"/>
                  </a:cubicBezTo>
                  <a:cubicBezTo>
                    <a:pt x="3034" y="10435"/>
                    <a:pt x="3578" y="10702"/>
                    <a:pt x="4133" y="10924"/>
                  </a:cubicBezTo>
                  <a:cubicBezTo>
                    <a:pt x="4522" y="11091"/>
                    <a:pt x="5233" y="11180"/>
                    <a:pt x="5533" y="11469"/>
                  </a:cubicBezTo>
                  <a:cubicBezTo>
                    <a:pt x="5600" y="11535"/>
                    <a:pt x="5656" y="11602"/>
                    <a:pt x="5688" y="11669"/>
                  </a:cubicBezTo>
                  <a:cubicBezTo>
                    <a:pt x="7811" y="11657"/>
                    <a:pt x="9944" y="11657"/>
                    <a:pt x="12076" y="11646"/>
                  </a:cubicBezTo>
                  <a:cubicBezTo>
                    <a:pt x="12010" y="10602"/>
                    <a:pt x="11654" y="9569"/>
                    <a:pt x="11254" y="8502"/>
                  </a:cubicBezTo>
                  <a:cubicBezTo>
                    <a:pt x="11167" y="8263"/>
                    <a:pt x="11083" y="8176"/>
                    <a:pt x="10998" y="8176"/>
                  </a:cubicBezTo>
                  <a:cubicBezTo>
                    <a:pt x="10822" y="8176"/>
                    <a:pt x="10645" y="8545"/>
                    <a:pt x="10443" y="8702"/>
                  </a:cubicBezTo>
                  <a:cubicBezTo>
                    <a:pt x="10362" y="8761"/>
                    <a:pt x="10268" y="8787"/>
                    <a:pt x="10171" y="8787"/>
                  </a:cubicBezTo>
                  <a:cubicBezTo>
                    <a:pt x="9976" y="8787"/>
                    <a:pt x="9770" y="8681"/>
                    <a:pt x="9643" y="8524"/>
                  </a:cubicBezTo>
                  <a:cubicBezTo>
                    <a:pt x="9455" y="8280"/>
                    <a:pt x="9399" y="7969"/>
                    <a:pt x="9354" y="7669"/>
                  </a:cubicBezTo>
                  <a:cubicBezTo>
                    <a:pt x="9110" y="6314"/>
                    <a:pt x="8766" y="4970"/>
                    <a:pt x="8322" y="3659"/>
                  </a:cubicBezTo>
                  <a:cubicBezTo>
                    <a:pt x="8199" y="3303"/>
                    <a:pt x="8066" y="2937"/>
                    <a:pt x="7799" y="2659"/>
                  </a:cubicBezTo>
                  <a:cubicBezTo>
                    <a:pt x="7611" y="2471"/>
                    <a:pt x="7345" y="2344"/>
                    <a:pt x="7084" y="2344"/>
                  </a:cubicBezTo>
                  <a:cubicBezTo>
                    <a:pt x="6975" y="2344"/>
                    <a:pt x="6868" y="2366"/>
                    <a:pt x="6766" y="2415"/>
                  </a:cubicBezTo>
                  <a:cubicBezTo>
                    <a:pt x="6366" y="2604"/>
                    <a:pt x="6167" y="3192"/>
                    <a:pt x="5722" y="3214"/>
                  </a:cubicBezTo>
                  <a:cubicBezTo>
                    <a:pt x="5706" y="3216"/>
                    <a:pt x="5690" y="3217"/>
                    <a:pt x="5674" y="3217"/>
                  </a:cubicBezTo>
                  <a:cubicBezTo>
                    <a:pt x="5460" y="3217"/>
                    <a:pt x="5266" y="3081"/>
                    <a:pt x="5100" y="2926"/>
                  </a:cubicBezTo>
                  <a:cubicBezTo>
                    <a:pt x="4489" y="2370"/>
                    <a:pt x="4089" y="1604"/>
                    <a:pt x="3533" y="982"/>
                  </a:cubicBezTo>
                  <a:cubicBezTo>
                    <a:pt x="3075" y="447"/>
                    <a:pt x="2410" y="0"/>
                    <a:pt x="1726" y="0"/>
                  </a:cubicBez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3"/>
            <p:cNvSpPr/>
            <p:nvPr/>
          </p:nvSpPr>
          <p:spPr>
            <a:xfrm>
              <a:off x="383766" y="3299688"/>
              <a:ext cx="683725" cy="1335254"/>
            </a:xfrm>
            <a:custGeom>
              <a:avLst/>
              <a:gdLst/>
              <a:ahLst/>
              <a:cxnLst/>
              <a:rect l="l" t="t" r="r" b="b"/>
              <a:pathLst>
                <a:path w="5012" h="9788" extrusionOk="0">
                  <a:moveTo>
                    <a:pt x="112" y="0"/>
                  </a:moveTo>
                  <a:lnTo>
                    <a:pt x="1" y="45"/>
                  </a:lnTo>
                  <a:cubicBezTo>
                    <a:pt x="423" y="1056"/>
                    <a:pt x="1012" y="1989"/>
                    <a:pt x="1768" y="2789"/>
                  </a:cubicBezTo>
                  <a:cubicBezTo>
                    <a:pt x="2023" y="3055"/>
                    <a:pt x="2289" y="3311"/>
                    <a:pt x="2556" y="3555"/>
                  </a:cubicBezTo>
                  <a:cubicBezTo>
                    <a:pt x="3089" y="4066"/>
                    <a:pt x="3645" y="4588"/>
                    <a:pt x="4034" y="5211"/>
                  </a:cubicBezTo>
                  <a:cubicBezTo>
                    <a:pt x="4878" y="6588"/>
                    <a:pt x="4889" y="8365"/>
                    <a:pt x="4900" y="9787"/>
                  </a:cubicBezTo>
                  <a:lnTo>
                    <a:pt x="5011" y="9787"/>
                  </a:lnTo>
                  <a:cubicBezTo>
                    <a:pt x="5000" y="8343"/>
                    <a:pt x="5000" y="6554"/>
                    <a:pt x="4133" y="5155"/>
                  </a:cubicBezTo>
                  <a:cubicBezTo>
                    <a:pt x="3734" y="4510"/>
                    <a:pt x="3167" y="3989"/>
                    <a:pt x="2634" y="3478"/>
                  </a:cubicBezTo>
                  <a:cubicBezTo>
                    <a:pt x="2368" y="3233"/>
                    <a:pt x="2101" y="2977"/>
                    <a:pt x="1857" y="2711"/>
                  </a:cubicBezTo>
                  <a:cubicBezTo>
                    <a:pt x="1112" y="1911"/>
                    <a:pt x="524" y="1000"/>
                    <a:pt x="1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3"/>
            <p:cNvSpPr/>
            <p:nvPr/>
          </p:nvSpPr>
          <p:spPr>
            <a:xfrm>
              <a:off x="968731" y="3636098"/>
              <a:ext cx="113909" cy="766939"/>
            </a:xfrm>
            <a:custGeom>
              <a:avLst/>
              <a:gdLst/>
              <a:ahLst/>
              <a:cxnLst/>
              <a:rect l="l" t="t" r="r" b="b"/>
              <a:pathLst>
                <a:path w="835" h="5622" extrusionOk="0">
                  <a:moveTo>
                    <a:pt x="45" y="0"/>
                  </a:moveTo>
                  <a:lnTo>
                    <a:pt x="13" y="1056"/>
                  </a:lnTo>
                  <a:cubicBezTo>
                    <a:pt x="13" y="1289"/>
                    <a:pt x="1" y="1555"/>
                    <a:pt x="79" y="1800"/>
                  </a:cubicBezTo>
                  <a:cubicBezTo>
                    <a:pt x="124" y="1933"/>
                    <a:pt x="190" y="2066"/>
                    <a:pt x="268" y="2200"/>
                  </a:cubicBezTo>
                  <a:cubicBezTo>
                    <a:pt x="290" y="2256"/>
                    <a:pt x="324" y="2311"/>
                    <a:pt x="356" y="2367"/>
                  </a:cubicBezTo>
                  <a:cubicBezTo>
                    <a:pt x="756" y="3177"/>
                    <a:pt x="612" y="4944"/>
                    <a:pt x="556" y="5611"/>
                  </a:cubicBezTo>
                  <a:lnTo>
                    <a:pt x="668" y="5621"/>
                  </a:lnTo>
                  <a:cubicBezTo>
                    <a:pt x="768" y="4466"/>
                    <a:pt x="835" y="3056"/>
                    <a:pt x="457" y="2311"/>
                  </a:cubicBezTo>
                  <a:cubicBezTo>
                    <a:pt x="423" y="2256"/>
                    <a:pt x="390" y="2200"/>
                    <a:pt x="368" y="2145"/>
                  </a:cubicBezTo>
                  <a:cubicBezTo>
                    <a:pt x="290" y="2011"/>
                    <a:pt x="223" y="1889"/>
                    <a:pt x="190" y="1767"/>
                  </a:cubicBezTo>
                  <a:cubicBezTo>
                    <a:pt x="112" y="1533"/>
                    <a:pt x="124" y="1289"/>
                    <a:pt x="134" y="1056"/>
                  </a:cubicBezTo>
                  <a:lnTo>
                    <a:pt x="168" y="1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3A81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3"/>
            <p:cNvSpPr/>
            <p:nvPr/>
          </p:nvSpPr>
          <p:spPr>
            <a:xfrm>
              <a:off x="235343" y="3460253"/>
              <a:ext cx="518387" cy="335178"/>
            </a:xfrm>
            <a:custGeom>
              <a:avLst/>
              <a:gdLst/>
              <a:ahLst/>
              <a:cxnLst/>
              <a:rect l="l" t="t" r="r" b="b"/>
              <a:pathLst>
                <a:path w="3800" h="2457" extrusionOk="0">
                  <a:moveTo>
                    <a:pt x="101" y="1"/>
                  </a:moveTo>
                  <a:lnTo>
                    <a:pt x="0" y="57"/>
                  </a:lnTo>
                  <a:cubicBezTo>
                    <a:pt x="456" y="790"/>
                    <a:pt x="1178" y="1356"/>
                    <a:pt x="1989" y="1623"/>
                  </a:cubicBezTo>
                  <a:lnTo>
                    <a:pt x="2044" y="1645"/>
                  </a:lnTo>
                  <a:cubicBezTo>
                    <a:pt x="2589" y="1822"/>
                    <a:pt x="3333" y="2067"/>
                    <a:pt x="3722" y="2456"/>
                  </a:cubicBezTo>
                  <a:lnTo>
                    <a:pt x="3800" y="2378"/>
                  </a:lnTo>
                  <a:cubicBezTo>
                    <a:pt x="3400" y="1967"/>
                    <a:pt x="2644" y="1711"/>
                    <a:pt x="2089" y="1534"/>
                  </a:cubicBezTo>
                  <a:lnTo>
                    <a:pt x="2034" y="1511"/>
                  </a:lnTo>
                  <a:cubicBezTo>
                    <a:pt x="1244" y="1256"/>
                    <a:pt x="534" y="701"/>
                    <a:pt x="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3"/>
            <p:cNvSpPr/>
            <p:nvPr/>
          </p:nvSpPr>
          <p:spPr>
            <a:xfrm>
              <a:off x="465618" y="4296777"/>
              <a:ext cx="615516" cy="382105"/>
            </a:xfrm>
            <a:custGeom>
              <a:avLst/>
              <a:gdLst/>
              <a:ahLst/>
              <a:cxnLst/>
              <a:rect l="l" t="t" r="r" b="b"/>
              <a:pathLst>
                <a:path w="4512" h="2801" extrusionOk="0">
                  <a:moveTo>
                    <a:pt x="79" y="1"/>
                  </a:moveTo>
                  <a:lnTo>
                    <a:pt x="1" y="79"/>
                  </a:lnTo>
                  <a:cubicBezTo>
                    <a:pt x="334" y="412"/>
                    <a:pt x="712" y="778"/>
                    <a:pt x="1168" y="1000"/>
                  </a:cubicBezTo>
                  <a:cubicBezTo>
                    <a:pt x="1368" y="1089"/>
                    <a:pt x="1590" y="1156"/>
                    <a:pt x="1800" y="1223"/>
                  </a:cubicBezTo>
                  <a:cubicBezTo>
                    <a:pt x="1923" y="1256"/>
                    <a:pt x="2056" y="1289"/>
                    <a:pt x="2178" y="1334"/>
                  </a:cubicBezTo>
                  <a:cubicBezTo>
                    <a:pt x="2434" y="1423"/>
                    <a:pt x="2679" y="1545"/>
                    <a:pt x="2911" y="1667"/>
                  </a:cubicBezTo>
                  <a:lnTo>
                    <a:pt x="3622" y="2012"/>
                  </a:lnTo>
                  <a:cubicBezTo>
                    <a:pt x="3978" y="2178"/>
                    <a:pt x="4378" y="2422"/>
                    <a:pt x="4389" y="2800"/>
                  </a:cubicBezTo>
                  <a:lnTo>
                    <a:pt x="4511" y="2789"/>
                  </a:lnTo>
                  <a:cubicBezTo>
                    <a:pt x="4489" y="2356"/>
                    <a:pt x="4056" y="2089"/>
                    <a:pt x="3678" y="1911"/>
                  </a:cubicBezTo>
                  <a:lnTo>
                    <a:pt x="2967" y="1556"/>
                  </a:lnTo>
                  <a:cubicBezTo>
                    <a:pt x="2723" y="1445"/>
                    <a:pt x="2479" y="1323"/>
                    <a:pt x="2223" y="1223"/>
                  </a:cubicBezTo>
                  <a:cubicBezTo>
                    <a:pt x="2089" y="1178"/>
                    <a:pt x="1956" y="1145"/>
                    <a:pt x="1834" y="1112"/>
                  </a:cubicBezTo>
                  <a:cubicBezTo>
                    <a:pt x="1623" y="1045"/>
                    <a:pt x="1412" y="990"/>
                    <a:pt x="1223" y="889"/>
                  </a:cubicBezTo>
                  <a:cubicBezTo>
                    <a:pt x="778" y="689"/>
                    <a:pt x="423" y="334"/>
                    <a:pt x="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3"/>
            <p:cNvSpPr/>
            <p:nvPr/>
          </p:nvSpPr>
          <p:spPr>
            <a:xfrm>
              <a:off x="617179" y="2692212"/>
              <a:ext cx="1365676" cy="1816945"/>
            </a:xfrm>
            <a:custGeom>
              <a:avLst/>
              <a:gdLst/>
              <a:ahLst/>
              <a:cxnLst/>
              <a:rect l="l" t="t" r="r" b="b"/>
              <a:pathLst>
                <a:path w="10011" h="13319" extrusionOk="0">
                  <a:moveTo>
                    <a:pt x="5024" y="1"/>
                  </a:moveTo>
                  <a:cubicBezTo>
                    <a:pt x="4884" y="1"/>
                    <a:pt x="4742" y="11"/>
                    <a:pt x="4600" y="32"/>
                  </a:cubicBezTo>
                  <a:cubicBezTo>
                    <a:pt x="3756" y="154"/>
                    <a:pt x="3012" y="643"/>
                    <a:pt x="2456" y="1298"/>
                  </a:cubicBezTo>
                  <a:cubicBezTo>
                    <a:pt x="2023" y="1720"/>
                    <a:pt x="1645" y="2243"/>
                    <a:pt x="1356" y="2787"/>
                  </a:cubicBezTo>
                  <a:cubicBezTo>
                    <a:pt x="301" y="4764"/>
                    <a:pt x="1" y="7586"/>
                    <a:pt x="623" y="9730"/>
                  </a:cubicBezTo>
                  <a:cubicBezTo>
                    <a:pt x="923" y="10763"/>
                    <a:pt x="1534" y="11585"/>
                    <a:pt x="2356" y="12263"/>
                  </a:cubicBezTo>
                  <a:cubicBezTo>
                    <a:pt x="3022" y="12818"/>
                    <a:pt x="4133" y="13296"/>
                    <a:pt x="5000" y="13318"/>
                  </a:cubicBezTo>
                  <a:cubicBezTo>
                    <a:pt x="5028" y="13318"/>
                    <a:pt x="5056" y="13319"/>
                    <a:pt x="5084" y="13319"/>
                  </a:cubicBezTo>
                  <a:cubicBezTo>
                    <a:pt x="6204" y="13319"/>
                    <a:pt x="7182" y="12884"/>
                    <a:pt x="7821" y="11940"/>
                  </a:cubicBezTo>
                  <a:cubicBezTo>
                    <a:pt x="7888" y="11896"/>
                    <a:pt x="7955" y="11841"/>
                    <a:pt x="8021" y="11774"/>
                  </a:cubicBezTo>
                  <a:cubicBezTo>
                    <a:pt x="8999" y="10896"/>
                    <a:pt x="9521" y="9597"/>
                    <a:pt x="9721" y="8297"/>
                  </a:cubicBezTo>
                  <a:cubicBezTo>
                    <a:pt x="10010" y="6475"/>
                    <a:pt x="9710" y="4564"/>
                    <a:pt x="8877" y="2909"/>
                  </a:cubicBezTo>
                  <a:cubicBezTo>
                    <a:pt x="8129" y="1394"/>
                    <a:pt x="6674" y="1"/>
                    <a:pt x="5024" y="1"/>
                  </a:cubicBezTo>
                  <a:close/>
                </a:path>
              </a:pathLst>
            </a:custGeom>
            <a:solidFill>
              <a:srgbClr val="2A56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3"/>
            <p:cNvSpPr/>
            <p:nvPr/>
          </p:nvSpPr>
          <p:spPr>
            <a:xfrm>
              <a:off x="1306777" y="2967779"/>
              <a:ext cx="19781" cy="1832223"/>
            </a:xfrm>
            <a:custGeom>
              <a:avLst/>
              <a:gdLst/>
              <a:ahLst/>
              <a:cxnLst/>
              <a:rect l="l" t="t" r="r" b="b"/>
              <a:pathLst>
                <a:path w="145" h="13431" extrusionOk="0">
                  <a:moveTo>
                    <a:pt x="67" y="1"/>
                  </a:moveTo>
                  <a:cubicBezTo>
                    <a:pt x="34" y="1"/>
                    <a:pt x="1" y="34"/>
                    <a:pt x="1" y="67"/>
                  </a:cubicBezTo>
                  <a:lnTo>
                    <a:pt x="1" y="13364"/>
                  </a:lnTo>
                  <a:cubicBezTo>
                    <a:pt x="1" y="13409"/>
                    <a:pt x="34" y="13431"/>
                    <a:pt x="67" y="13431"/>
                  </a:cubicBezTo>
                  <a:cubicBezTo>
                    <a:pt x="112" y="13431"/>
                    <a:pt x="145" y="13409"/>
                    <a:pt x="145" y="13364"/>
                  </a:cubicBezTo>
                  <a:lnTo>
                    <a:pt x="145" y="67"/>
                  </a:lnTo>
                  <a:cubicBezTo>
                    <a:pt x="145" y="34"/>
                    <a:pt x="112" y="1"/>
                    <a:pt x="67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3"/>
            <p:cNvSpPr/>
            <p:nvPr/>
          </p:nvSpPr>
          <p:spPr>
            <a:xfrm>
              <a:off x="1380989" y="3277861"/>
              <a:ext cx="457817" cy="526572"/>
            </a:xfrm>
            <a:custGeom>
              <a:avLst/>
              <a:gdLst/>
              <a:ahLst/>
              <a:cxnLst/>
              <a:rect l="l" t="t" r="r" b="b"/>
              <a:pathLst>
                <a:path w="3356" h="3860" extrusionOk="0">
                  <a:moveTo>
                    <a:pt x="3273" y="1"/>
                  </a:moveTo>
                  <a:cubicBezTo>
                    <a:pt x="3253" y="1"/>
                    <a:pt x="3234" y="9"/>
                    <a:pt x="3222" y="27"/>
                  </a:cubicBezTo>
                  <a:lnTo>
                    <a:pt x="23" y="3737"/>
                  </a:lnTo>
                  <a:cubicBezTo>
                    <a:pt x="1" y="3771"/>
                    <a:pt x="1" y="3815"/>
                    <a:pt x="34" y="3838"/>
                  </a:cubicBezTo>
                  <a:cubicBezTo>
                    <a:pt x="45" y="3848"/>
                    <a:pt x="57" y="3860"/>
                    <a:pt x="79" y="3860"/>
                  </a:cubicBezTo>
                  <a:cubicBezTo>
                    <a:pt x="89" y="3860"/>
                    <a:pt x="112" y="3848"/>
                    <a:pt x="123" y="3826"/>
                  </a:cubicBezTo>
                  <a:lnTo>
                    <a:pt x="3323" y="116"/>
                  </a:lnTo>
                  <a:cubicBezTo>
                    <a:pt x="3355" y="93"/>
                    <a:pt x="3345" y="49"/>
                    <a:pt x="3323" y="16"/>
                  </a:cubicBezTo>
                  <a:cubicBezTo>
                    <a:pt x="3307" y="6"/>
                    <a:pt x="3290" y="1"/>
                    <a:pt x="3273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3"/>
            <p:cNvSpPr/>
            <p:nvPr/>
          </p:nvSpPr>
          <p:spPr>
            <a:xfrm>
              <a:off x="1658328" y="3727908"/>
              <a:ext cx="206263" cy="234229"/>
            </a:xfrm>
            <a:custGeom>
              <a:avLst/>
              <a:gdLst/>
              <a:ahLst/>
              <a:cxnLst/>
              <a:rect l="l" t="t" r="r" b="b"/>
              <a:pathLst>
                <a:path w="1512" h="1717" extrusionOk="0">
                  <a:moveTo>
                    <a:pt x="1438" y="1"/>
                  </a:moveTo>
                  <a:cubicBezTo>
                    <a:pt x="1418" y="1"/>
                    <a:pt x="1397" y="9"/>
                    <a:pt x="1378" y="28"/>
                  </a:cubicBezTo>
                  <a:cubicBezTo>
                    <a:pt x="923" y="539"/>
                    <a:pt x="456" y="1072"/>
                    <a:pt x="23" y="1605"/>
                  </a:cubicBezTo>
                  <a:cubicBezTo>
                    <a:pt x="1" y="1638"/>
                    <a:pt x="1" y="1682"/>
                    <a:pt x="34" y="1705"/>
                  </a:cubicBezTo>
                  <a:cubicBezTo>
                    <a:pt x="45" y="1716"/>
                    <a:pt x="68" y="1716"/>
                    <a:pt x="78" y="1716"/>
                  </a:cubicBezTo>
                  <a:cubicBezTo>
                    <a:pt x="100" y="1716"/>
                    <a:pt x="123" y="1705"/>
                    <a:pt x="134" y="1694"/>
                  </a:cubicBezTo>
                  <a:cubicBezTo>
                    <a:pt x="567" y="1161"/>
                    <a:pt x="1023" y="627"/>
                    <a:pt x="1490" y="116"/>
                  </a:cubicBezTo>
                  <a:cubicBezTo>
                    <a:pt x="1512" y="83"/>
                    <a:pt x="1512" y="38"/>
                    <a:pt x="1478" y="16"/>
                  </a:cubicBezTo>
                  <a:cubicBezTo>
                    <a:pt x="1468" y="6"/>
                    <a:pt x="1454" y="1"/>
                    <a:pt x="1438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3"/>
            <p:cNvSpPr/>
            <p:nvPr/>
          </p:nvSpPr>
          <p:spPr>
            <a:xfrm>
              <a:off x="1320419" y="4087919"/>
              <a:ext cx="253191" cy="278701"/>
            </a:xfrm>
            <a:custGeom>
              <a:avLst/>
              <a:gdLst/>
              <a:ahLst/>
              <a:cxnLst/>
              <a:rect l="l" t="t" r="r" b="b"/>
              <a:pathLst>
                <a:path w="1856" h="2043" extrusionOk="0">
                  <a:moveTo>
                    <a:pt x="1781" y="0"/>
                  </a:moveTo>
                  <a:cubicBezTo>
                    <a:pt x="1762" y="0"/>
                    <a:pt x="1741" y="9"/>
                    <a:pt x="1723" y="21"/>
                  </a:cubicBezTo>
                  <a:cubicBezTo>
                    <a:pt x="1178" y="677"/>
                    <a:pt x="612" y="1310"/>
                    <a:pt x="34" y="1932"/>
                  </a:cubicBezTo>
                  <a:cubicBezTo>
                    <a:pt x="0" y="1954"/>
                    <a:pt x="0" y="1998"/>
                    <a:pt x="34" y="2032"/>
                  </a:cubicBezTo>
                  <a:cubicBezTo>
                    <a:pt x="45" y="2043"/>
                    <a:pt x="67" y="2043"/>
                    <a:pt x="78" y="2043"/>
                  </a:cubicBezTo>
                  <a:cubicBezTo>
                    <a:pt x="101" y="2043"/>
                    <a:pt x="123" y="2043"/>
                    <a:pt x="134" y="2020"/>
                  </a:cubicBezTo>
                  <a:cubicBezTo>
                    <a:pt x="711" y="1410"/>
                    <a:pt x="1289" y="766"/>
                    <a:pt x="1834" y="121"/>
                  </a:cubicBezTo>
                  <a:cubicBezTo>
                    <a:pt x="1856" y="88"/>
                    <a:pt x="1856" y="43"/>
                    <a:pt x="1822" y="21"/>
                  </a:cubicBezTo>
                  <a:cubicBezTo>
                    <a:pt x="1812" y="6"/>
                    <a:pt x="1797" y="0"/>
                    <a:pt x="1781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3"/>
            <p:cNvSpPr/>
            <p:nvPr/>
          </p:nvSpPr>
          <p:spPr>
            <a:xfrm>
              <a:off x="1000653" y="3140486"/>
              <a:ext cx="321400" cy="433671"/>
            </a:xfrm>
            <a:custGeom>
              <a:avLst/>
              <a:gdLst/>
              <a:ahLst/>
              <a:cxnLst/>
              <a:rect l="l" t="t" r="r" b="b"/>
              <a:pathLst>
                <a:path w="2356" h="3179" extrusionOk="0">
                  <a:moveTo>
                    <a:pt x="80" y="0"/>
                  </a:moveTo>
                  <a:cubicBezTo>
                    <a:pt x="68" y="0"/>
                    <a:pt x="57" y="4"/>
                    <a:pt x="45" y="12"/>
                  </a:cubicBezTo>
                  <a:cubicBezTo>
                    <a:pt x="11" y="34"/>
                    <a:pt x="1" y="78"/>
                    <a:pt x="23" y="112"/>
                  </a:cubicBezTo>
                  <a:cubicBezTo>
                    <a:pt x="722" y="1134"/>
                    <a:pt x="1467" y="2167"/>
                    <a:pt x="2222" y="3156"/>
                  </a:cubicBezTo>
                  <a:cubicBezTo>
                    <a:pt x="2233" y="3167"/>
                    <a:pt x="2255" y="3178"/>
                    <a:pt x="2278" y="3178"/>
                  </a:cubicBezTo>
                  <a:cubicBezTo>
                    <a:pt x="2289" y="3178"/>
                    <a:pt x="2311" y="3178"/>
                    <a:pt x="2322" y="3167"/>
                  </a:cubicBezTo>
                  <a:cubicBezTo>
                    <a:pt x="2356" y="3144"/>
                    <a:pt x="2356" y="3100"/>
                    <a:pt x="2334" y="3067"/>
                  </a:cubicBezTo>
                  <a:cubicBezTo>
                    <a:pt x="1578" y="2078"/>
                    <a:pt x="845" y="1056"/>
                    <a:pt x="134" y="34"/>
                  </a:cubicBezTo>
                  <a:cubicBezTo>
                    <a:pt x="120" y="13"/>
                    <a:pt x="100" y="0"/>
                    <a:pt x="80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3"/>
            <p:cNvSpPr/>
            <p:nvPr/>
          </p:nvSpPr>
          <p:spPr>
            <a:xfrm>
              <a:off x="1006791" y="3838408"/>
              <a:ext cx="304620" cy="323719"/>
            </a:xfrm>
            <a:custGeom>
              <a:avLst/>
              <a:gdLst/>
              <a:ahLst/>
              <a:cxnLst/>
              <a:rect l="l" t="t" r="r" b="b"/>
              <a:pathLst>
                <a:path w="2233" h="2373" extrusionOk="0">
                  <a:moveTo>
                    <a:pt x="76" y="1"/>
                  </a:moveTo>
                  <a:cubicBezTo>
                    <a:pt x="58" y="1"/>
                    <a:pt x="39" y="6"/>
                    <a:pt x="22" y="17"/>
                  </a:cubicBezTo>
                  <a:cubicBezTo>
                    <a:pt x="0" y="40"/>
                    <a:pt x="0" y="84"/>
                    <a:pt x="22" y="117"/>
                  </a:cubicBezTo>
                  <a:cubicBezTo>
                    <a:pt x="722" y="850"/>
                    <a:pt x="1422" y="1595"/>
                    <a:pt x="2099" y="2350"/>
                  </a:cubicBezTo>
                  <a:cubicBezTo>
                    <a:pt x="2111" y="2372"/>
                    <a:pt x="2133" y="2372"/>
                    <a:pt x="2155" y="2372"/>
                  </a:cubicBezTo>
                  <a:cubicBezTo>
                    <a:pt x="2166" y="2372"/>
                    <a:pt x="2188" y="2372"/>
                    <a:pt x="2200" y="2361"/>
                  </a:cubicBezTo>
                  <a:cubicBezTo>
                    <a:pt x="2233" y="2328"/>
                    <a:pt x="2233" y="2284"/>
                    <a:pt x="2200" y="2261"/>
                  </a:cubicBezTo>
                  <a:cubicBezTo>
                    <a:pt x="1522" y="1506"/>
                    <a:pt x="833" y="751"/>
                    <a:pt x="122" y="17"/>
                  </a:cubicBezTo>
                  <a:cubicBezTo>
                    <a:pt x="111" y="6"/>
                    <a:pt x="94" y="1"/>
                    <a:pt x="76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" name="Google Shape;248;p13"/>
          <p:cNvGrpSpPr/>
          <p:nvPr/>
        </p:nvGrpSpPr>
        <p:grpSpPr>
          <a:xfrm flipH="1">
            <a:off x="8268419" y="1842310"/>
            <a:ext cx="2001362" cy="3011025"/>
            <a:chOff x="7256414" y="1350800"/>
            <a:chExt cx="2327978" cy="3502413"/>
          </a:xfrm>
        </p:grpSpPr>
        <p:sp>
          <p:nvSpPr>
            <p:cNvPr id="249" name="Google Shape;249;p13"/>
            <p:cNvSpPr/>
            <p:nvPr/>
          </p:nvSpPr>
          <p:spPr>
            <a:xfrm>
              <a:off x="8527838" y="3179912"/>
              <a:ext cx="1056554" cy="1406601"/>
            </a:xfrm>
            <a:custGeom>
              <a:avLst/>
              <a:gdLst/>
              <a:ahLst/>
              <a:cxnLst/>
              <a:rect l="l" t="t" r="r" b="b"/>
              <a:pathLst>
                <a:path w="7745" h="10311" extrusionOk="0">
                  <a:moveTo>
                    <a:pt x="3876" y="0"/>
                  </a:moveTo>
                  <a:cubicBezTo>
                    <a:pt x="3770" y="0"/>
                    <a:pt x="3663" y="8"/>
                    <a:pt x="3556" y="23"/>
                  </a:cubicBezTo>
                  <a:cubicBezTo>
                    <a:pt x="2901" y="123"/>
                    <a:pt x="2323" y="500"/>
                    <a:pt x="1889" y="1001"/>
                  </a:cubicBezTo>
                  <a:cubicBezTo>
                    <a:pt x="1556" y="1334"/>
                    <a:pt x="1267" y="1734"/>
                    <a:pt x="1045" y="2156"/>
                  </a:cubicBezTo>
                  <a:cubicBezTo>
                    <a:pt x="223" y="3689"/>
                    <a:pt x="1" y="5877"/>
                    <a:pt x="479" y="7533"/>
                  </a:cubicBezTo>
                  <a:cubicBezTo>
                    <a:pt x="712" y="8333"/>
                    <a:pt x="1178" y="8965"/>
                    <a:pt x="1823" y="9488"/>
                  </a:cubicBezTo>
                  <a:cubicBezTo>
                    <a:pt x="2334" y="9921"/>
                    <a:pt x="3189" y="10298"/>
                    <a:pt x="3867" y="10310"/>
                  </a:cubicBezTo>
                  <a:cubicBezTo>
                    <a:pt x="3881" y="10310"/>
                    <a:pt x="3895" y="10310"/>
                    <a:pt x="3908" y="10310"/>
                  </a:cubicBezTo>
                  <a:cubicBezTo>
                    <a:pt x="4791" y="10310"/>
                    <a:pt x="5552" y="9976"/>
                    <a:pt x="6044" y="9243"/>
                  </a:cubicBezTo>
                  <a:cubicBezTo>
                    <a:pt x="6100" y="9210"/>
                    <a:pt x="6155" y="9165"/>
                    <a:pt x="6200" y="9121"/>
                  </a:cubicBezTo>
                  <a:cubicBezTo>
                    <a:pt x="6955" y="8432"/>
                    <a:pt x="7366" y="7432"/>
                    <a:pt x="7522" y="6422"/>
                  </a:cubicBezTo>
                  <a:cubicBezTo>
                    <a:pt x="7744" y="5011"/>
                    <a:pt x="7510" y="3534"/>
                    <a:pt x="6866" y="2256"/>
                  </a:cubicBezTo>
                  <a:cubicBezTo>
                    <a:pt x="6282" y="1076"/>
                    <a:pt x="5157" y="0"/>
                    <a:pt x="3876" y="0"/>
                  </a:cubicBezTo>
                  <a:close/>
                </a:path>
              </a:pathLst>
            </a:custGeom>
            <a:solidFill>
              <a:srgbClr val="2A56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3"/>
            <p:cNvSpPr/>
            <p:nvPr/>
          </p:nvSpPr>
          <p:spPr>
            <a:xfrm>
              <a:off x="9047731" y="3516458"/>
              <a:ext cx="36560" cy="1336755"/>
            </a:xfrm>
            <a:custGeom>
              <a:avLst/>
              <a:gdLst/>
              <a:ahLst/>
              <a:cxnLst/>
              <a:rect l="l" t="t" r="r" b="b"/>
              <a:pathLst>
                <a:path w="268" h="9799" extrusionOk="0">
                  <a:moveTo>
                    <a:pt x="134" y="0"/>
                  </a:moveTo>
                  <a:cubicBezTo>
                    <a:pt x="67" y="0"/>
                    <a:pt x="1" y="55"/>
                    <a:pt x="1" y="133"/>
                  </a:cubicBezTo>
                  <a:lnTo>
                    <a:pt x="1" y="9665"/>
                  </a:lnTo>
                  <a:cubicBezTo>
                    <a:pt x="1" y="9731"/>
                    <a:pt x="67" y="9798"/>
                    <a:pt x="134" y="9798"/>
                  </a:cubicBezTo>
                  <a:cubicBezTo>
                    <a:pt x="211" y="9798"/>
                    <a:pt x="267" y="9731"/>
                    <a:pt x="267" y="9665"/>
                  </a:cubicBezTo>
                  <a:lnTo>
                    <a:pt x="267" y="133"/>
                  </a:lnTo>
                  <a:cubicBezTo>
                    <a:pt x="267" y="55"/>
                    <a:pt x="211" y="0"/>
                    <a:pt x="134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3"/>
            <p:cNvSpPr/>
            <p:nvPr/>
          </p:nvSpPr>
          <p:spPr>
            <a:xfrm>
              <a:off x="9059872" y="3514276"/>
              <a:ext cx="316761" cy="406797"/>
            </a:xfrm>
            <a:custGeom>
              <a:avLst/>
              <a:gdLst/>
              <a:ahLst/>
              <a:cxnLst/>
              <a:rect l="l" t="t" r="r" b="b"/>
              <a:pathLst>
                <a:path w="2322" h="2982" extrusionOk="0">
                  <a:moveTo>
                    <a:pt x="2167" y="0"/>
                  </a:moveTo>
                  <a:cubicBezTo>
                    <a:pt x="2125" y="0"/>
                    <a:pt x="2082" y="20"/>
                    <a:pt x="2055" y="61"/>
                  </a:cubicBezTo>
                  <a:cubicBezTo>
                    <a:pt x="1433" y="982"/>
                    <a:pt x="756" y="1893"/>
                    <a:pt x="45" y="2760"/>
                  </a:cubicBezTo>
                  <a:cubicBezTo>
                    <a:pt x="0" y="2816"/>
                    <a:pt x="11" y="2904"/>
                    <a:pt x="67" y="2949"/>
                  </a:cubicBezTo>
                  <a:cubicBezTo>
                    <a:pt x="89" y="2971"/>
                    <a:pt x="122" y="2982"/>
                    <a:pt x="144" y="2982"/>
                  </a:cubicBezTo>
                  <a:cubicBezTo>
                    <a:pt x="189" y="2982"/>
                    <a:pt x="223" y="2959"/>
                    <a:pt x="255" y="2937"/>
                  </a:cubicBezTo>
                  <a:cubicBezTo>
                    <a:pt x="966" y="2060"/>
                    <a:pt x="1645" y="1138"/>
                    <a:pt x="2277" y="216"/>
                  </a:cubicBezTo>
                  <a:cubicBezTo>
                    <a:pt x="2322" y="149"/>
                    <a:pt x="2311" y="71"/>
                    <a:pt x="2244" y="27"/>
                  </a:cubicBezTo>
                  <a:cubicBezTo>
                    <a:pt x="2222" y="9"/>
                    <a:pt x="2195" y="0"/>
                    <a:pt x="2167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3"/>
            <p:cNvSpPr/>
            <p:nvPr/>
          </p:nvSpPr>
          <p:spPr>
            <a:xfrm>
              <a:off x="9314430" y="3826540"/>
              <a:ext cx="174342" cy="185528"/>
            </a:xfrm>
            <a:custGeom>
              <a:avLst/>
              <a:gdLst/>
              <a:ahLst/>
              <a:cxnLst/>
              <a:rect l="l" t="t" r="r" b="b"/>
              <a:pathLst>
                <a:path w="1278" h="1360" extrusionOk="0">
                  <a:moveTo>
                    <a:pt x="1123" y="1"/>
                  </a:moveTo>
                  <a:cubicBezTo>
                    <a:pt x="1085" y="1"/>
                    <a:pt x="1047" y="18"/>
                    <a:pt x="1023" y="48"/>
                  </a:cubicBezTo>
                  <a:cubicBezTo>
                    <a:pt x="722" y="426"/>
                    <a:pt x="389" y="793"/>
                    <a:pt x="56" y="1137"/>
                  </a:cubicBezTo>
                  <a:cubicBezTo>
                    <a:pt x="1" y="1181"/>
                    <a:pt x="1" y="1270"/>
                    <a:pt x="56" y="1326"/>
                  </a:cubicBezTo>
                  <a:cubicBezTo>
                    <a:pt x="78" y="1349"/>
                    <a:pt x="112" y="1359"/>
                    <a:pt x="145" y="1359"/>
                  </a:cubicBezTo>
                  <a:cubicBezTo>
                    <a:pt x="178" y="1359"/>
                    <a:pt x="211" y="1349"/>
                    <a:pt x="245" y="1326"/>
                  </a:cubicBezTo>
                  <a:cubicBezTo>
                    <a:pt x="589" y="971"/>
                    <a:pt x="922" y="604"/>
                    <a:pt x="1233" y="226"/>
                  </a:cubicBezTo>
                  <a:cubicBezTo>
                    <a:pt x="1278" y="159"/>
                    <a:pt x="1267" y="82"/>
                    <a:pt x="1211" y="38"/>
                  </a:cubicBezTo>
                  <a:cubicBezTo>
                    <a:pt x="1186" y="13"/>
                    <a:pt x="1155" y="1"/>
                    <a:pt x="1123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3"/>
            <p:cNvSpPr/>
            <p:nvPr/>
          </p:nvSpPr>
          <p:spPr>
            <a:xfrm>
              <a:off x="9067375" y="4090375"/>
              <a:ext cx="212266" cy="212675"/>
            </a:xfrm>
            <a:custGeom>
              <a:avLst/>
              <a:gdLst/>
              <a:ahLst/>
              <a:cxnLst/>
              <a:rect l="l" t="t" r="r" b="b"/>
              <a:pathLst>
                <a:path w="1556" h="1559" extrusionOk="0">
                  <a:moveTo>
                    <a:pt x="1405" y="1"/>
                  </a:moveTo>
                  <a:cubicBezTo>
                    <a:pt x="1366" y="1"/>
                    <a:pt x="1326" y="21"/>
                    <a:pt x="1301" y="59"/>
                  </a:cubicBezTo>
                  <a:cubicBezTo>
                    <a:pt x="934" y="514"/>
                    <a:pt x="512" y="948"/>
                    <a:pt x="67" y="1325"/>
                  </a:cubicBezTo>
                  <a:cubicBezTo>
                    <a:pt x="1" y="1370"/>
                    <a:pt x="1" y="1459"/>
                    <a:pt x="45" y="1514"/>
                  </a:cubicBezTo>
                  <a:cubicBezTo>
                    <a:pt x="67" y="1547"/>
                    <a:pt x="112" y="1558"/>
                    <a:pt x="145" y="1558"/>
                  </a:cubicBezTo>
                  <a:cubicBezTo>
                    <a:pt x="178" y="1558"/>
                    <a:pt x="212" y="1547"/>
                    <a:pt x="234" y="1525"/>
                  </a:cubicBezTo>
                  <a:cubicBezTo>
                    <a:pt x="701" y="1136"/>
                    <a:pt x="1134" y="703"/>
                    <a:pt x="1511" y="225"/>
                  </a:cubicBezTo>
                  <a:cubicBezTo>
                    <a:pt x="1556" y="158"/>
                    <a:pt x="1545" y="81"/>
                    <a:pt x="1489" y="37"/>
                  </a:cubicBezTo>
                  <a:cubicBezTo>
                    <a:pt x="1465" y="13"/>
                    <a:pt x="1435" y="1"/>
                    <a:pt x="1405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3"/>
            <p:cNvSpPr/>
            <p:nvPr/>
          </p:nvSpPr>
          <p:spPr>
            <a:xfrm>
              <a:off x="8844603" y="3427376"/>
              <a:ext cx="228909" cy="277064"/>
            </a:xfrm>
            <a:custGeom>
              <a:avLst/>
              <a:gdLst/>
              <a:ahLst/>
              <a:cxnLst/>
              <a:rect l="l" t="t" r="r" b="b"/>
              <a:pathLst>
                <a:path w="1678" h="2031" extrusionOk="0">
                  <a:moveTo>
                    <a:pt x="155" y="0"/>
                  </a:moveTo>
                  <a:cubicBezTo>
                    <a:pt x="124" y="0"/>
                    <a:pt x="92" y="11"/>
                    <a:pt x="68" y="31"/>
                  </a:cubicBezTo>
                  <a:cubicBezTo>
                    <a:pt x="12" y="86"/>
                    <a:pt x="1" y="164"/>
                    <a:pt x="56" y="219"/>
                  </a:cubicBezTo>
                  <a:cubicBezTo>
                    <a:pt x="534" y="786"/>
                    <a:pt x="1001" y="1375"/>
                    <a:pt x="1423" y="1975"/>
                  </a:cubicBezTo>
                  <a:cubicBezTo>
                    <a:pt x="1445" y="2019"/>
                    <a:pt x="1490" y="2031"/>
                    <a:pt x="1534" y="2031"/>
                  </a:cubicBezTo>
                  <a:cubicBezTo>
                    <a:pt x="1556" y="2031"/>
                    <a:pt x="1589" y="2031"/>
                    <a:pt x="1611" y="2008"/>
                  </a:cubicBezTo>
                  <a:cubicBezTo>
                    <a:pt x="1667" y="1964"/>
                    <a:pt x="1678" y="1886"/>
                    <a:pt x="1645" y="1819"/>
                  </a:cubicBezTo>
                  <a:cubicBezTo>
                    <a:pt x="1211" y="1209"/>
                    <a:pt x="745" y="609"/>
                    <a:pt x="256" y="53"/>
                  </a:cubicBezTo>
                  <a:cubicBezTo>
                    <a:pt x="232" y="17"/>
                    <a:pt x="194" y="0"/>
                    <a:pt x="155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3"/>
            <p:cNvSpPr/>
            <p:nvPr/>
          </p:nvSpPr>
          <p:spPr>
            <a:xfrm>
              <a:off x="8727965" y="3869921"/>
              <a:ext cx="342544" cy="364917"/>
            </a:xfrm>
            <a:custGeom>
              <a:avLst/>
              <a:gdLst/>
              <a:ahLst/>
              <a:cxnLst/>
              <a:rect l="l" t="t" r="r" b="b"/>
              <a:pathLst>
                <a:path w="2511" h="2675" extrusionOk="0">
                  <a:moveTo>
                    <a:pt x="154" y="0"/>
                  </a:moveTo>
                  <a:cubicBezTo>
                    <a:pt x="120" y="0"/>
                    <a:pt x="84" y="14"/>
                    <a:pt x="56" y="41"/>
                  </a:cubicBezTo>
                  <a:cubicBezTo>
                    <a:pt x="0" y="86"/>
                    <a:pt x="0" y="175"/>
                    <a:pt x="56" y="231"/>
                  </a:cubicBezTo>
                  <a:lnTo>
                    <a:pt x="2266" y="2630"/>
                  </a:lnTo>
                  <a:cubicBezTo>
                    <a:pt x="2289" y="2663"/>
                    <a:pt x="2333" y="2675"/>
                    <a:pt x="2367" y="2675"/>
                  </a:cubicBezTo>
                  <a:cubicBezTo>
                    <a:pt x="2400" y="2675"/>
                    <a:pt x="2433" y="2663"/>
                    <a:pt x="2456" y="2641"/>
                  </a:cubicBezTo>
                  <a:cubicBezTo>
                    <a:pt x="2511" y="2586"/>
                    <a:pt x="2511" y="2508"/>
                    <a:pt x="2466" y="2453"/>
                  </a:cubicBezTo>
                  <a:lnTo>
                    <a:pt x="245" y="41"/>
                  </a:lnTo>
                  <a:cubicBezTo>
                    <a:pt x="222" y="14"/>
                    <a:pt x="189" y="0"/>
                    <a:pt x="154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3"/>
            <p:cNvSpPr/>
            <p:nvPr/>
          </p:nvSpPr>
          <p:spPr>
            <a:xfrm>
              <a:off x="7256414" y="1943133"/>
              <a:ext cx="1900569" cy="2744720"/>
            </a:xfrm>
            <a:custGeom>
              <a:avLst/>
              <a:gdLst/>
              <a:ahLst/>
              <a:cxnLst/>
              <a:rect l="l" t="t" r="r" b="b"/>
              <a:pathLst>
                <a:path w="13932" h="20120" extrusionOk="0">
                  <a:moveTo>
                    <a:pt x="7734" y="1"/>
                  </a:moveTo>
                  <a:cubicBezTo>
                    <a:pt x="7545" y="1"/>
                    <a:pt x="7357" y="33"/>
                    <a:pt x="7177" y="102"/>
                  </a:cubicBezTo>
                  <a:cubicBezTo>
                    <a:pt x="6410" y="390"/>
                    <a:pt x="5988" y="1213"/>
                    <a:pt x="5810" y="2012"/>
                  </a:cubicBezTo>
                  <a:cubicBezTo>
                    <a:pt x="5333" y="4190"/>
                    <a:pt x="6133" y="6411"/>
                    <a:pt x="6377" y="8623"/>
                  </a:cubicBezTo>
                  <a:cubicBezTo>
                    <a:pt x="6433" y="9144"/>
                    <a:pt x="6333" y="9845"/>
                    <a:pt x="5822" y="9933"/>
                  </a:cubicBezTo>
                  <a:cubicBezTo>
                    <a:pt x="5793" y="9938"/>
                    <a:pt x="5764" y="9940"/>
                    <a:pt x="5736" y="9940"/>
                  </a:cubicBezTo>
                  <a:cubicBezTo>
                    <a:pt x="5406" y="9940"/>
                    <a:pt x="5122" y="9659"/>
                    <a:pt x="4867" y="9445"/>
                  </a:cubicBezTo>
                  <a:cubicBezTo>
                    <a:pt x="4210" y="8883"/>
                    <a:pt x="3361" y="8564"/>
                    <a:pt x="2504" y="8564"/>
                  </a:cubicBezTo>
                  <a:cubicBezTo>
                    <a:pt x="2462" y="8564"/>
                    <a:pt x="2420" y="8565"/>
                    <a:pt x="2378" y="8567"/>
                  </a:cubicBezTo>
                  <a:cubicBezTo>
                    <a:pt x="2223" y="8578"/>
                    <a:pt x="2056" y="8589"/>
                    <a:pt x="1934" y="8678"/>
                  </a:cubicBezTo>
                  <a:cubicBezTo>
                    <a:pt x="1633" y="8867"/>
                    <a:pt x="1645" y="9311"/>
                    <a:pt x="1745" y="9645"/>
                  </a:cubicBezTo>
                  <a:cubicBezTo>
                    <a:pt x="2233" y="11188"/>
                    <a:pt x="3978" y="12144"/>
                    <a:pt x="4322" y="13733"/>
                  </a:cubicBezTo>
                  <a:cubicBezTo>
                    <a:pt x="4366" y="13943"/>
                    <a:pt x="4378" y="14188"/>
                    <a:pt x="4245" y="14355"/>
                  </a:cubicBezTo>
                  <a:cubicBezTo>
                    <a:pt x="4144" y="14476"/>
                    <a:pt x="3978" y="14532"/>
                    <a:pt x="3822" y="14555"/>
                  </a:cubicBezTo>
                  <a:cubicBezTo>
                    <a:pt x="3736" y="14568"/>
                    <a:pt x="3651" y="14574"/>
                    <a:pt x="3565" y="14574"/>
                  </a:cubicBezTo>
                  <a:cubicBezTo>
                    <a:pt x="3012" y="14574"/>
                    <a:pt x="2471" y="14322"/>
                    <a:pt x="1922" y="14188"/>
                  </a:cubicBezTo>
                  <a:cubicBezTo>
                    <a:pt x="1753" y="14149"/>
                    <a:pt x="1570" y="14127"/>
                    <a:pt x="1389" y="14127"/>
                  </a:cubicBezTo>
                  <a:cubicBezTo>
                    <a:pt x="894" y="14127"/>
                    <a:pt x="407" y="14290"/>
                    <a:pt x="212" y="14721"/>
                  </a:cubicBezTo>
                  <a:cubicBezTo>
                    <a:pt x="1" y="15165"/>
                    <a:pt x="201" y="15688"/>
                    <a:pt x="456" y="16110"/>
                  </a:cubicBezTo>
                  <a:cubicBezTo>
                    <a:pt x="1234" y="17387"/>
                    <a:pt x="2512" y="18309"/>
                    <a:pt x="3877" y="18920"/>
                  </a:cubicBezTo>
                  <a:cubicBezTo>
                    <a:pt x="5111" y="19465"/>
                    <a:pt x="6777" y="20109"/>
                    <a:pt x="8143" y="20120"/>
                  </a:cubicBezTo>
                  <a:cubicBezTo>
                    <a:pt x="8150" y="20120"/>
                    <a:pt x="8156" y="20120"/>
                    <a:pt x="8162" y="20120"/>
                  </a:cubicBezTo>
                  <a:cubicBezTo>
                    <a:pt x="9442" y="20120"/>
                    <a:pt x="10481" y="18972"/>
                    <a:pt x="11399" y="18209"/>
                  </a:cubicBezTo>
                  <a:cubicBezTo>
                    <a:pt x="12409" y="17376"/>
                    <a:pt x="13475" y="16288"/>
                    <a:pt x="13342" y="14987"/>
                  </a:cubicBezTo>
                  <a:cubicBezTo>
                    <a:pt x="13320" y="14799"/>
                    <a:pt x="13265" y="14599"/>
                    <a:pt x="13109" y="14476"/>
                  </a:cubicBezTo>
                  <a:cubicBezTo>
                    <a:pt x="13006" y="14395"/>
                    <a:pt x="12883" y="14372"/>
                    <a:pt x="12752" y="14372"/>
                  </a:cubicBezTo>
                  <a:cubicBezTo>
                    <a:pt x="12575" y="14372"/>
                    <a:pt x="12382" y="14414"/>
                    <a:pt x="12203" y="14414"/>
                  </a:cubicBezTo>
                  <a:cubicBezTo>
                    <a:pt x="12171" y="14414"/>
                    <a:pt x="12140" y="14413"/>
                    <a:pt x="12110" y="14410"/>
                  </a:cubicBezTo>
                  <a:cubicBezTo>
                    <a:pt x="11387" y="14343"/>
                    <a:pt x="11132" y="13343"/>
                    <a:pt x="11454" y="12688"/>
                  </a:cubicBezTo>
                  <a:cubicBezTo>
                    <a:pt x="11765" y="12044"/>
                    <a:pt x="12398" y="11622"/>
                    <a:pt x="12865" y="11077"/>
                  </a:cubicBezTo>
                  <a:cubicBezTo>
                    <a:pt x="13287" y="10600"/>
                    <a:pt x="13576" y="10033"/>
                    <a:pt x="13731" y="9422"/>
                  </a:cubicBezTo>
                  <a:cubicBezTo>
                    <a:pt x="13931" y="8623"/>
                    <a:pt x="13665" y="7534"/>
                    <a:pt x="12843" y="7445"/>
                  </a:cubicBezTo>
                  <a:cubicBezTo>
                    <a:pt x="12808" y="7441"/>
                    <a:pt x="12774" y="7439"/>
                    <a:pt x="12740" y="7439"/>
                  </a:cubicBezTo>
                  <a:cubicBezTo>
                    <a:pt x="12199" y="7439"/>
                    <a:pt x="11761" y="7924"/>
                    <a:pt x="11343" y="8300"/>
                  </a:cubicBezTo>
                  <a:cubicBezTo>
                    <a:pt x="11054" y="8567"/>
                    <a:pt x="10637" y="8794"/>
                    <a:pt x="10262" y="8794"/>
                  </a:cubicBezTo>
                  <a:cubicBezTo>
                    <a:pt x="10075" y="8794"/>
                    <a:pt x="9899" y="8737"/>
                    <a:pt x="9754" y="8600"/>
                  </a:cubicBezTo>
                  <a:cubicBezTo>
                    <a:pt x="9387" y="8245"/>
                    <a:pt x="9543" y="7633"/>
                    <a:pt x="9688" y="7145"/>
                  </a:cubicBezTo>
                  <a:cubicBezTo>
                    <a:pt x="10054" y="5945"/>
                    <a:pt x="10210" y="4678"/>
                    <a:pt x="10165" y="3424"/>
                  </a:cubicBezTo>
                  <a:cubicBezTo>
                    <a:pt x="10132" y="2557"/>
                    <a:pt x="9977" y="1646"/>
                    <a:pt x="9466" y="935"/>
                  </a:cubicBezTo>
                  <a:cubicBezTo>
                    <a:pt x="9068" y="391"/>
                    <a:pt x="8395" y="1"/>
                    <a:pt x="7734" y="1"/>
                  </a:cubicBez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3"/>
            <p:cNvSpPr/>
            <p:nvPr/>
          </p:nvSpPr>
          <p:spPr>
            <a:xfrm>
              <a:off x="8305203" y="2676797"/>
              <a:ext cx="24282" cy="2068635"/>
            </a:xfrm>
            <a:custGeom>
              <a:avLst/>
              <a:gdLst/>
              <a:ahLst/>
              <a:cxnLst/>
              <a:rect l="l" t="t" r="r" b="b"/>
              <a:pathLst>
                <a:path w="178" h="15164" extrusionOk="0">
                  <a:moveTo>
                    <a:pt x="89" y="1"/>
                  </a:moveTo>
                  <a:cubicBezTo>
                    <a:pt x="45" y="1"/>
                    <a:pt x="0" y="45"/>
                    <a:pt x="0" y="90"/>
                  </a:cubicBezTo>
                  <a:lnTo>
                    <a:pt x="0" y="15075"/>
                  </a:lnTo>
                  <a:cubicBezTo>
                    <a:pt x="0" y="15131"/>
                    <a:pt x="45" y="15164"/>
                    <a:pt x="89" y="15164"/>
                  </a:cubicBezTo>
                  <a:cubicBezTo>
                    <a:pt x="144" y="15164"/>
                    <a:pt x="178" y="15131"/>
                    <a:pt x="178" y="15075"/>
                  </a:cubicBezTo>
                  <a:lnTo>
                    <a:pt x="178" y="90"/>
                  </a:lnTo>
                  <a:cubicBezTo>
                    <a:pt x="178" y="45"/>
                    <a:pt x="144" y="1"/>
                    <a:pt x="89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3"/>
            <p:cNvSpPr/>
            <p:nvPr/>
          </p:nvSpPr>
          <p:spPr>
            <a:xfrm>
              <a:off x="8574903" y="3305417"/>
              <a:ext cx="281975" cy="268742"/>
            </a:xfrm>
            <a:custGeom>
              <a:avLst/>
              <a:gdLst/>
              <a:ahLst/>
              <a:cxnLst/>
              <a:rect l="l" t="t" r="r" b="b"/>
              <a:pathLst>
                <a:path w="2067" h="1970" extrusionOk="0">
                  <a:moveTo>
                    <a:pt x="1972" y="0"/>
                  </a:moveTo>
                  <a:cubicBezTo>
                    <a:pt x="1950" y="0"/>
                    <a:pt x="1928" y="8"/>
                    <a:pt x="1911" y="25"/>
                  </a:cubicBezTo>
                  <a:lnTo>
                    <a:pt x="45" y="1824"/>
                  </a:lnTo>
                  <a:cubicBezTo>
                    <a:pt x="1" y="1858"/>
                    <a:pt x="1" y="1913"/>
                    <a:pt x="33" y="1947"/>
                  </a:cubicBezTo>
                  <a:cubicBezTo>
                    <a:pt x="56" y="1969"/>
                    <a:pt x="78" y="1969"/>
                    <a:pt x="100" y="1969"/>
                  </a:cubicBezTo>
                  <a:cubicBezTo>
                    <a:pt x="122" y="1969"/>
                    <a:pt x="145" y="1969"/>
                    <a:pt x="167" y="1947"/>
                  </a:cubicBezTo>
                  <a:lnTo>
                    <a:pt x="2033" y="147"/>
                  </a:lnTo>
                  <a:cubicBezTo>
                    <a:pt x="2067" y="114"/>
                    <a:pt x="2067" y="59"/>
                    <a:pt x="2033" y="25"/>
                  </a:cubicBezTo>
                  <a:cubicBezTo>
                    <a:pt x="2017" y="8"/>
                    <a:pt x="1994" y="0"/>
                    <a:pt x="1972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3"/>
            <p:cNvSpPr/>
            <p:nvPr/>
          </p:nvSpPr>
          <p:spPr>
            <a:xfrm>
              <a:off x="8329349" y="3650831"/>
              <a:ext cx="153197" cy="159745"/>
            </a:xfrm>
            <a:custGeom>
              <a:avLst/>
              <a:gdLst/>
              <a:ahLst/>
              <a:cxnLst/>
              <a:rect l="l" t="t" r="r" b="b"/>
              <a:pathLst>
                <a:path w="1123" h="1171" extrusionOk="0">
                  <a:moveTo>
                    <a:pt x="1019" y="1"/>
                  </a:moveTo>
                  <a:cubicBezTo>
                    <a:pt x="995" y="1"/>
                    <a:pt x="973" y="9"/>
                    <a:pt x="956" y="26"/>
                  </a:cubicBezTo>
                  <a:lnTo>
                    <a:pt x="34" y="1015"/>
                  </a:lnTo>
                  <a:cubicBezTo>
                    <a:pt x="1" y="1059"/>
                    <a:pt x="1" y="1114"/>
                    <a:pt x="45" y="1148"/>
                  </a:cubicBezTo>
                  <a:cubicBezTo>
                    <a:pt x="56" y="1159"/>
                    <a:pt x="78" y="1170"/>
                    <a:pt x="101" y="1170"/>
                  </a:cubicBezTo>
                  <a:cubicBezTo>
                    <a:pt x="123" y="1170"/>
                    <a:pt x="145" y="1159"/>
                    <a:pt x="167" y="1136"/>
                  </a:cubicBezTo>
                  <a:lnTo>
                    <a:pt x="1090" y="148"/>
                  </a:lnTo>
                  <a:cubicBezTo>
                    <a:pt x="1123" y="114"/>
                    <a:pt x="1123" y="59"/>
                    <a:pt x="1090" y="26"/>
                  </a:cubicBezTo>
                  <a:cubicBezTo>
                    <a:pt x="1067" y="9"/>
                    <a:pt x="1042" y="1"/>
                    <a:pt x="1019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3"/>
            <p:cNvSpPr/>
            <p:nvPr/>
          </p:nvSpPr>
          <p:spPr>
            <a:xfrm>
              <a:off x="8329349" y="4015208"/>
              <a:ext cx="485101" cy="431761"/>
            </a:xfrm>
            <a:custGeom>
              <a:avLst/>
              <a:gdLst/>
              <a:ahLst/>
              <a:cxnLst/>
              <a:rect l="l" t="t" r="r" b="b"/>
              <a:pathLst>
                <a:path w="3556" h="3165" extrusionOk="0">
                  <a:moveTo>
                    <a:pt x="3448" y="1"/>
                  </a:moveTo>
                  <a:cubicBezTo>
                    <a:pt x="3428" y="1"/>
                    <a:pt x="3407" y="7"/>
                    <a:pt x="3389" y="21"/>
                  </a:cubicBezTo>
                  <a:cubicBezTo>
                    <a:pt x="2267" y="998"/>
                    <a:pt x="1134" y="2010"/>
                    <a:pt x="45" y="3009"/>
                  </a:cubicBezTo>
                  <a:cubicBezTo>
                    <a:pt x="1" y="3042"/>
                    <a:pt x="1" y="3109"/>
                    <a:pt x="34" y="3143"/>
                  </a:cubicBezTo>
                  <a:cubicBezTo>
                    <a:pt x="56" y="3165"/>
                    <a:pt x="78" y="3165"/>
                    <a:pt x="101" y="3165"/>
                  </a:cubicBezTo>
                  <a:cubicBezTo>
                    <a:pt x="123" y="3165"/>
                    <a:pt x="145" y="3165"/>
                    <a:pt x="167" y="3143"/>
                  </a:cubicBezTo>
                  <a:cubicBezTo>
                    <a:pt x="1256" y="2143"/>
                    <a:pt x="2389" y="1132"/>
                    <a:pt x="3511" y="166"/>
                  </a:cubicBezTo>
                  <a:cubicBezTo>
                    <a:pt x="3544" y="132"/>
                    <a:pt x="3556" y="77"/>
                    <a:pt x="3522" y="32"/>
                  </a:cubicBezTo>
                  <a:cubicBezTo>
                    <a:pt x="3503" y="13"/>
                    <a:pt x="3476" y="1"/>
                    <a:pt x="3448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3"/>
            <p:cNvSpPr/>
            <p:nvPr/>
          </p:nvSpPr>
          <p:spPr>
            <a:xfrm>
              <a:off x="7852019" y="3526553"/>
              <a:ext cx="466821" cy="596144"/>
            </a:xfrm>
            <a:custGeom>
              <a:avLst/>
              <a:gdLst/>
              <a:ahLst/>
              <a:cxnLst/>
              <a:rect l="l" t="t" r="r" b="b"/>
              <a:pathLst>
                <a:path w="3422" h="4370" extrusionOk="0">
                  <a:moveTo>
                    <a:pt x="103" y="0"/>
                  </a:moveTo>
                  <a:cubicBezTo>
                    <a:pt x="83" y="0"/>
                    <a:pt x="63" y="6"/>
                    <a:pt x="45" y="15"/>
                  </a:cubicBezTo>
                  <a:cubicBezTo>
                    <a:pt x="12" y="48"/>
                    <a:pt x="0" y="104"/>
                    <a:pt x="34" y="148"/>
                  </a:cubicBezTo>
                  <a:cubicBezTo>
                    <a:pt x="1111" y="1526"/>
                    <a:pt x="2200" y="2925"/>
                    <a:pt x="3244" y="4336"/>
                  </a:cubicBezTo>
                  <a:cubicBezTo>
                    <a:pt x="3266" y="4358"/>
                    <a:pt x="3288" y="4370"/>
                    <a:pt x="3311" y="4370"/>
                  </a:cubicBezTo>
                  <a:cubicBezTo>
                    <a:pt x="3333" y="4370"/>
                    <a:pt x="3355" y="4358"/>
                    <a:pt x="3367" y="4347"/>
                  </a:cubicBezTo>
                  <a:cubicBezTo>
                    <a:pt x="3411" y="4325"/>
                    <a:pt x="3422" y="4269"/>
                    <a:pt x="3389" y="4225"/>
                  </a:cubicBezTo>
                  <a:cubicBezTo>
                    <a:pt x="2333" y="2825"/>
                    <a:pt x="1256" y="1415"/>
                    <a:pt x="167" y="37"/>
                  </a:cubicBezTo>
                  <a:cubicBezTo>
                    <a:pt x="154" y="11"/>
                    <a:pt x="130" y="0"/>
                    <a:pt x="103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3"/>
            <p:cNvSpPr/>
            <p:nvPr/>
          </p:nvSpPr>
          <p:spPr>
            <a:xfrm>
              <a:off x="7835376" y="1350800"/>
              <a:ext cx="1570165" cy="2824252"/>
            </a:xfrm>
            <a:custGeom>
              <a:avLst/>
              <a:gdLst/>
              <a:ahLst/>
              <a:cxnLst/>
              <a:rect l="l" t="t" r="r" b="b"/>
              <a:pathLst>
                <a:path w="11510" h="20703" extrusionOk="0">
                  <a:moveTo>
                    <a:pt x="6288" y="0"/>
                  </a:moveTo>
                  <a:cubicBezTo>
                    <a:pt x="1733" y="4199"/>
                    <a:pt x="1" y="11042"/>
                    <a:pt x="2055" y="16808"/>
                  </a:cubicBezTo>
                  <a:cubicBezTo>
                    <a:pt x="2411" y="17808"/>
                    <a:pt x="2889" y="18796"/>
                    <a:pt x="3655" y="19563"/>
                  </a:cubicBezTo>
                  <a:cubicBezTo>
                    <a:pt x="4467" y="20362"/>
                    <a:pt x="5285" y="20703"/>
                    <a:pt x="6060" y="20703"/>
                  </a:cubicBezTo>
                  <a:cubicBezTo>
                    <a:pt x="7299" y="20703"/>
                    <a:pt x="8425" y="19832"/>
                    <a:pt x="9231" y="18574"/>
                  </a:cubicBezTo>
                  <a:cubicBezTo>
                    <a:pt x="10898" y="15975"/>
                    <a:pt x="11509" y="13009"/>
                    <a:pt x="11009" y="9976"/>
                  </a:cubicBezTo>
                  <a:cubicBezTo>
                    <a:pt x="10398" y="6332"/>
                    <a:pt x="8454" y="3033"/>
                    <a:pt x="6288" y="0"/>
                  </a:cubicBezTo>
                  <a:close/>
                </a:path>
              </a:pathLst>
            </a:custGeom>
            <a:solidFill>
              <a:srgbClr val="A2B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3"/>
            <p:cNvSpPr/>
            <p:nvPr/>
          </p:nvSpPr>
          <p:spPr>
            <a:xfrm>
              <a:off x="8668896" y="1702353"/>
              <a:ext cx="48565" cy="3058208"/>
            </a:xfrm>
            <a:custGeom>
              <a:avLst/>
              <a:gdLst/>
              <a:ahLst/>
              <a:cxnLst/>
              <a:rect l="l" t="t" r="r" b="b"/>
              <a:pathLst>
                <a:path w="356" h="22418" extrusionOk="0">
                  <a:moveTo>
                    <a:pt x="178" y="0"/>
                  </a:moveTo>
                  <a:cubicBezTo>
                    <a:pt x="78" y="0"/>
                    <a:pt x="0" y="79"/>
                    <a:pt x="0" y="178"/>
                  </a:cubicBezTo>
                  <a:lnTo>
                    <a:pt x="0" y="22240"/>
                  </a:lnTo>
                  <a:cubicBezTo>
                    <a:pt x="0" y="22341"/>
                    <a:pt x="78" y="22418"/>
                    <a:pt x="178" y="22418"/>
                  </a:cubicBezTo>
                  <a:cubicBezTo>
                    <a:pt x="278" y="22418"/>
                    <a:pt x="356" y="22341"/>
                    <a:pt x="356" y="22240"/>
                  </a:cubicBezTo>
                  <a:lnTo>
                    <a:pt x="356" y="178"/>
                  </a:lnTo>
                  <a:cubicBezTo>
                    <a:pt x="356" y="79"/>
                    <a:pt x="278" y="0"/>
                    <a:pt x="178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3"/>
            <p:cNvSpPr/>
            <p:nvPr/>
          </p:nvSpPr>
          <p:spPr>
            <a:xfrm>
              <a:off x="8662757" y="2060317"/>
              <a:ext cx="369964" cy="619745"/>
            </a:xfrm>
            <a:custGeom>
              <a:avLst/>
              <a:gdLst/>
              <a:ahLst/>
              <a:cxnLst/>
              <a:rect l="l" t="t" r="r" b="b"/>
              <a:pathLst>
                <a:path w="2712" h="4543" extrusionOk="0">
                  <a:moveTo>
                    <a:pt x="2518" y="1"/>
                  </a:moveTo>
                  <a:cubicBezTo>
                    <a:pt x="2451" y="1"/>
                    <a:pt x="2387" y="36"/>
                    <a:pt x="2356" y="98"/>
                  </a:cubicBezTo>
                  <a:cubicBezTo>
                    <a:pt x="1611" y="1487"/>
                    <a:pt x="834" y="2898"/>
                    <a:pt x="56" y="4275"/>
                  </a:cubicBezTo>
                  <a:cubicBezTo>
                    <a:pt x="1" y="4364"/>
                    <a:pt x="34" y="4475"/>
                    <a:pt x="123" y="4520"/>
                  </a:cubicBezTo>
                  <a:cubicBezTo>
                    <a:pt x="145" y="4530"/>
                    <a:pt x="179" y="4542"/>
                    <a:pt x="212" y="4542"/>
                  </a:cubicBezTo>
                  <a:cubicBezTo>
                    <a:pt x="268" y="4542"/>
                    <a:pt x="334" y="4508"/>
                    <a:pt x="367" y="4453"/>
                  </a:cubicBezTo>
                  <a:cubicBezTo>
                    <a:pt x="1145" y="3064"/>
                    <a:pt x="1922" y="1664"/>
                    <a:pt x="2667" y="265"/>
                  </a:cubicBezTo>
                  <a:cubicBezTo>
                    <a:pt x="2711" y="176"/>
                    <a:pt x="2678" y="65"/>
                    <a:pt x="2600" y="20"/>
                  </a:cubicBezTo>
                  <a:cubicBezTo>
                    <a:pt x="2574" y="7"/>
                    <a:pt x="2546" y="1"/>
                    <a:pt x="2518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3"/>
            <p:cNvSpPr/>
            <p:nvPr/>
          </p:nvSpPr>
          <p:spPr>
            <a:xfrm>
              <a:off x="8162781" y="2489220"/>
              <a:ext cx="539531" cy="651530"/>
            </a:xfrm>
            <a:custGeom>
              <a:avLst/>
              <a:gdLst/>
              <a:ahLst/>
              <a:cxnLst/>
              <a:rect l="l" t="t" r="r" b="b"/>
              <a:pathLst>
                <a:path w="3955" h="4776" extrusionOk="0">
                  <a:moveTo>
                    <a:pt x="205" y="1"/>
                  </a:moveTo>
                  <a:cubicBezTo>
                    <a:pt x="170" y="1"/>
                    <a:pt x="133" y="10"/>
                    <a:pt x="100" y="31"/>
                  </a:cubicBezTo>
                  <a:cubicBezTo>
                    <a:pt x="22" y="87"/>
                    <a:pt x="0" y="198"/>
                    <a:pt x="55" y="276"/>
                  </a:cubicBezTo>
                  <a:cubicBezTo>
                    <a:pt x="1133" y="1842"/>
                    <a:pt x="2333" y="3342"/>
                    <a:pt x="3632" y="4719"/>
                  </a:cubicBezTo>
                  <a:cubicBezTo>
                    <a:pt x="3666" y="4753"/>
                    <a:pt x="3710" y="4775"/>
                    <a:pt x="3765" y="4775"/>
                  </a:cubicBezTo>
                  <a:cubicBezTo>
                    <a:pt x="3810" y="4775"/>
                    <a:pt x="3854" y="4764"/>
                    <a:pt x="3888" y="4731"/>
                  </a:cubicBezTo>
                  <a:cubicBezTo>
                    <a:pt x="3955" y="4664"/>
                    <a:pt x="3955" y="4541"/>
                    <a:pt x="3888" y="4475"/>
                  </a:cubicBezTo>
                  <a:cubicBezTo>
                    <a:pt x="2599" y="3109"/>
                    <a:pt x="1410" y="1631"/>
                    <a:pt x="355" y="76"/>
                  </a:cubicBezTo>
                  <a:cubicBezTo>
                    <a:pt x="321" y="27"/>
                    <a:pt x="264" y="1"/>
                    <a:pt x="205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" name="Google Shape;26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13"/>
          <p:cNvSpPr txBox="1">
            <a:spLocks noGrp="1"/>
          </p:cNvSpPr>
          <p:nvPr>
            <p:ph type="title" idx="2" hasCustomPrompt="1"/>
          </p:nvPr>
        </p:nvSpPr>
        <p:spPr>
          <a:xfrm>
            <a:off x="820500" y="1880150"/>
            <a:ext cx="1162800" cy="7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8" name="Google Shape;268;p13"/>
          <p:cNvSpPr txBox="1">
            <a:spLocks noGrp="1"/>
          </p:cNvSpPr>
          <p:nvPr>
            <p:ph type="subTitle" idx="1"/>
          </p:nvPr>
        </p:nvSpPr>
        <p:spPr>
          <a:xfrm>
            <a:off x="2107350" y="2231650"/>
            <a:ext cx="236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13"/>
          <p:cNvSpPr txBox="1">
            <a:spLocks noGrp="1"/>
          </p:cNvSpPr>
          <p:nvPr>
            <p:ph type="subTitle" idx="3"/>
          </p:nvPr>
        </p:nvSpPr>
        <p:spPr>
          <a:xfrm>
            <a:off x="2107350" y="1809625"/>
            <a:ext cx="2364000" cy="4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9pPr>
          </a:lstStyle>
          <a:p>
            <a:endParaRPr/>
          </a:p>
        </p:txBody>
      </p:sp>
      <p:sp>
        <p:nvSpPr>
          <p:cNvPr id="270" name="Google Shape;270;p13"/>
          <p:cNvSpPr txBox="1">
            <a:spLocks noGrp="1"/>
          </p:cNvSpPr>
          <p:nvPr>
            <p:ph type="title" idx="4" hasCustomPrompt="1"/>
          </p:nvPr>
        </p:nvSpPr>
        <p:spPr>
          <a:xfrm>
            <a:off x="4731150" y="1880150"/>
            <a:ext cx="1162800" cy="7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71" name="Google Shape;271;p13"/>
          <p:cNvSpPr txBox="1">
            <a:spLocks noGrp="1"/>
          </p:cNvSpPr>
          <p:nvPr>
            <p:ph type="subTitle" idx="5"/>
          </p:nvPr>
        </p:nvSpPr>
        <p:spPr>
          <a:xfrm>
            <a:off x="6018000" y="2231650"/>
            <a:ext cx="236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13"/>
          <p:cNvSpPr txBox="1">
            <a:spLocks noGrp="1"/>
          </p:cNvSpPr>
          <p:nvPr>
            <p:ph type="subTitle" idx="6"/>
          </p:nvPr>
        </p:nvSpPr>
        <p:spPr>
          <a:xfrm>
            <a:off x="6018000" y="1809625"/>
            <a:ext cx="2364000" cy="4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9pPr>
          </a:lstStyle>
          <a:p>
            <a:endParaRPr/>
          </a:p>
        </p:txBody>
      </p:sp>
      <p:sp>
        <p:nvSpPr>
          <p:cNvPr id="273" name="Google Shape;273;p13"/>
          <p:cNvSpPr txBox="1">
            <a:spLocks noGrp="1"/>
          </p:cNvSpPr>
          <p:nvPr>
            <p:ph type="title" idx="7" hasCustomPrompt="1"/>
          </p:nvPr>
        </p:nvSpPr>
        <p:spPr>
          <a:xfrm>
            <a:off x="820500" y="3411425"/>
            <a:ext cx="1162800" cy="7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74" name="Google Shape;274;p13"/>
          <p:cNvSpPr txBox="1">
            <a:spLocks noGrp="1"/>
          </p:cNvSpPr>
          <p:nvPr>
            <p:ph type="subTitle" idx="8"/>
          </p:nvPr>
        </p:nvSpPr>
        <p:spPr>
          <a:xfrm>
            <a:off x="2107350" y="3744850"/>
            <a:ext cx="236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13"/>
          <p:cNvSpPr txBox="1">
            <a:spLocks noGrp="1"/>
          </p:cNvSpPr>
          <p:nvPr>
            <p:ph type="subTitle" idx="9"/>
          </p:nvPr>
        </p:nvSpPr>
        <p:spPr>
          <a:xfrm>
            <a:off x="2107350" y="3322825"/>
            <a:ext cx="2364000" cy="4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9pPr>
          </a:lstStyle>
          <a:p>
            <a:endParaRPr/>
          </a:p>
        </p:txBody>
      </p:sp>
      <p:sp>
        <p:nvSpPr>
          <p:cNvPr id="276" name="Google Shape;276;p13"/>
          <p:cNvSpPr txBox="1">
            <a:spLocks noGrp="1"/>
          </p:cNvSpPr>
          <p:nvPr>
            <p:ph type="title" idx="13" hasCustomPrompt="1"/>
          </p:nvPr>
        </p:nvSpPr>
        <p:spPr>
          <a:xfrm>
            <a:off x="4731150" y="3411425"/>
            <a:ext cx="1162800" cy="7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77" name="Google Shape;277;p13"/>
          <p:cNvSpPr txBox="1">
            <a:spLocks noGrp="1"/>
          </p:cNvSpPr>
          <p:nvPr>
            <p:ph type="subTitle" idx="14"/>
          </p:nvPr>
        </p:nvSpPr>
        <p:spPr>
          <a:xfrm>
            <a:off x="6018000" y="3744850"/>
            <a:ext cx="236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13"/>
          <p:cNvSpPr txBox="1">
            <a:spLocks noGrp="1"/>
          </p:cNvSpPr>
          <p:nvPr>
            <p:ph type="subTitle" idx="15"/>
          </p:nvPr>
        </p:nvSpPr>
        <p:spPr>
          <a:xfrm>
            <a:off x="6018000" y="3322825"/>
            <a:ext cx="2364000" cy="4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Freckle Face"/>
              <a:buNone/>
              <a:defRPr sz="2200">
                <a:latin typeface="Freckle Face"/>
                <a:ea typeface="Freckle Face"/>
                <a:cs typeface="Freckle Face"/>
                <a:sym typeface="Freckle Face"/>
              </a:defRPr>
            </a:lvl9pPr>
          </a:lstStyle>
          <a:p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0" y="4698600"/>
            <a:ext cx="9144000" cy="444900"/>
          </a:xfrm>
          <a:prstGeom prst="rect">
            <a:avLst/>
          </a:prstGeom>
          <a:gradFill>
            <a:gsLst>
              <a:gs pos="0">
                <a:srgbClr val="B0BEE8"/>
              </a:gs>
              <a:gs pos="100000">
                <a:srgbClr val="E5D8E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01">
  <p:cSld name="SECTION_HEADER_1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"/>
          <p:cNvSpPr txBox="1">
            <a:spLocks noGrp="1"/>
          </p:cNvSpPr>
          <p:nvPr>
            <p:ph type="title"/>
          </p:nvPr>
        </p:nvSpPr>
        <p:spPr>
          <a:xfrm>
            <a:off x="4734175" y="2720150"/>
            <a:ext cx="2955000" cy="46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26" name="Google Shape;326;p15"/>
          <p:cNvSpPr txBox="1">
            <a:spLocks noGrp="1"/>
          </p:cNvSpPr>
          <p:nvPr>
            <p:ph type="title" idx="2" hasCustomPrompt="1"/>
          </p:nvPr>
        </p:nvSpPr>
        <p:spPr>
          <a:xfrm>
            <a:off x="4734186" y="540000"/>
            <a:ext cx="2955000" cy="19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35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27" name="Google Shape;327;p15"/>
          <p:cNvSpPr txBox="1">
            <a:spLocks noGrp="1"/>
          </p:cNvSpPr>
          <p:nvPr>
            <p:ph type="subTitle" idx="1"/>
          </p:nvPr>
        </p:nvSpPr>
        <p:spPr>
          <a:xfrm>
            <a:off x="4865050" y="3726475"/>
            <a:ext cx="2691300" cy="46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328" name="Google Shape;328;p15"/>
          <p:cNvGrpSpPr/>
          <p:nvPr/>
        </p:nvGrpSpPr>
        <p:grpSpPr>
          <a:xfrm flipH="1">
            <a:off x="-62523" y="-31625"/>
            <a:ext cx="9519066" cy="1984479"/>
            <a:chOff x="-309817" y="-31625"/>
            <a:chExt cx="9519066" cy="1984479"/>
          </a:xfrm>
        </p:grpSpPr>
        <p:sp>
          <p:nvSpPr>
            <p:cNvPr id="329" name="Google Shape;329;p15"/>
            <p:cNvSpPr/>
            <p:nvPr/>
          </p:nvSpPr>
          <p:spPr>
            <a:xfrm flipH="1">
              <a:off x="4512955" y="-31625"/>
              <a:ext cx="2584138" cy="1022305"/>
            </a:xfrm>
            <a:custGeom>
              <a:avLst/>
              <a:gdLst/>
              <a:ahLst/>
              <a:cxnLst/>
              <a:rect l="l" t="t" r="r" b="b"/>
              <a:pathLst>
                <a:path w="18852" h="7458" extrusionOk="0">
                  <a:moveTo>
                    <a:pt x="14507" y="1"/>
                  </a:moveTo>
                  <a:cubicBezTo>
                    <a:pt x="13965" y="1"/>
                    <a:pt x="13424" y="367"/>
                    <a:pt x="13064" y="799"/>
                  </a:cubicBezTo>
                  <a:cubicBezTo>
                    <a:pt x="12153" y="1877"/>
                    <a:pt x="11909" y="3343"/>
                    <a:pt x="11686" y="4743"/>
                  </a:cubicBezTo>
                  <a:cubicBezTo>
                    <a:pt x="11709" y="4353"/>
                    <a:pt x="11731" y="3954"/>
                    <a:pt x="11608" y="3576"/>
                  </a:cubicBezTo>
                  <a:cubicBezTo>
                    <a:pt x="11475" y="3210"/>
                    <a:pt x="11175" y="2876"/>
                    <a:pt x="10786" y="2832"/>
                  </a:cubicBezTo>
                  <a:cubicBezTo>
                    <a:pt x="10760" y="2829"/>
                    <a:pt x="10733" y="2828"/>
                    <a:pt x="10707" y="2828"/>
                  </a:cubicBezTo>
                  <a:cubicBezTo>
                    <a:pt x="10336" y="2828"/>
                    <a:pt x="9985" y="3111"/>
                    <a:pt x="9809" y="3443"/>
                  </a:cubicBezTo>
                  <a:cubicBezTo>
                    <a:pt x="9620" y="3798"/>
                    <a:pt x="9576" y="4220"/>
                    <a:pt x="9542" y="4620"/>
                  </a:cubicBezTo>
                  <a:cubicBezTo>
                    <a:pt x="9398" y="3998"/>
                    <a:pt x="9542" y="3176"/>
                    <a:pt x="8976" y="2865"/>
                  </a:cubicBezTo>
                  <a:cubicBezTo>
                    <a:pt x="8872" y="2808"/>
                    <a:pt x="8758" y="2782"/>
                    <a:pt x="8642" y="2782"/>
                  </a:cubicBezTo>
                  <a:cubicBezTo>
                    <a:pt x="8374" y="2782"/>
                    <a:pt x="8096" y="2919"/>
                    <a:pt x="7909" y="3121"/>
                  </a:cubicBezTo>
                  <a:cubicBezTo>
                    <a:pt x="7643" y="3410"/>
                    <a:pt x="7520" y="3798"/>
                    <a:pt x="7398" y="4176"/>
                  </a:cubicBezTo>
                  <a:cubicBezTo>
                    <a:pt x="7332" y="3554"/>
                    <a:pt x="7243" y="2943"/>
                    <a:pt x="7132" y="2343"/>
                  </a:cubicBezTo>
                  <a:cubicBezTo>
                    <a:pt x="6987" y="1499"/>
                    <a:pt x="6732" y="554"/>
                    <a:pt x="5977" y="166"/>
                  </a:cubicBezTo>
                  <a:cubicBezTo>
                    <a:pt x="5759" y="53"/>
                    <a:pt x="5519" y="2"/>
                    <a:pt x="5276" y="2"/>
                  </a:cubicBezTo>
                  <a:cubicBezTo>
                    <a:pt x="4798" y="2"/>
                    <a:pt x="4308" y="201"/>
                    <a:pt x="3955" y="532"/>
                  </a:cubicBezTo>
                  <a:cubicBezTo>
                    <a:pt x="3422" y="1021"/>
                    <a:pt x="3143" y="1743"/>
                    <a:pt x="3044" y="2465"/>
                  </a:cubicBezTo>
                  <a:cubicBezTo>
                    <a:pt x="2782" y="1984"/>
                    <a:pt x="2229" y="1654"/>
                    <a:pt x="1673" y="1654"/>
                  </a:cubicBezTo>
                  <a:cubicBezTo>
                    <a:pt x="1663" y="1654"/>
                    <a:pt x="1654" y="1654"/>
                    <a:pt x="1644" y="1654"/>
                  </a:cubicBezTo>
                  <a:cubicBezTo>
                    <a:pt x="1077" y="1654"/>
                    <a:pt x="533" y="1988"/>
                    <a:pt x="255" y="2476"/>
                  </a:cubicBezTo>
                  <a:cubicBezTo>
                    <a:pt x="22" y="2909"/>
                    <a:pt x="0" y="3420"/>
                    <a:pt x="55" y="3898"/>
                  </a:cubicBezTo>
                  <a:cubicBezTo>
                    <a:pt x="156" y="4998"/>
                    <a:pt x="644" y="6198"/>
                    <a:pt x="1455" y="6975"/>
                  </a:cubicBezTo>
                  <a:cubicBezTo>
                    <a:pt x="1600" y="7120"/>
                    <a:pt x="1788" y="7220"/>
                    <a:pt x="2000" y="7286"/>
                  </a:cubicBezTo>
                  <a:cubicBezTo>
                    <a:pt x="2314" y="7386"/>
                    <a:pt x="2682" y="7415"/>
                    <a:pt x="3056" y="7415"/>
                  </a:cubicBezTo>
                  <a:cubicBezTo>
                    <a:pt x="3554" y="7415"/>
                    <a:pt x="4064" y="7364"/>
                    <a:pt x="4476" y="7364"/>
                  </a:cubicBezTo>
                  <a:lnTo>
                    <a:pt x="8798" y="7364"/>
                  </a:lnTo>
                  <a:cubicBezTo>
                    <a:pt x="10279" y="7364"/>
                    <a:pt x="11810" y="7458"/>
                    <a:pt x="13321" y="7458"/>
                  </a:cubicBezTo>
                  <a:cubicBezTo>
                    <a:pt x="14076" y="7458"/>
                    <a:pt x="14826" y="7435"/>
                    <a:pt x="15563" y="7364"/>
                  </a:cubicBezTo>
                  <a:cubicBezTo>
                    <a:pt x="17096" y="7209"/>
                    <a:pt x="18518" y="6142"/>
                    <a:pt x="18785" y="4553"/>
                  </a:cubicBezTo>
                  <a:cubicBezTo>
                    <a:pt x="18851" y="4165"/>
                    <a:pt x="18841" y="3709"/>
                    <a:pt x="18562" y="3410"/>
                  </a:cubicBezTo>
                  <a:cubicBezTo>
                    <a:pt x="18359" y="3185"/>
                    <a:pt x="18080" y="3103"/>
                    <a:pt x="17779" y="3103"/>
                  </a:cubicBezTo>
                  <a:cubicBezTo>
                    <a:pt x="17439" y="3103"/>
                    <a:pt x="17070" y="3208"/>
                    <a:pt x="16752" y="3331"/>
                  </a:cubicBezTo>
                  <a:cubicBezTo>
                    <a:pt x="16072" y="3600"/>
                    <a:pt x="15337" y="4015"/>
                    <a:pt x="14952" y="4608"/>
                  </a:cubicBezTo>
                  <a:lnTo>
                    <a:pt x="14952" y="4608"/>
                  </a:lnTo>
                  <a:lnTo>
                    <a:pt x="15452" y="3087"/>
                  </a:lnTo>
                  <a:cubicBezTo>
                    <a:pt x="15630" y="2543"/>
                    <a:pt x="15807" y="1976"/>
                    <a:pt x="15775" y="1410"/>
                  </a:cubicBezTo>
                  <a:cubicBezTo>
                    <a:pt x="15730" y="843"/>
                    <a:pt x="15419" y="255"/>
                    <a:pt x="14886" y="65"/>
                  </a:cubicBezTo>
                  <a:cubicBezTo>
                    <a:pt x="14761" y="21"/>
                    <a:pt x="14634" y="1"/>
                    <a:pt x="14507" y="1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5"/>
            <p:cNvSpPr/>
            <p:nvPr/>
          </p:nvSpPr>
          <p:spPr>
            <a:xfrm flipH="1">
              <a:off x="-309817" y="286237"/>
              <a:ext cx="1781838" cy="704428"/>
            </a:xfrm>
            <a:custGeom>
              <a:avLst/>
              <a:gdLst/>
              <a:ahLst/>
              <a:cxnLst/>
              <a:rect l="l" t="t" r="r" b="b"/>
              <a:pathLst>
                <a:path w="12999" h="5139" extrusionOk="0">
                  <a:moveTo>
                    <a:pt x="3629" y="1"/>
                  </a:moveTo>
                  <a:cubicBezTo>
                    <a:pt x="3301" y="1"/>
                    <a:pt x="2966" y="139"/>
                    <a:pt x="2723" y="360"/>
                  </a:cubicBezTo>
                  <a:cubicBezTo>
                    <a:pt x="2356" y="704"/>
                    <a:pt x="2167" y="1204"/>
                    <a:pt x="2101" y="1703"/>
                  </a:cubicBezTo>
                  <a:cubicBezTo>
                    <a:pt x="1901" y="1360"/>
                    <a:pt x="1523" y="1137"/>
                    <a:pt x="1134" y="1137"/>
                  </a:cubicBezTo>
                  <a:cubicBezTo>
                    <a:pt x="745" y="1137"/>
                    <a:pt x="356" y="1370"/>
                    <a:pt x="179" y="1703"/>
                  </a:cubicBezTo>
                  <a:cubicBezTo>
                    <a:pt x="12" y="2004"/>
                    <a:pt x="1" y="2359"/>
                    <a:pt x="35" y="2693"/>
                  </a:cubicBezTo>
                  <a:cubicBezTo>
                    <a:pt x="101" y="3448"/>
                    <a:pt x="445" y="4270"/>
                    <a:pt x="1001" y="4814"/>
                  </a:cubicBezTo>
                  <a:cubicBezTo>
                    <a:pt x="1101" y="4914"/>
                    <a:pt x="1223" y="4981"/>
                    <a:pt x="1368" y="5025"/>
                  </a:cubicBezTo>
                  <a:cubicBezTo>
                    <a:pt x="1575" y="5093"/>
                    <a:pt x="1813" y="5113"/>
                    <a:pt x="2057" y="5113"/>
                  </a:cubicBezTo>
                  <a:cubicBezTo>
                    <a:pt x="2413" y="5113"/>
                    <a:pt x="2781" y="5070"/>
                    <a:pt x="3078" y="5070"/>
                  </a:cubicBezTo>
                  <a:lnTo>
                    <a:pt x="6056" y="5070"/>
                  </a:lnTo>
                  <a:cubicBezTo>
                    <a:pt x="7078" y="5070"/>
                    <a:pt x="8134" y="5139"/>
                    <a:pt x="9176" y="5139"/>
                  </a:cubicBezTo>
                  <a:cubicBezTo>
                    <a:pt x="9697" y="5139"/>
                    <a:pt x="10214" y="5122"/>
                    <a:pt x="10721" y="5070"/>
                  </a:cubicBezTo>
                  <a:cubicBezTo>
                    <a:pt x="11788" y="4969"/>
                    <a:pt x="12754" y="4236"/>
                    <a:pt x="12943" y="3148"/>
                  </a:cubicBezTo>
                  <a:cubicBezTo>
                    <a:pt x="12998" y="2870"/>
                    <a:pt x="12987" y="2559"/>
                    <a:pt x="12798" y="2348"/>
                  </a:cubicBezTo>
                  <a:cubicBezTo>
                    <a:pt x="12657" y="2196"/>
                    <a:pt x="12464" y="2141"/>
                    <a:pt x="12255" y="2141"/>
                  </a:cubicBezTo>
                  <a:cubicBezTo>
                    <a:pt x="12021" y="2141"/>
                    <a:pt x="11766" y="2210"/>
                    <a:pt x="11543" y="2293"/>
                  </a:cubicBezTo>
                  <a:cubicBezTo>
                    <a:pt x="11076" y="2483"/>
                    <a:pt x="10569" y="2768"/>
                    <a:pt x="10305" y="3178"/>
                  </a:cubicBezTo>
                  <a:lnTo>
                    <a:pt x="10305" y="3178"/>
                  </a:lnTo>
                  <a:cubicBezTo>
                    <a:pt x="10421" y="2825"/>
                    <a:pt x="10538" y="2475"/>
                    <a:pt x="10655" y="2126"/>
                  </a:cubicBezTo>
                  <a:cubicBezTo>
                    <a:pt x="10776" y="1748"/>
                    <a:pt x="10899" y="1370"/>
                    <a:pt x="10865" y="970"/>
                  </a:cubicBezTo>
                  <a:cubicBezTo>
                    <a:pt x="10843" y="582"/>
                    <a:pt x="10632" y="170"/>
                    <a:pt x="10255" y="49"/>
                  </a:cubicBezTo>
                  <a:cubicBezTo>
                    <a:pt x="10166" y="16"/>
                    <a:pt x="10076" y="1"/>
                    <a:pt x="9986" y="1"/>
                  </a:cubicBezTo>
                  <a:cubicBezTo>
                    <a:pt x="9615" y="1"/>
                    <a:pt x="9249" y="253"/>
                    <a:pt x="8999" y="548"/>
                  </a:cubicBezTo>
                  <a:cubicBezTo>
                    <a:pt x="8377" y="1293"/>
                    <a:pt x="8199" y="2303"/>
                    <a:pt x="8055" y="3270"/>
                  </a:cubicBezTo>
                  <a:cubicBezTo>
                    <a:pt x="8066" y="3004"/>
                    <a:pt x="8077" y="2725"/>
                    <a:pt x="7999" y="2470"/>
                  </a:cubicBezTo>
                  <a:cubicBezTo>
                    <a:pt x="7910" y="2214"/>
                    <a:pt x="7700" y="1982"/>
                    <a:pt x="7433" y="1948"/>
                  </a:cubicBezTo>
                  <a:cubicBezTo>
                    <a:pt x="7419" y="1947"/>
                    <a:pt x="7405" y="1946"/>
                    <a:pt x="7391" y="1946"/>
                  </a:cubicBezTo>
                  <a:cubicBezTo>
                    <a:pt x="7128" y="1946"/>
                    <a:pt x="6881" y="2138"/>
                    <a:pt x="6755" y="2370"/>
                  </a:cubicBezTo>
                  <a:cubicBezTo>
                    <a:pt x="6633" y="2614"/>
                    <a:pt x="6599" y="2903"/>
                    <a:pt x="6577" y="3181"/>
                  </a:cubicBezTo>
                  <a:cubicBezTo>
                    <a:pt x="6478" y="2759"/>
                    <a:pt x="6567" y="2182"/>
                    <a:pt x="6189" y="1970"/>
                  </a:cubicBezTo>
                  <a:cubicBezTo>
                    <a:pt x="6116" y="1934"/>
                    <a:pt x="6036" y="1917"/>
                    <a:pt x="5956" y="1917"/>
                  </a:cubicBezTo>
                  <a:cubicBezTo>
                    <a:pt x="5769" y="1917"/>
                    <a:pt x="5577" y="2008"/>
                    <a:pt x="5444" y="2148"/>
                  </a:cubicBezTo>
                  <a:cubicBezTo>
                    <a:pt x="5266" y="2348"/>
                    <a:pt x="5177" y="2614"/>
                    <a:pt x="5100" y="2870"/>
                  </a:cubicBezTo>
                  <a:cubicBezTo>
                    <a:pt x="5044" y="2448"/>
                    <a:pt x="4989" y="2026"/>
                    <a:pt x="4911" y="1615"/>
                  </a:cubicBezTo>
                  <a:cubicBezTo>
                    <a:pt x="4811" y="1037"/>
                    <a:pt x="4634" y="382"/>
                    <a:pt x="4111" y="115"/>
                  </a:cubicBezTo>
                  <a:cubicBezTo>
                    <a:pt x="3961" y="37"/>
                    <a:pt x="3796" y="1"/>
                    <a:pt x="3629" y="1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5"/>
            <p:cNvSpPr/>
            <p:nvPr/>
          </p:nvSpPr>
          <p:spPr>
            <a:xfrm flipH="1">
              <a:off x="7030167" y="1090652"/>
              <a:ext cx="2179081" cy="862202"/>
            </a:xfrm>
            <a:custGeom>
              <a:avLst/>
              <a:gdLst/>
              <a:ahLst/>
              <a:cxnLst/>
              <a:rect l="l" t="t" r="r" b="b"/>
              <a:pathLst>
                <a:path w="15897" h="6290" extrusionOk="0">
                  <a:moveTo>
                    <a:pt x="12229" y="0"/>
                  </a:moveTo>
                  <a:cubicBezTo>
                    <a:pt x="11775" y="0"/>
                    <a:pt x="11325" y="308"/>
                    <a:pt x="11020" y="667"/>
                  </a:cubicBezTo>
                  <a:cubicBezTo>
                    <a:pt x="10253" y="1578"/>
                    <a:pt x="10043" y="2822"/>
                    <a:pt x="9853" y="4000"/>
                  </a:cubicBezTo>
                  <a:cubicBezTo>
                    <a:pt x="9876" y="3666"/>
                    <a:pt x="9887" y="3333"/>
                    <a:pt x="9787" y="3022"/>
                  </a:cubicBezTo>
                  <a:cubicBezTo>
                    <a:pt x="9676" y="2711"/>
                    <a:pt x="9421" y="2422"/>
                    <a:pt x="9098" y="2389"/>
                  </a:cubicBezTo>
                  <a:cubicBezTo>
                    <a:pt x="9077" y="2387"/>
                    <a:pt x="9055" y="2386"/>
                    <a:pt x="9034" y="2386"/>
                  </a:cubicBezTo>
                  <a:cubicBezTo>
                    <a:pt x="8715" y="2386"/>
                    <a:pt x="8422" y="2619"/>
                    <a:pt x="8276" y="2900"/>
                  </a:cubicBezTo>
                  <a:cubicBezTo>
                    <a:pt x="8110" y="3200"/>
                    <a:pt x="8076" y="3555"/>
                    <a:pt x="8043" y="3900"/>
                  </a:cubicBezTo>
                  <a:cubicBezTo>
                    <a:pt x="7920" y="3367"/>
                    <a:pt x="8043" y="2678"/>
                    <a:pt x="7565" y="2422"/>
                  </a:cubicBezTo>
                  <a:cubicBezTo>
                    <a:pt x="7476" y="2371"/>
                    <a:pt x="7379" y="2348"/>
                    <a:pt x="7281" y="2348"/>
                  </a:cubicBezTo>
                  <a:cubicBezTo>
                    <a:pt x="7059" y="2348"/>
                    <a:pt x="6830" y="2464"/>
                    <a:pt x="6676" y="2634"/>
                  </a:cubicBezTo>
                  <a:cubicBezTo>
                    <a:pt x="6443" y="2878"/>
                    <a:pt x="6343" y="3200"/>
                    <a:pt x="6243" y="3522"/>
                  </a:cubicBezTo>
                  <a:cubicBezTo>
                    <a:pt x="6177" y="3000"/>
                    <a:pt x="6110" y="2489"/>
                    <a:pt x="6021" y="1978"/>
                  </a:cubicBezTo>
                  <a:cubicBezTo>
                    <a:pt x="5899" y="1267"/>
                    <a:pt x="5676" y="479"/>
                    <a:pt x="5044" y="145"/>
                  </a:cubicBezTo>
                  <a:cubicBezTo>
                    <a:pt x="4856" y="48"/>
                    <a:pt x="4651" y="3"/>
                    <a:pt x="4446" y="3"/>
                  </a:cubicBezTo>
                  <a:cubicBezTo>
                    <a:pt x="4043" y="3"/>
                    <a:pt x="3634" y="173"/>
                    <a:pt x="3333" y="445"/>
                  </a:cubicBezTo>
                  <a:cubicBezTo>
                    <a:pt x="2889" y="867"/>
                    <a:pt x="2655" y="1478"/>
                    <a:pt x="2566" y="2078"/>
                  </a:cubicBezTo>
                  <a:cubicBezTo>
                    <a:pt x="2333" y="1667"/>
                    <a:pt x="1867" y="1390"/>
                    <a:pt x="1388" y="1390"/>
                  </a:cubicBezTo>
                  <a:cubicBezTo>
                    <a:pt x="911" y="1390"/>
                    <a:pt x="445" y="1678"/>
                    <a:pt x="222" y="2089"/>
                  </a:cubicBezTo>
                  <a:cubicBezTo>
                    <a:pt x="23" y="2456"/>
                    <a:pt x="0" y="2889"/>
                    <a:pt x="45" y="3289"/>
                  </a:cubicBezTo>
                  <a:cubicBezTo>
                    <a:pt x="134" y="4222"/>
                    <a:pt x="544" y="5233"/>
                    <a:pt x="1222" y="5888"/>
                  </a:cubicBezTo>
                  <a:cubicBezTo>
                    <a:pt x="1356" y="6011"/>
                    <a:pt x="1511" y="6088"/>
                    <a:pt x="1677" y="6144"/>
                  </a:cubicBezTo>
                  <a:cubicBezTo>
                    <a:pt x="1944" y="6230"/>
                    <a:pt x="2255" y="6254"/>
                    <a:pt x="2572" y="6254"/>
                  </a:cubicBezTo>
                  <a:cubicBezTo>
                    <a:pt x="2993" y="6254"/>
                    <a:pt x="3423" y="6211"/>
                    <a:pt x="3766" y="6211"/>
                  </a:cubicBezTo>
                  <a:lnTo>
                    <a:pt x="7421" y="6211"/>
                  </a:lnTo>
                  <a:cubicBezTo>
                    <a:pt x="8665" y="6211"/>
                    <a:pt x="9954" y="6290"/>
                    <a:pt x="11227" y="6290"/>
                  </a:cubicBezTo>
                  <a:cubicBezTo>
                    <a:pt x="11864" y="6290"/>
                    <a:pt x="12497" y="6270"/>
                    <a:pt x="13119" y="6211"/>
                  </a:cubicBezTo>
                  <a:cubicBezTo>
                    <a:pt x="14420" y="6088"/>
                    <a:pt x="15608" y="5177"/>
                    <a:pt x="15841" y="3844"/>
                  </a:cubicBezTo>
                  <a:cubicBezTo>
                    <a:pt x="15897" y="3511"/>
                    <a:pt x="15886" y="3133"/>
                    <a:pt x="15652" y="2878"/>
                  </a:cubicBezTo>
                  <a:cubicBezTo>
                    <a:pt x="15484" y="2689"/>
                    <a:pt x="15247" y="2619"/>
                    <a:pt x="14990" y="2619"/>
                  </a:cubicBezTo>
                  <a:cubicBezTo>
                    <a:pt x="14704" y="2619"/>
                    <a:pt x="14394" y="2706"/>
                    <a:pt x="14131" y="2811"/>
                  </a:cubicBezTo>
                  <a:cubicBezTo>
                    <a:pt x="13552" y="3041"/>
                    <a:pt x="12928" y="3395"/>
                    <a:pt x="12606" y="3894"/>
                  </a:cubicBezTo>
                  <a:lnTo>
                    <a:pt x="12606" y="3894"/>
                  </a:lnTo>
                  <a:cubicBezTo>
                    <a:pt x="12748" y="3463"/>
                    <a:pt x="12892" y="3032"/>
                    <a:pt x="13030" y="2600"/>
                  </a:cubicBezTo>
                  <a:cubicBezTo>
                    <a:pt x="13186" y="2145"/>
                    <a:pt x="13331" y="1678"/>
                    <a:pt x="13297" y="1190"/>
                  </a:cubicBezTo>
                  <a:cubicBezTo>
                    <a:pt x="13264" y="711"/>
                    <a:pt x="13008" y="212"/>
                    <a:pt x="12553" y="56"/>
                  </a:cubicBezTo>
                  <a:cubicBezTo>
                    <a:pt x="12446" y="18"/>
                    <a:pt x="12338" y="0"/>
                    <a:pt x="12229" y="0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2" name="Google Shape;332;p15"/>
          <p:cNvSpPr/>
          <p:nvPr/>
        </p:nvSpPr>
        <p:spPr>
          <a:xfrm>
            <a:off x="-2" y="4698600"/>
            <a:ext cx="9144000" cy="444900"/>
          </a:xfrm>
          <a:prstGeom prst="rect">
            <a:avLst/>
          </a:prstGeom>
          <a:gradFill>
            <a:gsLst>
              <a:gs pos="0">
                <a:srgbClr val="B0BEE8"/>
              </a:gs>
              <a:gs pos="100000">
                <a:srgbClr val="E5D8E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3" name="Google Shape;333;p15"/>
          <p:cNvGrpSpPr/>
          <p:nvPr/>
        </p:nvGrpSpPr>
        <p:grpSpPr>
          <a:xfrm flipH="1">
            <a:off x="7899695" y="1350800"/>
            <a:ext cx="2327978" cy="3502413"/>
            <a:chOff x="7256414" y="1350800"/>
            <a:chExt cx="2327978" cy="3502413"/>
          </a:xfrm>
        </p:grpSpPr>
        <p:sp>
          <p:nvSpPr>
            <p:cNvPr id="334" name="Google Shape;334;p15"/>
            <p:cNvSpPr/>
            <p:nvPr/>
          </p:nvSpPr>
          <p:spPr>
            <a:xfrm>
              <a:off x="8527838" y="3179912"/>
              <a:ext cx="1056554" cy="1406601"/>
            </a:xfrm>
            <a:custGeom>
              <a:avLst/>
              <a:gdLst/>
              <a:ahLst/>
              <a:cxnLst/>
              <a:rect l="l" t="t" r="r" b="b"/>
              <a:pathLst>
                <a:path w="7745" h="10311" extrusionOk="0">
                  <a:moveTo>
                    <a:pt x="3876" y="0"/>
                  </a:moveTo>
                  <a:cubicBezTo>
                    <a:pt x="3770" y="0"/>
                    <a:pt x="3663" y="8"/>
                    <a:pt x="3556" y="23"/>
                  </a:cubicBezTo>
                  <a:cubicBezTo>
                    <a:pt x="2901" y="123"/>
                    <a:pt x="2323" y="500"/>
                    <a:pt x="1889" y="1001"/>
                  </a:cubicBezTo>
                  <a:cubicBezTo>
                    <a:pt x="1556" y="1334"/>
                    <a:pt x="1267" y="1734"/>
                    <a:pt x="1045" y="2156"/>
                  </a:cubicBezTo>
                  <a:cubicBezTo>
                    <a:pt x="223" y="3689"/>
                    <a:pt x="1" y="5877"/>
                    <a:pt x="479" y="7533"/>
                  </a:cubicBezTo>
                  <a:cubicBezTo>
                    <a:pt x="712" y="8333"/>
                    <a:pt x="1178" y="8965"/>
                    <a:pt x="1823" y="9488"/>
                  </a:cubicBezTo>
                  <a:cubicBezTo>
                    <a:pt x="2334" y="9921"/>
                    <a:pt x="3189" y="10298"/>
                    <a:pt x="3867" y="10310"/>
                  </a:cubicBezTo>
                  <a:cubicBezTo>
                    <a:pt x="3881" y="10310"/>
                    <a:pt x="3895" y="10310"/>
                    <a:pt x="3908" y="10310"/>
                  </a:cubicBezTo>
                  <a:cubicBezTo>
                    <a:pt x="4791" y="10310"/>
                    <a:pt x="5552" y="9976"/>
                    <a:pt x="6044" y="9243"/>
                  </a:cubicBezTo>
                  <a:cubicBezTo>
                    <a:pt x="6100" y="9210"/>
                    <a:pt x="6155" y="9165"/>
                    <a:pt x="6200" y="9121"/>
                  </a:cubicBezTo>
                  <a:cubicBezTo>
                    <a:pt x="6955" y="8432"/>
                    <a:pt x="7366" y="7432"/>
                    <a:pt x="7522" y="6422"/>
                  </a:cubicBezTo>
                  <a:cubicBezTo>
                    <a:pt x="7744" y="5011"/>
                    <a:pt x="7510" y="3534"/>
                    <a:pt x="6866" y="2256"/>
                  </a:cubicBezTo>
                  <a:cubicBezTo>
                    <a:pt x="6282" y="1076"/>
                    <a:pt x="5157" y="0"/>
                    <a:pt x="3876" y="0"/>
                  </a:cubicBezTo>
                  <a:close/>
                </a:path>
              </a:pathLst>
            </a:custGeom>
            <a:solidFill>
              <a:srgbClr val="2A56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5"/>
            <p:cNvSpPr/>
            <p:nvPr/>
          </p:nvSpPr>
          <p:spPr>
            <a:xfrm>
              <a:off x="9047731" y="3516458"/>
              <a:ext cx="36560" cy="1336755"/>
            </a:xfrm>
            <a:custGeom>
              <a:avLst/>
              <a:gdLst/>
              <a:ahLst/>
              <a:cxnLst/>
              <a:rect l="l" t="t" r="r" b="b"/>
              <a:pathLst>
                <a:path w="268" h="9799" extrusionOk="0">
                  <a:moveTo>
                    <a:pt x="134" y="0"/>
                  </a:moveTo>
                  <a:cubicBezTo>
                    <a:pt x="67" y="0"/>
                    <a:pt x="1" y="55"/>
                    <a:pt x="1" y="133"/>
                  </a:cubicBezTo>
                  <a:lnTo>
                    <a:pt x="1" y="9665"/>
                  </a:lnTo>
                  <a:cubicBezTo>
                    <a:pt x="1" y="9731"/>
                    <a:pt x="67" y="9798"/>
                    <a:pt x="134" y="9798"/>
                  </a:cubicBezTo>
                  <a:cubicBezTo>
                    <a:pt x="211" y="9798"/>
                    <a:pt x="267" y="9731"/>
                    <a:pt x="267" y="9665"/>
                  </a:cubicBezTo>
                  <a:lnTo>
                    <a:pt x="267" y="133"/>
                  </a:lnTo>
                  <a:cubicBezTo>
                    <a:pt x="267" y="55"/>
                    <a:pt x="211" y="0"/>
                    <a:pt x="134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9059872" y="3514276"/>
              <a:ext cx="316761" cy="406797"/>
            </a:xfrm>
            <a:custGeom>
              <a:avLst/>
              <a:gdLst/>
              <a:ahLst/>
              <a:cxnLst/>
              <a:rect l="l" t="t" r="r" b="b"/>
              <a:pathLst>
                <a:path w="2322" h="2982" extrusionOk="0">
                  <a:moveTo>
                    <a:pt x="2167" y="0"/>
                  </a:moveTo>
                  <a:cubicBezTo>
                    <a:pt x="2125" y="0"/>
                    <a:pt x="2082" y="20"/>
                    <a:pt x="2055" y="61"/>
                  </a:cubicBezTo>
                  <a:cubicBezTo>
                    <a:pt x="1433" y="982"/>
                    <a:pt x="756" y="1893"/>
                    <a:pt x="45" y="2760"/>
                  </a:cubicBezTo>
                  <a:cubicBezTo>
                    <a:pt x="0" y="2816"/>
                    <a:pt x="11" y="2904"/>
                    <a:pt x="67" y="2949"/>
                  </a:cubicBezTo>
                  <a:cubicBezTo>
                    <a:pt x="89" y="2971"/>
                    <a:pt x="122" y="2982"/>
                    <a:pt x="144" y="2982"/>
                  </a:cubicBezTo>
                  <a:cubicBezTo>
                    <a:pt x="189" y="2982"/>
                    <a:pt x="223" y="2959"/>
                    <a:pt x="255" y="2937"/>
                  </a:cubicBezTo>
                  <a:cubicBezTo>
                    <a:pt x="966" y="2060"/>
                    <a:pt x="1645" y="1138"/>
                    <a:pt x="2277" y="216"/>
                  </a:cubicBezTo>
                  <a:cubicBezTo>
                    <a:pt x="2322" y="149"/>
                    <a:pt x="2311" y="71"/>
                    <a:pt x="2244" y="27"/>
                  </a:cubicBezTo>
                  <a:cubicBezTo>
                    <a:pt x="2222" y="9"/>
                    <a:pt x="2195" y="0"/>
                    <a:pt x="2167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5"/>
            <p:cNvSpPr/>
            <p:nvPr/>
          </p:nvSpPr>
          <p:spPr>
            <a:xfrm>
              <a:off x="9314430" y="3826540"/>
              <a:ext cx="174342" cy="185528"/>
            </a:xfrm>
            <a:custGeom>
              <a:avLst/>
              <a:gdLst/>
              <a:ahLst/>
              <a:cxnLst/>
              <a:rect l="l" t="t" r="r" b="b"/>
              <a:pathLst>
                <a:path w="1278" h="1360" extrusionOk="0">
                  <a:moveTo>
                    <a:pt x="1123" y="1"/>
                  </a:moveTo>
                  <a:cubicBezTo>
                    <a:pt x="1085" y="1"/>
                    <a:pt x="1047" y="18"/>
                    <a:pt x="1023" y="48"/>
                  </a:cubicBezTo>
                  <a:cubicBezTo>
                    <a:pt x="722" y="426"/>
                    <a:pt x="389" y="793"/>
                    <a:pt x="56" y="1137"/>
                  </a:cubicBezTo>
                  <a:cubicBezTo>
                    <a:pt x="1" y="1181"/>
                    <a:pt x="1" y="1270"/>
                    <a:pt x="56" y="1326"/>
                  </a:cubicBezTo>
                  <a:cubicBezTo>
                    <a:pt x="78" y="1349"/>
                    <a:pt x="112" y="1359"/>
                    <a:pt x="145" y="1359"/>
                  </a:cubicBezTo>
                  <a:cubicBezTo>
                    <a:pt x="178" y="1359"/>
                    <a:pt x="211" y="1349"/>
                    <a:pt x="245" y="1326"/>
                  </a:cubicBezTo>
                  <a:cubicBezTo>
                    <a:pt x="589" y="971"/>
                    <a:pt x="922" y="604"/>
                    <a:pt x="1233" y="226"/>
                  </a:cubicBezTo>
                  <a:cubicBezTo>
                    <a:pt x="1278" y="159"/>
                    <a:pt x="1267" y="82"/>
                    <a:pt x="1211" y="38"/>
                  </a:cubicBezTo>
                  <a:cubicBezTo>
                    <a:pt x="1186" y="13"/>
                    <a:pt x="1155" y="1"/>
                    <a:pt x="1123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9067375" y="4090375"/>
              <a:ext cx="212266" cy="212675"/>
            </a:xfrm>
            <a:custGeom>
              <a:avLst/>
              <a:gdLst/>
              <a:ahLst/>
              <a:cxnLst/>
              <a:rect l="l" t="t" r="r" b="b"/>
              <a:pathLst>
                <a:path w="1556" h="1559" extrusionOk="0">
                  <a:moveTo>
                    <a:pt x="1405" y="1"/>
                  </a:moveTo>
                  <a:cubicBezTo>
                    <a:pt x="1366" y="1"/>
                    <a:pt x="1326" y="21"/>
                    <a:pt x="1301" y="59"/>
                  </a:cubicBezTo>
                  <a:cubicBezTo>
                    <a:pt x="934" y="514"/>
                    <a:pt x="512" y="948"/>
                    <a:pt x="67" y="1325"/>
                  </a:cubicBezTo>
                  <a:cubicBezTo>
                    <a:pt x="1" y="1370"/>
                    <a:pt x="1" y="1459"/>
                    <a:pt x="45" y="1514"/>
                  </a:cubicBezTo>
                  <a:cubicBezTo>
                    <a:pt x="67" y="1547"/>
                    <a:pt x="112" y="1558"/>
                    <a:pt x="145" y="1558"/>
                  </a:cubicBezTo>
                  <a:cubicBezTo>
                    <a:pt x="178" y="1558"/>
                    <a:pt x="212" y="1547"/>
                    <a:pt x="234" y="1525"/>
                  </a:cubicBezTo>
                  <a:cubicBezTo>
                    <a:pt x="701" y="1136"/>
                    <a:pt x="1134" y="703"/>
                    <a:pt x="1511" y="225"/>
                  </a:cubicBezTo>
                  <a:cubicBezTo>
                    <a:pt x="1556" y="158"/>
                    <a:pt x="1545" y="81"/>
                    <a:pt x="1489" y="37"/>
                  </a:cubicBezTo>
                  <a:cubicBezTo>
                    <a:pt x="1465" y="13"/>
                    <a:pt x="1435" y="1"/>
                    <a:pt x="1405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8844603" y="3427376"/>
              <a:ext cx="228909" cy="277064"/>
            </a:xfrm>
            <a:custGeom>
              <a:avLst/>
              <a:gdLst/>
              <a:ahLst/>
              <a:cxnLst/>
              <a:rect l="l" t="t" r="r" b="b"/>
              <a:pathLst>
                <a:path w="1678" h="2031" extrusionOk="0">
                  <a:moveTo>
                    <a:pt x="155" y="0"/>
                  </a:moveTo>
                  <a:cubicBezTo>
                    <a:pt x="124" y="0"/>
                    <a:pt x="92" y="11"/>
                    <a:pt x="68" y="31"/>
                  </a:cubicBezTo>
                  <a:cubicBezTo>
                    <a:pt x="12" y="86"/>
                    <a:pt x="1" y="164"/>
                    <a:pt x="56" y="219"/>
                  </a:cubicBezTo>
                  <a:cubicBezTo>
                    <a:pt x="534" y="786"/>
                    <a:pt x="1001" y="1375"/>
                    <a:pt x="1423" y="1975"/>
                  </a:cubicBezTo>
                  <a:cubicBezTo>
                    <a:pt x="1445" y="2019"/>
                    <a:pt x="1490" y="2031"/>
                    <a:pt x="1534" y="2031"/>
                  </a:cubicBezTo>
                  <a:cubicBezTo>
                    <a:pt x="1556" y="2031"/>
                    <a:pt x="1589" y="2031"/>
                    <a:pt x="1611" y="2008"/>
                  </a:cubicBezTo>
                  <a:cubicBezTo>
                    <a:pt x="1667" y="1964"/>
                    <a:pt x="1678" y="1886"/>
                    <a:pt x="1645" y="1819"/>
                  </a:cubicBezTo>
                  <a:cubicBezTo>
                    <a:pt x="1211" y="1209"/>
                    <a:pt x="745" y="609"/>
                    <a:pt x="256" y="53"/>
                  </a:cubicBezTo>
                  <a:cubicBezTo>
                    <a:pt x="232" y="17"/>
                    <a:pt x="194" y="0"/>
                    <a:pt x="155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8727965" y="3869921"/>
              <a:ext cx="342544" cy="364917"/>
            </a:xfrm>
            <a:custGeom>
              <a:avLst/>
              <a:gdLst/>
              <a:ahLst/>
              <a:cxnLst/>
              <a:rect l="l" t="t" r="r" b="b"/>
              <a:pathLst>
                <a:path w="2511" h="2675" extrusionOk="0">
                  <a:moveTo>
                    <a:pt x="154" y="0"/>
                  </a:moveTo>
                  <a:cubicBezTo>
                    <a:pt x="120" y="0"/>
                    <a:pt x="84" y="14"/>
                    <a:pt x="56" y="41"/>
                  </a:cubicBezTo>
                  <a:cubicBezTo>
                    <a:pt x="0" y="86"/>
                    <a:pt x="0" y="175"/>
                    <a:pt x="56" y="231"/>
                  </a:cubicBezTo>
                  <a:lnTo>
                    <a:pt x="2266" y="2630"/>
                  </a:lnTo>
                  <a:cubicBezTo>
                    <a:pt x="2289" y="2663"/>
                    <a:pt x="2333" y="2675"/>
                    <a:pt x="2367" y="2675"/>
                  </a:cubicBezTo>
                  <a:cubicBezTo>
                    <a:pt x="2400" y="2675"/>
                    <a:pt x="2433" y="2663"/>
                    <a:pt x="2456" y="2641"/>
                  </a:cubicBezTo>
                  <a:cubicBezTo>
                    <a:pt x="2511" y="2586"/>
                    <a:pt x="2511" y="2508"/>
                    <a:pt x="2466" y="2453"/>
                  </a:cubicBezTo>
                  <a:lnTo>
                    <a:pt x="245" y="41"/>
                  </a:lnTo>
                  <a:cubicBezTo>
                    <a:pt x="222" y="14"/>
                    <a:pt x="189" y="0"/>
                    <a:pt x="154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7256414" y="1943133"/>
              <a:ext cx="1900569" cy="2744720"/>
            </a:xfrm>
            <a:custGeom>
              <a:avLst/>
              <a:gdLst/>
              <a:ahLst/>
              <a:cxnLst/>
              <a:rect l="l" t="t" r="r" b="b"/>
              <a:pathLst>
                <a:path w="13932" h="20120" extrusionOk="0">
                  <a:moveTo>
                    <a:pt x="7734" y="1"/>
                  </a:moveTo>
                  <a:cubicBezTo>
                    <a:pt x="7545" y="1"/>
                    <a:pt x="7357" y="33"/>
                    <a:pt x="7177" y="102"/>
                  </a:cubicBezTo>
                  <a:cubicBezTo>
                    <a:pt x="6410" y="390"/>
                    <a:pt x="5988" y="1213"/>
                    <a:pt x="5810" y="2012"/>
                  </a:cubicBezTo>
                  <a:cubicBezTo>
                    <a:pt x="5333" y="4190"/>
                    <a:pt x="6133" y="6411"/>
                    <a:pt x="6377" y="8623"/>
                  </a:cubicBezTo>
                  <a:cubicBezTo>
                    <a:pt x="6433" y="9144"/>
                    <a:pt x="6333" y="9845"/>
                    <a:pt x="5822" y="9933"/>
                  </a:cubicBezTo>
                  <a:cubicBezTo>
                    <a:pt x="5793" y="9938"/>
                    <a:pt x="5764" y="9940"/>
                    <a:pt x="5736" y="9940"/>
                  </a:cubicBezTo>
                  <a:cubicBezTo>
                    <a:pt x="5406" y="9940"/>
                    <a:pt x="5122" y="9659"/>
                    <a:pt x="4867" y="9445"/>
                  </a:cubicBezTo>
                  <a:cubicBezTo>
                    <a:pt x="4210" y="8883"/>
                    <a:pt x="3361" y="8564"/>
                    <a:pt x="2504" y="8564"/>
                  </a:cubicBezTo>
                  <a:cubicBezTo>
                    <a:pt x="2462" y="8564"/>
                    <a:pt x="2420" y="8565"/>
                    <a:pt x="2378" y="8567"/>
                  </a:cubicBezTo>
                  <a:cubicBezTo>
                    <a:pt x="2223" y="8578"/>
                    <a:pt x="2056" y="8589"/>
                    <a:pt x="1934" y="8678"/>
                  </a:cubicBezTo>
                  <a:cubicBezTo>
                    <a:pt x="1633" y="8867"/>
                    <a:pt x="1645" y="9311"/>
                    <a:pt x="1745" y="9645"/>
                  </a:cubicBezTo>
                  <a:cubicBezTo>
                    <a:pt x="2233" y="11188"/>
                    <a:pt x="3978" y="12144"/>
                    <a:pt x="4322" y="13733"/>
                  </a:cubicBezTo>
                  <a:cubicBezTo>
                    <a:pt x="4366" y="13943"/>
                    <a:pt x="4378" y="14188"/>
                    <a:pt x="4245" y="14355"/>
                  </a:cubicBezTo>
                  <a:cubicBezTo>
                    <a:pt x="4144" y="14476"/>
                    <a:pt x="3978" y="14532"/>
                    <a:pt x="3822" y="14555"/>
                  </a:cubicBezTo>
                  <a:cubicBezTo>
                    <a:pt x="3736" y="14568"/>
                    <a:pt x="3651" y="14574"/>
                    <a:pt x="3565" y="14574"/>
                  </a:cubicBezTo>
                  <a:cubicBezTo>
                    <a:pt x="3012" y="14574"/>
                    <a:pt x="2471" y="14322"/>
                    <a:pt x="1922" y="14188"/>
                  </a:cubicBezTo>
                  <a:cubicBezTo>
                    <a:pt x="1753" y="14149"/>
                    <a:pt x="1570" y="14127"/>
                    <a:pt x="1389" y="14127"/>
                  </a:cubicBezTo>
                  <a:cubicBezTo>
                    <a:pt x="894" y="14127"/>
                    <a:pt x="407" y="14290"/>
                    <a:pt x="212" y="14721"/>
                  </a:cubicBezTo>
                  <a:cubicBezTo>
                    <a:pt x="1" y="15165"/>
                    <a:pt x="201" y="15688"/>
                    <a:pt x="456" y="16110"/>
                  </a:cubicBezTo>
                  <a:cubicBezTo>
                    <a:pt x="1234" y="17387"/>
                    <a:pt x="2512" y="18309"/>
                    <a:pt x="3877" y="18920"/>
                  </a:cubicBezTo>
                  <a:cubicBezTo>
                    <a:pt x="5111" y="19465"/>
                    <a:pt x="6777" y="20109"/>
                    <a:pt x="8143" y="20120"/>
                  </a:cubicBezTo>
                  <a:cubicBezTo>
                    <a:pt x="8150" y="20120"/>
                    <a:pt x="8156" y="20120"/>
                    <a:pt x="8162" y="20120"/>
                  </a:cubicBezTo>
                  <a:cubicBezTo>
                    <a:pt x="9442" y="20120"/>
                    <a:pt x="10481" y="18972"/>
                    <a:pt x="11399" y="18209"/>
                  </a:cubicBezTo>
                  <a:cubicBezTo>
                    <a:pt x="12409" y="17376"/>
                    <a:pt x="13475" y="16288"/>
                    <a:pt x="13342" y="14987"/>
                  </a:cubicBezTo>
                  <a:cubicBezTo>
                    <a:pt x="13320" y="14799"/>
                    <a:pt x="13265" y="14599"/>
                    <a:pt x="13109" y="14476"/>
                  </a:cubicBezTo>
                  <a:cubicBezTo>
                    <a:pt x="13006" y="14395"/>
                    <a:pt x="12883" y="14372"/>
                    <a:pt x="12752" y="14372"/>
                  </a:cubicBezTo>
                  <a:cubicBezTo>
                    <a:pt x="12575" y="14372"/>
                    <a:pt x="12382" y="14414"/>
                    <a:pt x="12203" y="14414"/>
                  </a:cubicBezTo>
                  <a:cubicBezTo>
                    <a:pt x="12171" y="14414"/>
                    <a:pt x="12140" y="14413"/>
                    <a:pt x="12110" y="14410"/>
                  </a:cubicBezTo>
                  <a:cubicBezTo>
                    <a:pt x="11387" y="14343"/>
                    <a:pt x="11132" y="13343"/>
                    <a:pt x="11454" y="12688"/>
                  </a:cubicBezTo>
                  <a:cubicBezTo>
                    <a:pt x="11765" y="12044"/>
                    <a:pt x="12398" y="11622"/>
                    <a:pt x="12865" y="11077"/>
                  </a:cubicBezTo>
                  <a:cubicBezTo>
                    <a:pt x="13287" y="10600"/>
                    <a:pt x="13576" y="10033"/>
                    <a:pt x="13731" y="9422"/>
                  </a:cubicBezTo>
                  <a:cubicBezTo>
                    <a:pt x="13931" y="8623"/>
                    <a:pt x="13665" y="7534"/>
                    <a:pt x="12843" y="7445"/>
                  </a:cubicBezTo>
                  <a:cubicBezTo>
                    <a:pt x="12808" y="7441"/>
                    <a:pt x="12774" y="7439"/>
                    <a:pt x="12740" y="7439"/>
                  </a:cubicBezTo>
                  <a:cubicBezTo>
                    <a:pt x="12199" y="7439"/>
                    <a:pt x="11761" y="7924"/>
                    <a:pt x="11343" y="8300"/>
                  </a:cubicBezTo>
                  <a:cubicBezTo>
                    <a:pt x="11054" y="8567"/>
                    <a:pt x="10637" y="8794"/>
                    <a:pt x="10262" y="8794"/>
                  </a:cubicBezTo>
                  <a:cubicBezTo>
                    <a:pt x="10075" y="8794"/>
                    <a:pt x="9899" y="8737"/>
                    <a:pt x="9754" y="8600"/>
                  </a:cubicBezTo>
                  <a:cubicBezTo>
                    <a:pt x="9387" y="8245"/>
                    <a:pt x="9543" y="7633"/>
                    <a:pt x="9688" y="7145"/>
                  </a:cubicBezTo>
                  <a:cubicBezTo>
                    <a:pt x="10054" y="5945"/>
                    <a:pt x="10210" y="4678"/>
                    <a:pt x="10165" y="3424"/>
                  </a:cubicBezTo>
                  <a:cubicBezTo>
                    <a:pt x="10132" y="2557"/>
                    <a:pt x="9977" y="1646"/>
                    <a:pt x="9466" y="935"/>
                  </a:cubicBezTo>
                  <a:cubicBezTo>
                    <a:pt x="9068" y="391"/>
                    <a:pt x="8395" y="1"/>
                    <a:pt x="7734" y="1"/>
                  </a:cubicBez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8305203" y="2676797"/>
              <a:ext cx="24282" cy="2068635"/>
            </a:xfrm>
            <a:custGeom>
              <a:avLst/>
              <a:gdLst/>
              <a:ahLst/>
              <a:cxnLst/>
              <a:rect l="l" t="t" r="r" b="b"/>
              <a:pathLst>
                <a:path w="178" h="15164" extrusionOk="0">
                  <a:moveTo>
                    <a:pt x="89" y="1"/>
                  </a:moveTo>
                  <a:cubicBezTo>
                    <a:pt x="45" y="1"/>
                    <a:pt x="0" y="45"/>
                    <a:pt x="0" y="90"/>
                  </a:cubicBezTo>
                  <a:lnTo>
                    <a:pt x="0" y="15075"/>
                  </a:lnTo>
                  <a:cubicBezTo>
                    <a:pt x="0" y="15131"/>
                    <a:pt x="45" y="15164"/>
                    <a:pt x="89" y="15164"/>
                  </a:cubicBezTo>
                  <a:cubicBezTo>
                    <a:pt x="144" y="15164"/>
                    <a:pt x="178" y="15131"/>
                    <a:pt x="178" y="15075"/>
                  </a:cubicBezTo>
                  <a:lnTo>
                    <a:pt x="178" y="90"/>
                  </a:lnTo>
                  <a:cubicBezTo>
                    <a:pt x="178" y="45"/>
                    <a:pt x="144" y="1"/>
                    <a:pt x="89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8574903" y="3305417"/>
              <a:ext cx="281975" cy="268742"/>
            </a:xfrm>
            <a:custGeom>
              <a:avLst/>
              <a:gdLst/>
              <a:ahLst/>
              <a:cxnLst/>
              <a:rect l="l" t="t" r="r" b="b"/>
              <a:pathLst>
                <a:path w="2067" h="1970" extrusionOk="0">
                  <a:moveTo>
                    <a:pt x="1972" y="0"/>
                  </a:moveTo>
                  <a:cubicBezTo>
                    <a:pt x="1950" y="0"/>
                    <a:pt x="1928" y="8"/>
                    <a:pt x="1911" y="25"/>
                  </a:cubicBezTo>
                  <a:lnTo>
                    <a:pt x="45" y="1824"/>
                  </a:lnTo>
                  <a:cubicBezTo>
                    <a:pt x="1" y="1858"/>
                    <a:pt x="1" y="1913"/>
                    <a:pt x="33" y="1947"/>
                  </a:cubicBezTo>
                  <a:cubicBezTo>
                    <a:pt x="56" y="1969"/>
                    <a:pt x="78" y="1969"/>
                    <a:pt x="100" y="1969"/>
                  </a:cubicBezTo>
                  <a:cubicBezTo>
                    <a:pt x="122" y="1969"/>
                    <a:pt x="145" y="1969"/>
                    <a:pt x="167" y="1947"/>
                  </a:cubicBezTo>
                  <a:lnTo>
                    <a:pt x="2033" y="147"/>
                  </a:lnTo>
                  <a:cubicBezTo>
                    <a:pt x="2067" y="114"/>
                    <a:pt x="2067" y="59"/>
                    <a:pt x="2033" y="25"/>
                  </a:cubicBezTo>
                  <a:cubicBezTo>
                    <a:pt x="2017" y="8"/>
                    <a:pt x="1994" y="0"/>
                    <a:pt x="1972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8329349" y="3650831"/>
              <a:ext cx="153197" cy="159745"/>
            </a:xfrm>
            <a:custGeom>
              <a:avLst/>
              <a:gdLst/>
              <a:ahLst/>
              <a:cxnLst/>
              <a:rect l="l" t="t" r="r" b="b"/>
              <a:pathLst>
                <a:path w="1123" h="1171" extrusionOk="0">
                  <a:moveTo>
                    <a:pt x="1019" y="1"/>
                  </a:moveTo>
                  <a:cubicBezTo>
                    <a:pt x="995" y="1"/>
                    <a:pt x="973" y="9"/>
                    <a:pt x="956" y="26"/>
                  </a:cubicBezTo>
                  <a:lnTo>
                    <a:pt x="34" y="1015"/>
                  </a:lnTo>
                  <a:cubicBezTo>
                    <a:pt x="1" y="1059"/>
                    <a:pt x="1" y="1114"/>
                    <a:pt x="45" y="1148"/>
                  </a:cubicBezTo>
                  <a:cubicBezTo>
                    <a:pt x="56" y="1159"/>
                    <a:pt x="78" y="1170"/>
                    <a:pt x="101" y="1170"/>
                  </a:cubicBezTo>
                  <a:cubicBezTo>
                    <a:pt x="123" y="1170"/>
                    <a:pt x="145" y="1159"/>
                    <a:pt x="167" y="1136"/>
                  </a:cubicBezTo>
                  <a:lnTo>
                    <a:pt x="1090" y="148"/>
                  </a:lnTo>
                  <a:cubicBezTo>
                    <a:pt x="1123" y="114"/>
                    <a:pt x="1123" y="59"/>
                    <a:pt x="1090" y="26"/>
                  </a:cubicBezTo>
                  <a:cubicBezTo>
                    <a:pt x="1067" y="9"/>
                    <a:pt x="1042" y="1"/>
                    <a:pt x="1019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8329349" y="4015208"/>
              <a:ext cx="485101" cy="431761"/>
            </a:xfrm>
            <a:custGeom>
              <a:avLst/>
              <a:gdLst/>
              <a:ahLst/>
              <a:cxnLst/>
              <a:rect l="l" t="t" r="r" b="b"/>
              <a:pathLst>
                <a:path w="3556" h="3165" extrusionOk="0">
                  <a:moveTo>
                    <a:pt x="3448" y="1"/>
                  </a:moveTo>
                  <a:cubicBezTo>
                    <a:pt x="3428" y="1"/>
                    <a:pt x="3407" y="7"/>
                    <a:pt x="3389" y="21"/>
                  </a:cubicBezTo>
                  <a:cubicBezTo>
                    <a:pt x="2267" y="998"/>
                    <a:pt x="1134" y="2010"/>
                    <a:pt x="45" y="3009"/>
                  </a:cubicBezTo>
                  <a:cubicBezTo>
                    <a:pt x="1" y="3042"/>
                    <a:pt x="1" y="3109"/>
                    <a:pt x="34" y="3143"/>
                  </a:cubicBezTo>
                  <a:cubicBezTo>
                    <a:pt x="56" y="3165"/>
                    <a:pt x="78" y="3165"/>
                    <a:pt x="101" y="3165"/>
                  </a:cubicBezTo>
                  <a:cubicBezTo>
                    <a:pt x="123" y="3165"/>
                    <a:pt x="145" y="3165"/>
                    <a:pt x="167" y="3143"/>
                  </a:cubicBezTo>
                  <a:cubicBezTo>
                    <a:pt x="1256" y="2143"/>
                    <a:pt x="2389" y="1132"/>
                    <a:pt x="3511" y="166"/>
                  </a:cubicBezTo>
                  <a:cubicBezTo>
                    <a:pt x="3544" y="132"/>
                    <a:pt x="3556" y="77"/>
                    <a:pt x="3522" y="32"/>
                  </a:cubicBezTo>
                  <a:cubicBezTo>
                    <a:pt x="3503" y="13"/>
                    <a:pt x="3476" y="1"/>
                    <a:pt x="3448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7852019" y="3526553"/>
              <a:ext cx="466821" cy="596144"/>
            </a:xfrm>
            <a:custGeom>
              <a:avLst/>
              <a:gdLst/>
              <a:ahLst/>
              <a:cxnLst/>
              <a:rect l="l" t="t" r="r" b="b"/>
              <a:pathLst>
                <a:path w="3422" h="4370" extrusionOk="0">
                  <a:moveTo>
                    <a:pt x="103" y="0"/>
                  </a:moveTo>
                  <a:cubicBezTo>
                    <a:pt x="83" y="0"/>
                    <a:pt x="63" y="6"/>
                    <a:pt x="45" y="15"/>
                  </a:cubicBezTo>
                  <a:cubicBezTo>
                    <a:pt x="12" y="48"/>
                    <a:pt x="0" y="104"/>
                    <a:pt x="34" y="148"/>
                  </a:cubicBezTo>
                  <a:cubicBezTo>
                    <a:pt x="1111" y="1526"/>
                    <a:pt x="2200" y="2925"/>
                    <a:pt x="3244" y="4336"/>
                  </a:cubicBezTo>
                  <a:cubicBezTo>
                    <a:pt x="3266" y="4358"/>
                    <a:pt x="3288" y="4370"/>
                    <a:pt x="3311" y="4370"/>
                  </a:cubicBezTo>
                  <a:cubicBezTo>
                    <a:pt x="3333" y="4370"/>
                    <a:pt x="3355" y="4358"/>
                    <a:pt x="3367" y="4347"/>
                  </a:cubicBezTo>
                  <a:cubicBezTo>
                    <a:pt x="3411" y="4325"/>
                    <a:pt x="3422" y="4269"/>
                    <a:pt x="3389" y="4225"/>
                  </a:cubicBezTo>
                  <a:cubicBezTo>
                    <a:pt x="2333" y="2825"/>
                    <a:pt x="1256" y="1415"/>
                    <a:pt x="167" y="37"/>
                  </a:cubicBezTo>
                  <a:cubicBezTo>
                    <a:pt x="154" y="11"/>
                    <a:pt x="130" y="0"/>
                    <a:pt x="103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5"/>
            <p:cNvSpPr/>
            <p:nvPr/>
          </p:nvSpPr>
          <p:spPr>
            <a:xfrm>
              <a:off x="7835376" y="1350800"/>
              <a:ext cx="1570165" cy="2824252"/>
            </a:xfrm>
            <a:custGeom>
              <a:avLst/>
              <a:gdLst/>
              <a:ahLst/>
              <a:cxnLst/>
              <a:rect l="l" t="t" r="r" b="b"/>
              <a:pathLst>
                <a:path w="11510" h="20703" extrusionOk="0">
                  <a:moveTo>
                    <a:pt x="6288" y="0"/>
                  </a:moveTo>
                  <a:cubicBezTo>
                    <a:pt x="1733" y="4199"/>
                    <a:pt x="1" y="11042"/>
                    <a:pt x="2055" y="16808"/>
                  </a:cubicBezTo>
                  <a:cubicBezTo>
                    <a:pt x="2411" y="17808"/>
                    <a:pt x="2889" y="18796"/>
                    <a:pt x="3655" y="19563"/>
                  </a:cubicBezTo>
                  <a:cubicBezTo>
                    <a:pt x="4467" y="20362"/>
                    <a:pt x="5285" y="20703"/>
                    <a:pt x="6060" y="20703"/>
                  </a:cubicBezTo>
                  <a:cubicBezTo>
                    <a:pt x="7299" y="20703"/>
                    <a:pt x="8425" y="19832"/>
                    <a:pt x="9231" y="18574"/>
                  </a:cubicBezTo>
                  <a:cubicBezTo>
                    <a:pt x="10898" y="15975"/>
                    <a:pt x="11509" y="13009"/>
                    <a:pt x="11009" y="9976"/>
                  </a:cubicBezTo>
                  <a:cubicBezTo>
                    <a:pt x="10398" y="6332"/>
                    <a:pt x="8454" y="3033"/>
                    <a:pt x="6288" y="0"/>
                  </a:cubicBezTo>
                  <a:close/>
                </a:path>
              </a:pathLst>
            </a:custGeom>
            <a:solidFill>
              <a:srgbClr val="A2B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8668896" y="1702353"/>
              <a:ext cx="48565" cy="3058208"/>
            </a:xfrm>
            <a:custGeom>
              <a:avLst/>
              <a:gdLst/>
              <a:ahLst/>
              <a:cxnLst/>
              <a:rect l="l" t="t" r="r" b="b"/>
              <a:pathLst>
                <a:path w="356" h="22418" extrusionOk="0">
                  <a:moveTo>
                    <a:pt x="178" y="0"/>
                  </a:moveTo>
                  <a:cubicBezTo>
                    <a:pt x="78" y="0"/>
                    <a:pt x="0" y="79"/>
                    <a:pt x="0" y="178"/>
                  </a:cubicBezTo>
                  <a:lnTo>
                    <a:pt x="0" y="22240"/>
                  </a:lnTo>
                  <a:cubicBezTo>
                    <a:pt x="0" y="22341"/>
                    <a:pt x="78" y="22418"/>
                    <a:pt x="178" y="22418"/>
                  </a:cubicBezTo>
                  <a:cubicBezTo>
                    <a:pt x="278" y="22418"/>
                    <a:pt x="356" y="22341"/>
                    <a:pt x="356" y="22240"/>
                  </a:cubicBezTo>
                  <a:lnTo>
                    <a:pt x="356" y="178"/>
                  </a:lnTo>
                  <a:cubicBezTo>
                    <a:pt x="356" y="79"/>
                    <a:pt x="278" y="0"/>
                    <a:pt x="178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5"/>
            <p:cNvSpPr/>
            <p:nvPr/>
          </p:nvSpPr>
          <p:spPr>
            <a:xfrm>
              <a:off x="8662757" y="2060317"/>
              <a:ext cx="369964" cy="619745"/>
            </a:xfrm>
            <a:custGeom>
              <a:avLst/>
              <a:gdLst/>
              <a:ahLst/>
              <a:cxnLst/>
              <a:rect l="l" t="t" r="r" b="b"/>
              <a:pathLst>
                <a:path w="2712" h="4543" extrusionOk="0">
                  <a:moveTo>
                    <a:pt x="2518" y="1"/>
                  </a:moveTo>
                  <a:cubicBezTo>
                    <a:pt x="2451" y="1"/>
                    <a:pt x="2387" y="36"/>
                    <a:pt x="2356" y="98"/>
                  </a:cubicBezTo>
                  <a:cubicBezTo>
                    <a:pt x="1611" y="1487"/>
                    <a:pt x="834" y="2898"/>
                    <a:pt x="56" y="4275"/>
                  </a:cubicBezTo>
                  <a:cubicBezTo>
                    <a:pt x="1" y="4364"/>
                    <a:pt x="34" y="4475"/>
                    <a:pt x="123" y="4520"/>
                  </a:cubicBezTo>
                  <a:cubicBezTo>
                    <a:pt x="145" y="4530"/>
                    <a:pt x="179" y="4542"/>
                    <a:pt x="212" y="4542"/>
                  </a:cubicBezTo>
                  <a:cubicBezTo>
                    <a:pt x="268" y="4542"/>
                    <a:pt x="334" y="4508"/>
                    <a:pt x="367" y="4453"/>
                  </a:cubicBezTo>
                  <a:cubicBezTo>
                    <a:pt x="1145" y="3064"/>
                    <a:pt x="1922" y="1664"/>
                    <a:pt x="2667" y="265"/>
                  </a:cubicBezTo>
                  <a:cubicBezTo>
                    <a:pt x="2711" y="176"/>
                    <a:pt x="2678" y="65"/>
                    <a:pt x="2600" y="20"/>
                  </a:cubicBezTo>
                  <a:cubicBezTo>
                    <a:pt x="2574" y="7"/>
                    <a:pt x="2546" y="1"/>
                    <a:pt x="2518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5"/>
            <p:cNvSpPr/>
            <p:nvPr/>
          </p:nvSpPr>
          <p:spPr>
            <a:xfrm>
              <a:off x="8162781" y="2489220"/>
              <a:ext cx="539531" cy="651530"/>
            </a:xfrm>
            <a:custGeom>
              <a:avLst/>
              <a:gdLst/>
              <a:ahLst/>
              <a:cxnLst/>
              <a:rect l="l" t="t" r="r" b="b"/>
              <a:pathLst>
                <a:path w="3955" h="4776" extrusionOk="0">
                  <a:moveTo>
                    <a:pt x="205" y="1"/>
                  </a:moveTo>
                  <a:cubicBezTo>
                    <a:pt x="170" y="1"/>
                    <a:pt x="133" y="10"/>
                    <a:pt x="100" y="31"/>
                  </a:cubicBezTo>
                  <a:cubicBezTo>
                    <a:pt x="22" y="87"/>
                    <a:pt x="0" y="198"/>
                    <a:pt x="55" y="276"/>
                  </a:cubicBezTo>
                  <a:cubicBezTo>
                    <a:pt x="1133" y="1842"/>
                    <a:pt x="2333" y="3342"/>
                    <a:pt x="3632" y="4719"/>
                  </a:cubicBezTo>
                  <a:cubicBezTo>
                    <a:pt x="3666" y="4753"/>
                    <a:pt x="3710" y="4775"/>
                    <a:pt x="3765" y="4775"/>
                  </a:cubicBezTo>
                  <a:cubicBezTo>
                    <a:pt x="3810" y="4775"/>
                    <a:pt x="3854" y="4764"/>
                    <a:pt x="3888" y="4731"/>
                  </a:cubicBezTo>
                  <a:cubicBezTo>
                    <a:pt x="3955" y="4664"/>
                    <a:pt x="3955" y="4541"/>
                    <a:pt x="3888" y="4475"/>
                  </a:cubicBezTo>
                  <a:cubicBezTo>
                    <a:pt x="2599" y="3109"/>
                    <a:pt x="1410" y="1631"/>
                    <a:pt x="355" y="76"/>
                  </a:cubicBezTo>
                  <a:cubicBezTo>
                    <a:pt x="321" y="27"/>
                    <a:pt x="264" y="1"/>
                    <a:pt x="205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1" name="Google Shape;351;p15"/>
          <p:cNvGrpSpPr/>
          <p:nvPr/>
        </p:nvGrpSpPr>
        <p:grpSpPr>
          <a:xfrm flipH="1">
            <a:off x="-984900" y="1389407"/>
            <a:ext cx="2688530" cy="3410596"/>
            <a:chOff x="-705675" y="1389407"/>
            <a:chExt cx="2688530" cy="3410596"/>
          </a:xfrm>
        </p:grpSpPr>
        <p:sp>
          <p:nvSpPr>
            <p:cNvPr id="352" name="Google Shape;352;p15"/>
            <p:cNvSpPr/>
            <p:nvPr/>
          </p:nvSpPr>
          <p:spPr>
            <a:xfrm>
              <a:off x="-705675" y="1389407"/>
              <a:ext cx="2129204" cy="3075805"/>
            </a:xfrm>
            <a:custGeom>
              <a:avLst/>
              <a:gdLst/>
              <a:ahLst/>
              <a:cxnLst/>
              <a:rect l="l" t="t" r="r" b="b"/>
              <a:pathLst>
                <a:path w="15608" h="22547" extrusionOk="0">
                  <a:moveTo>
                    <a:pt x="8674" y="1"/>
                  </a:moveTo>
                  <a:cubicBezTo>
                    <a:pt x="8460" y="1"/>
                    <a:pt x="8247" y="37"/>
                    <a:pt x="8043" y="117"/>
                  </a:cubicBezTo>
                  <a:cubicBezTo>
                    <a:pt x="7187" y="440"/>
                    <a:pt x="6710" y="1361"/>
                    <a:pt x="6510" y="2261"/>
                  </a:cubicBezTo>
                  <a:cubicBezTo>
                    <a:pt x="5977" y="4694"/>
                    <a:pt x="6876" y="7182"/>
                    <a:pt x="7154" y="9660"/>
                  </a:cubicBezTo>
                  <a:cubicBezTo>
                    <a:pt x="7209" y="10248"/>
                    <a:pt x="7098" y="11037"/>
                    <a:pt x="6521" y="11126"/>
                  </a:cubicBezTo>
                  <a:cubicBezTo>
                    <a:pt x="6486" y="11132"/>
                    <a:pt x="6451" y="11135"/>
                    <a:pt x="6417" y="11135"/>
                  </a:cubicBezTo>
                  <a:cubicBezTo>
                    <a:pt x="6051" y="11135"/>
                    <a:pt x="5739" y="10825"/>
                    <a:pt x="5454" y="10582"/>
                  </a:cubicBezTo>
                  <a:cubicBezTo>
                    <a:pt x="4721" y="9954"/>
                    <a:pt x="3753" y="9602"/>
                    <a:pt x="2784" y="9602"/>
                  </a:cubicBezTo>
                  <a:cubicBezTo>
                    <a:pt x="2741" y="9602"/>
                    <a:pt x="2698" y="9603"/>
                    <a:pt x="2655" y="9604"/>
                  </a:cubicBezTo>
                  <a:cubicBezTo>
                    <a:pt x="2489" y="9604"/>
                    <a:pt x="2299" y="9626"/>
                    <a:pt x="2155" y="9727"/>
                  </a:cubicBezTo>
                  <a:cubicBezTo>
                    <a:pt x="1833" y="9949"/>
                    <a:pt x="1844" y="10426"/>
                    <a:pt x="1955" y="10804"/>
                  </a:cubicBezTo>
                  <a:cubicBezTo>
                    <a:pt x="2511" y="12548"/>
                    <a:pt x="4466" y="13603"/>
                    <a:pt x="4844" y="15392"/>
                  </a:cubicBezTo>
                  <a:cubicBezTo>
                    <a:pt x="4899" y="15625"/>
                    <a:pt x="4910" y="15903"/>
                    <a:pt x="4755" y="16092"/>
                  </a:cubicBezTo>
                  <a:cubicBezTo>
                    <a:pt x="4644" y="16225"/>
                    <a:pt x="4454" y="16281"/>
                    <a:pt x="4288" y="16314"/>
                  </a:cubicBezTo>
                  <a:cubicBezTo>
                    <a:pt x="4191" y="16329"/>
                    <a:pt x="4094" y="16335"/>
                    <a:pt x="3998" y="16335"/>
                  </a:cubicBezTo>
                  <a:cubicBezTo>
                    <a:pt x="3377" y="16335"/>
                    <a:pt x="2771" y="16057"/>
                    <a:pt x="2155" y="15903"/>
                  </a:cubicBezTo>
                  <a:cubicBezTo>
                    <a:pt x="1962" y="15858"/>
                    <a:pt x="1754" y="15832"/>
                    <a:pt x="1548" y="15832"/>
                  </a:cubicBezTo>
                  <a:cubicBezTo>
                    <a:pt x="997" y="15832"/>
                    <a:pt x="459" y="16015"/>
                    <a:pt x="233" y="16491"/>
                  </a:cubicBezTo>
                  <a:cubicBezTo>
                    <a:pt x="0" y="16992"/>
                    <a:pt x="222" y="17580"/>
                    <a:pt x="500" y="18047"/>
                  </a:cubicBezTo>
                  <a:cubicBezTo>
                    <a:pt x="1378" y="19491"/>
                    <a:pt x="2810" y="20524"/>
                    <a:pt x="4355" y="21213"/>
                  </a:cubicBezTo>
                  <a:cubicBezTo>
                    <a:pt x="5732" y="21813"/>
                    <a:pt x="7599" y="22535"/>
                    <a:pt x="9132" y="22546"/>
                  </a:cubicBezTo>
                  <a:cubicBezTo>
                    <a:pt x="9138" y="22546"/>
                    <a:pt x="9144" y="22546"/>
                    <a:pt x="9149" y="22546"/>
                  </a:cubicBezTo>
                  <a:cubicBezTo>
                    <a:pt x="10585" y="22546"/>
                    <a:pt x="11746" y="21265"/>
                    <a:pt x="12775" y="20413"/>
                  </a:cubicBezTo>
                  <a:cubicBezTo>
                    <a:pt x="13908" y="19480"/>
                    <a:pt x="15097" y="18258"/>
                    <a:pt x="14953" y="16803"/>
                  </a:cubicBezTo>
                  <a:cubicBezTo>
                    <a:pt x="14930" y="16580"/>
                    <a:pt x="14864" y="16358"/>
                    <a:pt x="14697" y="16225"/>
                  </a:cubicBezTo>
                  <a:cubicBezTo>
                    <a:pt x="14578" y="16136"/>
                    <a:pt x="14442" y="16110"/>
                    <a:pt x="14298" y="16110"/>
                  </a:cubicBezTo>
                  <a:cubicBezTo>
                    <a:pt x="14094" y="16110"/>
                    <a:pt x="13872" y="16162"/>
                    <a:pt x="13660" y="16162"/>
                  </a:cubicBezTo>
                  <a:cubicBezTo>
                    <a:pt x="13628" y="16162"/>
                    <a:pt x="13595" y="16161"/>
                    <a:pt x="13564" y="16158"/>
                  </a:cubicBezTo>
                  <a:cubicBezTo>
                    <a:pt x="12764" y="16069"/>
                    <a:pt x="12486" y="14958"/>
                    <a:pt x="12830" y="14225"/>
                  </a:cubicBezTo>
                  <a:cubicBezTo>
                    <a:pt x="13175" y="13492"/>
                    <a:pt x="13886" y="13026"/>
                    <a:pt x="14419" y="12415"/>
                  </a:cubicBezTo>
                  <a:cubicBezTo>
                    <a:pt x="14886" y="11882"/>
                    <a:pt x="15219" y="11248"/>
                    <a:pt x="15385" y="10559"/>
                  </a:cubicBezTo>
                  <a:cubicBezTo>
                    <a:pt x="15608" y="9671"/>
                    <a:pt x="15308" y="8449"/>
                    <a:pt x="14397" y="8349"/>
                  </a:cubicBezTo>
                  <a:cubicBezTo>
                    <a:pt x="14356" y="8344"/>
                    <a:pt x="14315" y="8342"/>
                    <a:pt x="14275" y="8342"/>
                  </a:cubicBezTo>
                  <a:cubicBezTo>
                    <a:pt x="13666" y="8342"/>
                    <a:pt x="13177" y="8877"/>
                    <a:pt x="12709" y="9304"/>
                  </a:cubicBezTo>
                  <a:cubicBezTo>
                    <a:pt x="12383" y="9601"/>
                    <a:pt x="11914" y="9857"/>
                    <a:pt x="11496" y="9857"/>
                  </a:cubicBezTo>
                  <a:cubicBezTo>
                    <a:pt x="11287" y="9857"/>
                    <a:pt x="11090" y="9793"/>
                    <a:pt x="10931" y="9638"/>
                  </a:cubicBezTo>
                  <a:cubicBezTo>
                    <a:pt x="10520" y="9238"/>
                    <a:pt x="10698" y="8560"/>
                    <a:pt x="10865" y="8004"/>
                  </a:cubicBezTo>
                  <a:cubicBezTo>
                    <a:pt x="11265" y="6661"/>
                    <a:pt x="11442" y="5249"/>
                    <a:pt x="11386" y="3839"/>
                  </a:cubicBezTo>
                  <a:cubicBezTo>
                    <a:pt x="11353" y="2861"/>
                    <a:pt x="11186" y="1850"/>
                    <a:pt x="10609" y="1050"/>
                  </a:cubicBezTo>
                  <a:cubicBezTo>
                    <a:pt x="10161" y="439"/>
                    <a:pt x="9412" y="1"/>
                    <a:pt x="8674" y="1"/>
                  </a:cubicBezTo>
                  <a:close/>
                </a:path>
              </a:pathLst>
            </a:custGeom>
            <a:solidFill>
              <a:srgbClr val="A2B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5"/>
            <p:cNvSpPr/>
            <p:nvPr/>
          </p:nvSpPr>
          <p:spPr>
            <a:xfrm>
              <a:off x="464254" y="1791844"/>
              <a:ext cx="19781" cy="3000639"/>
            </a:xfrm>
            <a:custGeom>
              <a:avLst/>
              <a:gdLst/>
              <a:ahLst/>
              <a:cxnLst/>
              <a:rect l="l" t="t" r="r" b="b"/>
              <a:pathLst>
                <a:path w="145" h="21996" extrusionOk="0">
                  <a:moveTo>
                    <a:pt x="78" y="0"/>
                  </a:moveTo>
                  <a:cubicBezTo>
                    <a:pt x="33" y="0"/>
                    <a:pt x="0" y="33"/>
                    <a:pt x="0" y="67"/>
                  </a:cubicBezTo>
                  <a:lnTo>
                    <a:pt x="0" y="21929"/>
                  </a:lnTo>
                  <a:cubicBezTo>
                    <a:pt x="0" y="21974"/>
                    <a:pt x="33" y="21996"/>
                    <a:pt x="78" y="21996"/>
                  </a:cubicBezTo>
                  <a:cubicBezTo>
                    <a:pt x="111" y="21996"/>
                    <a:pt x="144" y="21974"/>
                    <a:pt x="144" y="21929"/>
                  </a:cubicBezTo>
                  <a:lnTo>
                    <a:pt x="144" y="67"/>
                  </a:lnTo>
                  <a:cubicBezTo>
                    <a:pt x="144" y="33"/>
                    <a:pt x="111" y="0"/>
                    <a:pt x="78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5"/>
            <p:cNvSpPr/>
            <p:nvPr/>
          </p:nvSpPr>
          <p:spPr>
            <a:xfrm>
              <a:off x="483898" y="2675978"/>
              <a:ext cx="800225" cy="817686"/>
            </a:xfrm>
            <a:custGeom>
              <a:avLst/>
              <a:gdLst/>
              <a:ahLst/>
              <a:cxnLst/>
              <a:rect l="l" t="t" r="r" b="b"/>
              <a:pathLst>
                <a:path w="5866" h="5994" extrusionOk="0">
                  <a:moveTo>
                    <a:pt x="5787" y="1"/>
                  </a:moveTo>
                  <a:cubicBezTo>
                    <a:pt x="5769" y="1"/>
                    <a:pt x="5749" y="6"/>
                    <a:pt x="5732" y="17"/>
                  </a:cubicBezTo>
                  <a:cubicBezTo>
                    <a:pt x="3799" y="1918"/>
                    <a:pt x="1878" y="3895"/>
                    <a:pt x="34" y="5883"/>
                  </a:cubicBezTo>
                  <a:cubicBezTo>
                    <a:pt x="0" y="5905"/>
                    <a:pt x="0" y="5950"/>
                    <a:pt x="34" y="5972"/>
                  </a:cubicBezTo>
                  <a:cubicBezTo>
                    <a:pt x="45" y="5994"/>
                    <a:pt x="67" y="5994"/>
                    <a:pt x="78" y="5994"/>
                  </a:cubicBezTo>
                  <a:cubicBezTo>
                    <a:pt x="101" y="5994"/>
                    <a:pt x="123" y="5983"/>
                    <a:pt x="133" y="5972"/>
                  </a:cubicBezTo>
                  <a:cubicBezTo>
                    <a:pt x="1978" y="3984"/>
                    <a:pt x="3900" y="2017"/>
                    <a:pt x="5833" y="118"/>
                  </a:cubicBezTo>
                  <a:cubicBezTo>
                    <a:pt x="5866" y="96"/>
                    <a:pt x="5866" y="51"/>
                    <a:pt x="5833" y="17"/>
                  </a:cubicBezTo>
                  <a:cubicBezTo>
                    <a:pt x="5822" y="6"/>
                    <a:pt x="5805" y="1"/>
                    <a:pt x="5787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5"/>
            <p:cNvSpPr/>
            <p:nvPr/>
          </p:nvSpPr>
          <p:spPr>
            <a:xfrm>
              <a:off x="483898" y="3706763"/>
              <a:ext cx="733517" cy="609923"/>
            </a:xfrm>
            <a:custGeom>
              <a:avLst/>
              <a:gdLst/>
              <a:ahLst/>
              <a:cxnLst/>
              <a:rect l="l" t="t" r="r" b="b"/>
              <a:pathLst>
                <a:path w="5377" h="4471" extrusionOk="0">
                  <a:moveTo>
                    <a:pt x="5295" y="0"/>
                  </a:moveTo>
                  <a:cubicBezTo>
                    <a:pt x="5279" y="0"/>
                    <a:pt x="5265" y="6"/>
                    <a:pt x="5255" y="15"/>
                  </a:cubicBezTo>
                  <a:cubicBezTo>
                    <a:pt x="3488" y="1405"/>
                    <a:pt x="1733" y="2871"/>
                    <a:pt x="34" y="4348"/>
                  </a:cubicBezTo>
                  <a:cubicBezTo>
                    <a:pt x="12" y="4370"/>
                    <a:pt x="0" y="4415"/>
                    <a:pt x="34" y="4448"/>
                  </a:cubicBezTo>
                  <a:cubicBezTo>
                    <a:pt x="45" y="4459"/>
                    <a:pt x="67" y="4471"/>
                    <a:pt x="78" y="4471"/>
                  </a:cubicBezTo>
                  <a:cubicBezTo>
                    <a:pt x="101" y="4471"/>
                    <a:pt x="111" y="4459"/>
                    <a:pt x="123" y="4448"/>
                  </a:cubicBezTo>
                  <a:cubicBezTo>
                    <a:pt x="1822" y="2970"/>
                    <a:pt x="3577" y="1516"/>
                    <a:pt x="5344" y="127"/>
                  </a:cubicBezTo>
                  <a:cubicBezTo>
                    <a:pt x="5366" y="94"/>
                    <a:pt x="5377" y="49"/>
                    <a:pt x="5355" y="27"/>
                  </a:cubicBezTo>
                  <a:cubicBezTo>
                    <a:pt x="5336" y="8"/>
                    <a:pt x="5315" y="0"/>
                    <a:pt x="5295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-257130" y="2906391"/>
              <a:ext cx="713873" cy="749614"/>
            </a:xfrm>
            <a:custGeom>
              <a:avLst/>
              <a:gdLst/>
              <a:ahLst/>
              <a:cxnLst/>
              <a:rect l="l" t="t" r="r" b="b"/>
              <a:pathLst>
                <a:path w="5233" h="5495" extrusionOk="0">
                  <a:moveTo>
                    <a:pt x="79" y="0"/>
                  </a:moveTo>
                  <a:cubicBezTo>
                    <a:pt x="61" y="0"/>
                    <a:pt x="44" y="6"/>
                    <a:pt x="33" y="17"/>
                  </a:cubicBezTo>
                  <a:cubicBezTo>
                    <a:pt x="11" y="39"/>
                    <a:pt x="0" y="84"/>
                    <a:pt x="33" y="117"/>
                  </a:cubicBezTo>
                  <a:cubicBezTo>
                    <a:pt x="1744" y="1861"/>
                    <a:pt x="3455" y="3672"/>
                    <a:pt x="5099" y="5472"/>
                  </a:cubicBezTo>
                  <a:cubicBezTo>
                    <a:pt x="5110" y="5483"/>
                    <a:pt x="5133" y="5494"/>
                    <a:pt x="5155" y="5494"/>
                  </a:cubicBezTo>
                  <a:cubicBezTo>
                    <a:pt x="5166" y="5494"/>
                    <a:pt x="5188" y="5483"/>
                    <a:pt x="5199" y="5472"/>
                  </a:cubicBezTo>
                  <a:cubicBezTo>
                    <a:pt x="5232" y="5450"/>
                    <a:pt x="5232" y="5405"/>
                    <a:pt x="5199" y="5371"/>
                  </a:cubicBezTo>
                  <a:cubicBezTo>
                    <a:pt x="3555" y="3572"/>
                    <a:pt x="1844" y="1772"/>
                    <a:pt x="134" y="17"/>
                  </a:cubicBezTo>
                  <a:cubicBezTo>
                    <a:pt x="117" y="6"/>
                    <a:pt x="97" y="0"/>
                    <a:pt x="79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5"/>
            <p:cNvSpPr/>
            <p:nvPr/>
          </p:nvSpPr>
          <p:spPr>
            <a:xfrm>
              <a:off x="59499" y="3115794"/>
              <a:ext cx="1647514" cy="1591856"/>
            </a:xfrm>
            <a:custGeom>
              <a:avLst/>
              <a:gdLst/>
              <a:ahLst/>
              <a:cxnLst/>
              <a:rect l="l" t="t" r="r" b="b"/>
              <a:pathLst>
                <a:path w="12077" h="11669" extrusionOk="0">
                  <a:moveTo>
                    <a:pt x="1726" y="0"/>
                  </a:moveTo>
                  <a:cubicBezTo>
                    <a:pt x="1600" y="0"/>
                    <a:pt x="1472" y="16"/>
                    <a:pt x="1345" y="49"/>
                  </a:cubicBezTo>
                  <a:cubicBezTo>
                    <a:pt x="623" y="227"/>
                    <a:pt x="123" y="970"/>
                    <a:pt x="67" y="1726"/>
                  </a:cubicBezTo>
                  <a:cubicBezTo>
                    <a:pt x="1" y="2471"/>
                    <a:pt x="312" y="3214"/>
                    <a:pt x="734" y="3836"/>
                  </a:cubicBezTo>
                  <a:cubicBezTo>
                    <a:pt x="1168" y="4459"/>
                    <a:pt x="1711" y="4981"/>
                    <a:pt x="2212" y="5547"/>
                  </a:cubicBezTo>
                  <a:cubicBezTo>
                    <a:pt x="2545" y="5925"/>
                    <a:pt x="2867" y="6447"/>
                    <a:pt x="2656" y="6892"/>
                  </a:cubicBezTo>
                  <a:cubicBezTo>
                    <a:pt x="2422" y="7369"/>
                    <a:pt x="1767" y="7436"/>
                    <a:pt x="1423" y="7836"/>
                  </a:cubicBezTo>
                  <a:cubicBezTo>
                    <a:pt x="1112" y="8203"/>
                    <a:pt x="1156" y="8791"/>
                    <a:pt x="1412" y="9202"/>
                  </a:cubicBezTo>
                  <a:cubicBezTo>
                    <a:pt x="1667" y="9613"/>
                    <a:pt x="2089" y="9891"/>
                    <a:pt x="2523" y="10136"/>
                  </a:cubicBezTo>
                  <a:cubicBezTo>
                    <a:pt x="3034" y="10435"/>
                    <a:pt x="3578" y="10702"/>
                    <a:pt x="4133" y="10924"/>
                  </a:cubicBezTo>
                  <a:cubicBezTo>
                    <a:pt x="4522" y="11091"/>
                    <a:pt x="5233" y="11180"/>
                    <a:pt x="5533" y="11469"/>
                  </a:cubicBezTo>
                  <a:cubicBezTo>
                    <a:pt x="5600" y="11535"/>
                    <a:pt x="5656" y="11602"/>
                    <a:pt x="5688" y="11669"/>
                  </a:cubicBezTo>
                  <a:cubicBezTo>
                    <a:pt x="7811" y="11657"/>
                    <a:pt x="9944" y="11657"/>
                    <a:pt x="12076" y="11646"/>
                  </a:cubicBezTo>
                  <a:cubicBezTo>
                    <a:pt x="12010" y="10602"/>
                    <a:pt x="11654" y="9569"/>
                    <a:pt x="11254" y="8502"/>
                  </a:cubicBezTo>
                  <a:cubicBezTo>
                    <a:pt x="11167" y="8263"/>
                    <a:pt x="11083" y="8176"/>
                    <a:pt x="10998" y="8176"/>
                  </a:cubicBezTo>
                  <a:cubicBezTo>
                    <a:pt x="10822" y="8176"/>
                    <a:pt x="10645" y="8545"/>
                    <a:pt x="10443" y="8702"/>
                  </a:cubicBezTo>
                  <a:cubicBezTo>
                    <a:pt x="10362" y="8761"/>
                    <a:pt x="10268" y="8787"/>
                    <a:pt x="10171" y="8787"/>
                  </a:cubicBezTo>
                  <a:cubicBezTo>
                    <a:pt x="9976" y="8787"/>
                    <a:pt x="9770" y="8681"/>
                    <a:pt x="9643" y="8524"/>
                  </a:cubicBezTo>
                  <a:cubicBezTo>
                    <a:pt x="9455" y="8280"/>
                    <a:pt x="9399" y="7969"/>
                    <a:pt x="9354" y="7669"/>
                  </a:cubicBezTo>
                  <a:cubicBezTo>
                    <a:pt x="9110" y="6314"/>
                    <a:pt x="8766" y="4970"/>
                    <a:pt x="8322" y="3659"/>
                  </a:cubicBezTo>
                  <a:cubicBezTo>
                    <a:pt x="8199" y="3303"/>
                    <a:pt x="8066" y="2937"/>
                    <a:pt x="7799" y="2659"/>
                  </a:cubicBezTo>
                  <a:cubicBezTo>
                    <a:pt x="7611" y="2471"/>
                    <a:pt x="7345" y="2344"/>
                    <a:pt x="7084" y="2344"/>
                  </a:cubicBezTo>
                  <a:cubicBezTo>
                    <a:pt x="6975" y="2344"/>
                    <a:pt x="6868" y="2366"/>
                    <a:pt x="6766" y="2415"/>
                  </a:cubicBezTo>
                  <a:cubicBezTo>
                    <a:pt x="6366" y="2604"/>
                    <a:pt x="6167" y="3192"/>
                    <a:pt x="5722" y="3214"/>
                  </a:cubicBezTo>
                  <a:cubicBezTo>
                    <a:pt x="5706" y="3216"/>
                    <a:pt x="5690" y="3217"/>
                    <a:pt x="5674" y="3217"/>
                  </a:cubicBezTo>
                  <a:cubicBezTo>
                    <a:pt x="5460" y="3217"/>
                    <a:pt x="5266" y="3081"/>
                    <a:pt x="5100" y="2926"/>
                  </a:cubicBezTo>
                  <a:cubicBezTo>
                    <a:pt x="4489" y="2370"/>
                    <a:pt x="4089" y="1604"/>
                    <a:pt x="3533" y="982"/>
                  </a:cubicBezTo>
                  <a:cubicBezTo>
                    <a:pt x="3075" y="447"/>
                    <a:pt x="2410" y="0"/>
                    <a:pt x="1726" y="0"/>
                  </a:cubicBez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5"/>
            <p:cNvSpPr/>
            <p:nvPr/>
          </p:nvSpPr>
          <p:spPr>
            <a:xfrm>
              <a:off x="383766" y="3299688"/>
              <a:ext cx="683725" cy="1335254"/>
            </a:xfrm>
            <a:custGeom>
              <a:avLst/>
              <a:gdLst/>
              <a:ahLst/>
              <a:cxnLst/>
              <a:rect l="l" t="t" r="r" b="b"/>
              <a:pathLst>
                <a:path w="5012" h="9788" extrusionOk="0">
                  <a:moveTo>
                    <a:pt x="112" y="0"/>
                  </a:moveTo>
                  <a:lnTo>
                    <a:pt x="1" y="45"/>
                  </a:lnTo>
                  <a:cubicBezTo>
                    <a:pt x="423" y="1056"/>
                    <a:pt x="1012" y="1989"/>
                    <a:pt x="1768" y="2789"/>
                  </a:cubicBezTo>
                  <a:cubicBezTo>
                    <a:pt x="2023" y="3055"/>
                    <a:pt x="2289" y="3311"/>
                    <a:pt x="2556" y="3555"/>
                  </a:cubicBezTo>
                  <a:cubicBezTo>
                    <a:pt x="3089" y="4066"/>
                    <a:pt x="3645" y="4588"/>
                    <a:pt x="4034" y="5211"/>
                  </a:cubicBezTo>
                  <a:cubicBezTo>
                    <a:pt x="4878" y="6588"/>
                    <a:pt x="4889" y="8365"/>
                    <a:pt x="4900" y="9787"/>
                  </a:cubicBezTo>
                  <a:lnTo>
                    <a:pt x="5011" y="9787"/>
                  </a:lnTo>
                  <a:cubicBezTo>
                    <a:pt x="5000" y="8343"/>
                    <a:pt x="5000" y="6554"/>
                    <a:pt x="4133" y="5155"/>
                  </a:cubicBezTo>
                  <a:cubicBezTo>
                    <a:pt x="3734" y="4510"/>
                    <a:pt x="3167" y="3989"/>
                    <a:pt x="2634" y="3478"/>
                  </a:cubicBezTo>
                  <a:cubicBezTo>
                    <a:pt x="2368" y="3233"/>
                    <a:pt x="2101" y="2977"/>
                    <a:pt x="1857" y="2711"/>
                  </a:cubicBezTo>
                  <a:cubicBezTo>
                    <a:pt x="1112" y="1911"/>
                    <a:pt x="524" y="1000"/>
                    <a:pt x="1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5"/>
            <p:cNvSpPr/>
            <p:nvPr/>
          </p:nvSpPr>
          <p:spPr>
            <a:xfrm>
              <a:off x="968731" y="3636098"/>
              <a:ext cx="113909" cy="766939"/>
            </a:xfrm>
            <a:custGeom>
              <a:avLst/>
              <a:gdLst/>
              <a:ahLst/>
              <a:cxnLst/>
              <a:rect l="l" t="t" r="r" b="b"/>
              <a:pathLst>
                <a:path w="835" h="5622" extrusionOk="0">
                  <a:moveTo>
                    <a:pt x="45" y="0"/>
                  </a:moveTo>
                  <a:lnTo>
                    <a:pt x="13" y="1056"/>
                  </a:lnTo>
                  <a:cubicBezTo>
                    <a:pt x="13" y="1289"/>
                    <a:pt x="1" y="1555"/>
                    <a:pt x="79" y="1800"/>
                  </a:cubicBezTo>
                  <a:cubicBezTo>
                    <a:pt x="124" y="1933"/>
                    <a:pt x="190" y="2066"/>
                    <a:pt x="268" y="2200"/>
                  </a:cubicBezTo>
                  <a:cubicBezTo>
                    <a:pt x="290" y="2256"/>
                    <a:pt x="324" y="2311"/>
                    <a:pt x="356" y="2367"/>
                  </a:cubicBezTo>
                  <a:cubicBezTo>
                    <a:pt x="756" y="3177"/>
                    <a:pt x="612" y="4944"/>
                    <a:pt x="556" y="5611"/>
                  </a:cubicBezTo>
                  <a:lnTo>
                    <a:pt x="668" y="5621"/>
                  </a:lnTo>
                  <a:cubicBezTo>
                    <a:pt x="768" y="4466"/>
                    <a:pt x="835" y="3056"/>
                    <a:pt x="457" y="2311"/>
                  </a:cubicBezTo>
                  <a:cubicBezTo>
                    <a:pt x="423" y="2256"/>
                    <a:pt x="390" y="2200"/>
                    <a:pt x="368" y="2145"/>
                  </a:cubicBezTo>
                  <a:cubicBezTo>
                    <a:pt x="290" y="2011"/>
                    <a:pt x="223" y="1889"/>
                    <a:pt x="190" y="1767"/>
                  </a:cubicBezTo>
                  <a:cubicBezTo>
                    <a:pt x="112" y="1533"/>
                    <a:pt x="124" y="1289"/>
                    <a:pt x="134" y="1056"/>
                  </a:cubicBezTo>
                  <a:lnTo>
                    <a:pt x="168" y="1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3A81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235343" y="3460253"/>
              <a:ext cx="518387" cy="335178"/>
            </a:xfrm>
            <a:custGeom>
              <a:avLst/>
              <a:gdLst/>
              <a:ahLst/>
              <a:cxnLst/>
              <a:rect l="l" t="t" r="r" b="b"/>
              <a:pathLst>
                <a:path w="3800" h="2457" extrusionOk="0">
                  <a:moveTo>
                    <a:pt x="101" y="1"/>
                  </a:moveTo>
                  <a:lnTo>
                    <a:pt x="0" y="57"/>
                  </a:lnTo>
                  <a:cubicBezTo>
                    <a:pt x="456" y="790"/>
                    <a:pt x="1178" y="1356"/>
                    <a:pt x="1989" y="1623"/>
                  </a:cubicBezTo>
                  <a:lnTo>
                    <a:pt x="2044" y="1645"/>
                  </a:lnTo>
                  <a:cubicBezTo>
                    <a:pt x="2589" y="1822"/>
                    <a:pt x="3333" y="2067"/>
                    <a:pt x="3722" y="2456"/>
                  </a:cubicBezTo>
                  <a:lnTo>
                    <a:pt x="3800" y="2378"/>
                  </a:lnTo>
                  <a:cubicBezTo>
                    <a:pt x="3400" y="1967"/>
                    <a:pt x="2644" y="1711"/>
                    <a:pt x="2089" y="1534"/>
                  </a:cubicBezTo>
                  <a:lnTo>
                    <a:pt x="2034" y="1511"/>
                  </a:lnTo>
                  <a:cubicBezTo>
                    <a:pt x="1244" y="1256"/>
                    <a:pt x="534" y="701"/>
                    <a:pt x="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465618" y="4296777"/>
              <a:ext cx="615516" cy="382105"/>
            </a:xfrm>
            <a:custGeom>
              <a:avLst/>
              <a:gdLst/>
              <a:ahLst/>
              <a:cxnLst/>
              <a:rect l="l" t="t" r="r" b="b"/>
              <a:pathLst>
                <a:path w="4512" h="2801" extrusionOk="0">
                  <a:moveTo>
                    <a:pt x="79" y="1"/>
                  </a:moveTo>
                  <a:lnTo>
                    <a:pt x="1" y="79"/>
                  </a:lnTo>
                  <a:cubicBezTo>
                    <a:pt x="334" y="412"/>
                    <a:pt x="712" y="778"/>
                    <a:pt x="1168" y="1000"/>
                  </a:cubicBezTo>
                  <a:cubicBezTo>
                    <a:pt x="1368" y="1089"/>
                    <a:pt x="1590" y="1156"/>
                    <a:pt x="1800" y="1223"/>
                  </a:cubicBezTo>
                  <a:cubicBezTo>
                    <a:pt x="1923" y="1256"/>
                    <a:pt x="2056" y="1289"/>
                    <a:pt x="2178" y="1334"/>
                  </a:cubicBezTo>
                  <a:cubicBezTo>
                    <a:pt x="2434" y="1423"/>
                    <a:pt x="2679" y="1545"/>
                    <a:pt x="2911" y="1667"/>
                  </a:cubicBezTo>
                  <a:lnTo>
                    <a:pt x="3622" y="2012"/>
                  </a:lnTo>
                  <a:cubicBezTo>
                    <a:pt x="3978" y="2178"/>
                    <a:pt x="4378" y="2422"/>
                    <a:pt x="4389" y="2800"/>
                  </a:cubicBezTo>
                  <a:lnTo>
                    <a:pt x="4511" y="2789"/>
                  </a:lnTo>
                  <a:cubicBezTo>
                    <a:pt x="4489" y="2356"/>
                    <a:pt x="4056" y="2089"/>
                    <a:pt x="3678" y="1911"/>
                  </a:cubicBezTo>
                  <a:lnTo>
                    <a:pt x="2967" y="1556"/>
                  </a:lnTo>
                  <a:cubicBezTo>
                    <a:pt x="2723" y="1445"/>
                    <a:pt x="2479" y="1323"/>
                    <a:pt x="2223" y="1223"/>
                  </a:cubicBezTo>
                  <a:cubicBezTo>
                    <a:pt x="2089" y="1178"/>
                    <a:pt x="1956" y="1145"/>
                    <a:pt x="1834" y="1112"/>
                  </a:cubicBezTo>
                  <a:cubicBezTo>
                    <a:pt x="1623" y="1045"/>
                    <a:pt x="1412" y="990"/>
                    <a:pt x="1223" y="889"/>
                  </a:cubicBezTo>
                  <a:cubicBezTo>
                    <a:pt x="778" y="689"/>
                    <a:pt x="423" y="334"/>
                    <a:pt x="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5"/>
            <p:cNvSpPr/>
            <p:nvPr/>
          </p:nvSpPr>
          <p:spPr>
            <a:xfrm>
              <a:off x="617179" y="2692212"/>
              <a:ext cx="1365676" cy="1816945"/>
            </a:xfrm>
            <a:custGeom>
              <a:avLst/>
              <a:gdLst/>
              <a:ahLst/>
              <a:cxnLst/>
              <a:rect l="l" t="t" r="r" b="b"/>
              <a:pathLst>
                <a:path w="10011" h="13319" extrusionOk="0">
                  <a:moveTo>
                    <a:pt x="5024" y="1"/>
                  </a:moveTo>
                  <a:cubicBezTo>
                    <a:pt x="4884" y="1"/>
                    <a:pt x="4742" y="11"/>
                    <a:pt x="4600" y="32"/>
                  </a:cubicBezTo>
                  <a:cubicBezTo>
                    <a:pt x="3756" y="154"/>
                    <a:pt x="3012" y="643"/>
                    <a:pt x="2456" y="1298"/>
                  </a:cubicBezTo>
                  <a:cubicBezTo>
                    <a:pt x="2023" y="1720"/>
                    <a:pt x="1645" y="2243"/>
                    <a:pt x="1356" y="2787"/>
                  </a:cubicBezTo>
                  <a:cubicBezTo>
                    <a:pt x="301" y="4764"/>
                    <a:pt x="1" y="7586"/>
                    <a:pt x="623" y="9730"/>
                  </a:cubicBezTo>
                  <a:cubicBezTo>
                    <a:pt x="923" y="10763"/>
                    <a:pt x="1534" y="11585"/>
                    <a:pt x="2356" y="12263"/>
                  </a:cubicBezTo>
                  <a:cubicBezTo>
                    <a:pt x="3022" y="12818"/>
                    <a:pt x="4133" y="13296"/>
                    <a:pt x="5000" y="13318"/>
                  </a:cubicBezTo>
                  <a:cubicBezTo>
                    <a:pt x="5028" y="13318"/>
                    <a:pt x="5056" y="13319"/>
                    <a:pt x="5084" y="13319"/>
                  </a:cubicBezTo>
                  <a:cubicBezTo>
                    <a:pt x="6204" y="13319"/>
                    <a:pt x="7182" y="12884"/>
                    <a:pt x="7821" y="11940"/>
                  </a:cubicBezTo>
                  <a:cubicBezTo>
                    <a:pt x="7888" y="11896"/>
                    <a:pt x="7955" y="11841"/>
                    <a:pt x="8021" y="11774"/>
                  </a:cubicBezTo>
                  <a:cubicBezTo>
                    <a:pt x="8999" y="10896"/>
                    <a:pt x="9521" y="9597"/>
                    <a:pt x="9721" y="8297"/>
                  </a:cubicBezTo>
                  <a:cubicBezTo>
                    <a:pt x="10010" y="6475"/>
                    <a:pt x="9710" y="4564"/>
                    <a:pt x="8877" y="2909"/>
                  </a:cubicBezTo>
                  <a:cubicBezTo>
                    <a:pt x="8129" y="1394"/>
                    <a:pt x="6674" y="1"/>
                    <a:pt x="5024" y="1"/>
                  </a:cubicBezTo>
                  <a:close/>
                </a:path>
              </a:pathLst>
            </a:custGeom>
            <a:solidFill>
              <a:srgbClr val="2A56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5"/>
            <p:cNvSpPr/>
            <p:nvPr/>
          </p:nvSpPr>
          <p:spPr>
            <a:xfrm>
              <a:off x="1306777" y="2967779"/>
              <a:ext cx="19781" cy="1832223"/>
            </a:xfrm>
            <a:custGeom>
              <a:avLst/>
              <a:gdLst/>
              <a:ahLst/>
              <a:cxnLst/>
              <a:rect l="l" t="t" r="r" b="b"/>
              <a:pathLst>
                <a:path w="145" h="13431" extrusionOk="0">
                  <a:moveTo>
                    <a:pt x="67" y="1"/>
                  </a:moveTo>
                  <a:cubicBezTo>
                    <a:pt x="34" y="1"/>
                    <a:pt x="1" y="34"/>
                    <a:pt x="1" y="67"/>
                  </a:cubicBezTo>
                  <a:lnTo>
                    <a:pt x="1" y="13364"/>
                  </a:lnTo>
                  <a:cubicBezTo>
                    <a:pt x="1" y="13409"/>
                    <a:pt x="34" y="13431"/>
                    <a:pt x="67" y="13431"/>
                  </a:cubicBezTo>
                  <a:cubicBezTo>
                    <a:pt x="112" y="13431"/>
                    <a:pt x="145" y="13409"/>
                    <a:pt x="145" y="13364"/>
                  </a:cubicBezTo>
                  <a:lnTo>
                    <a:pt x="145" y="67"/>
                  </a:lnTo>
                  <a:cubicBezTo>
                    <a:pt x="145" y="34"/>
                    <a:pt x="112" y="1"/>
                    <a:pt x="67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5"/>
            <p:cNvSpPr/>
            <p:nvPr/>
          </p:nvSpPr>
          <p:spPr>
            <a:xfrm>
              <a:off x="1380989" y="3277861"/>
              <a:ext cx="457817" cy="526572"/>
            </a:xfrm>
            <a:custGeom>
              <a:avLst/>
              <a:gdLst/>
              <a:ahLst/>
              <a:cxnLst/>
              <a:rect l="l" t="t" r="r" b="b"/>
              <a:pathLst>
                <a:path w="3356" h="3860" extrusionOk="0">
                  <a:moveTo>
                    <a:pt x="3273" y="1"/>
                  </a:moveTo>
                  <a:cubicBezTo>
                    <a:pt x="3253" y="1"/>
                    <a:pt x="3234" y="9"/>
                    <a:pt x="3222" y="27"/>
                  </a:cubicBezTo>
                  <a:lnTo>
                    <a:pt x="23" y="3737"/>
                  </a:lnTo>
                  <a:cubicBezTo>
                    <a:pt x="1" y="3771"/>
                    <a:pt x="1" y="3815"/>
                    <a:pt x="34" y="3838"/>
                  </a:cubicBezTo>
                  <a:cubicBezTo>
                    <a:pt x="45" y="3848"/>
                    <a:pt x="57" y="3860"/>
                    <a:pt x="79" y="3860"/>
                  </a:cubicBezTo>
                  <a:cubicBezTo>
                    <a:pt x="89" y="3860"/>
                    <a:pt x="112" y="3848"/>
                    <a:pt x="123" y="3826"/>
                  </a:cubicBezTo>
                  <a:lnTo>
                    <a:pt x="3323" y="116"/>
                  </a:lnTo>
                  <a:cubicBezTo>
                    <a:pt x="3355" y="93"/>
                    <a:pt x="3345" y="49"/>
                    <a:pt x="3323" y="16"/>
                  </a:cubicBezTo>
                  <a:cubicBezTo>
                    <a:pt x="3307" y="6"/>
                    <a:pt x="3290" y="1"/>
                    <a:pt x="3273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5"/>
            <p:cNvSpPr/>
            <p:nvPr/>
          </p:nvSpPr>
          <p:spPr>
            <a:xfrm>
              <a:off x="1658328" y="3727908"/>
              <a:ext cx="206263" cy="234229"/>
            </a:xfrm>
            <a:custGeom>
              <a:avLst/>
              <a:gdLst/>
              <a:ahLst/>
              <a:cxnLst/>
              <a:rect l="l" t="t" r="r" b="b"/>
              <a:pathLst>
                <a:path w="1512" h="1717" extrusionOk="0">
                  <a:moveTo>
                    <a:pt x="1438" y="1"/>
                  </a:moveTo>
                  <a:cubicBezTo>
                    <a:pt x="1418" y="1"/>
                    <a:pt x="1397" y="9"/>
                    <a:pt x="1378" y="28"/>
                  </a:cubicBezTo>
                  <a:cubicBezTo>
                    <a:pt x="923" y="539"/>
                    <a:pt x="456" y="1072"/>
                    <a:pt x="23" y="1605"/>
                  </a:cubicBezTo>
                  <a:cubicBezTo>
                    <a:pt x="1" y="1638"/>
                    <a:pt x="1" y="1682"/>
                    <a:pt x="34" y="1705"/>
                  </a:cubicBezTo>
                  <a:cubicBezTo>
                    <a:pt x="45" y="1716"/>
                    <a:pt x="68" y="1716"/>
                    <a:pt x="78" y="1716"/>
                  </a:cubicBezTo>
                  <a:cubicBezTo>
                    <a:pt x="100" y="1716"/>
                    <a:pt x="123" y="1705"/>
                    <a:pt x="134" y="1694"/>
                  </a:cubicBezTo>
                  <a:cubicBezTo>
                    <a:pt x="567" y="1161"/>
                    <a:pt x="1023" y="627"/>
                    <a:pt x="1490" y="116"/>
                  </a:cubicBezTo>
                  <a:cubicBezTo>
                    <a:pt x="1512" y="83"/>
                    <a:pt x="1512" y="38"/>
                    <a:pt x="1478" y="16"/>
                  </a:cubicBezTo>
                  <a:cubicBezTo>
                    <a:pt x="1468" y="6"/>
                    <a:pt x="1454" y="1"/>
                    <a:pt x="1438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1320419" y="4087919"/>
              <a:ext cx="253191" cy="278701"/>
            </a:xfrm>
            <a:custGeom>
              <a:avLst/>
              <a:gdLst/>
              <a:ahLst/>
              <a:cxnLst/>
              <a:rect l="l" t="t" r="r" b="b"/>
              <a:pathLst>
                <a:path w="1856" h="2043" extrusionOk="0">
                  <a:moveTo>
                    <a:pt x="1781" y="0"/>
                  </a:moveTo>
                  <a:cubicBezTo>
                    <a:pt x="1762" y="0"/>
                    <a:pt x="1741" y="9"/>
                    <a:pt x="1723" y="21"/>
                  </a:cubicBezTo>
                  <a:cubicBezTo>
                    <a:pt x="1178" y="677"/>
                    <a:pt x="612" y="1310"/>
                    <a:pt x="34" y="1932"/>
                  </a:cubicBezTo>
                  <a:cubicBezTo>
                    <a:pt x="0" y="1954"/>
                    <a:pt x="0" y="1998"/>
                    <a:pt x="34" y="2032"/>
                  </a:cubicBezTo>
                  <a:cubicBezTo>
                    <a:pt x="45" y="2043"/>
                    <a:pt x="67" y="2043"/>
                    <a:pt x="78" y="2043"/>
                  </a:cubicBezTo>
                  <a:cubicBezTo>
                    <a:pt x="101" y="2043"/>
                    <a:pt x="123" y="2043"/>
                    <a:pt x="134" y="2020"/>
                  </a:cubicBezTo>
                  <a:cubicBezTo>
                    <a:pt x="711" y="1410"/>
                    <a:pt x="1289" y="766"/>
                    <a:pt x="1834" y="121"/>
                  </a:cubicBezTo>
                  <a:cubicBezTo>
                    <a:pt x="1856" y="88"/>
                    <a:pt x="1856" y="43"/>
                    <a:pt x="1822" y="21"/>
                  </a:cubicBezTo>
                  <a:cubicBezTo>
                    <a:pt x="1812" y="6"/>
                    <a:pt x="1797" y="0"/>
                    <a:pt x="1781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1000653" y="3140486"/>
              <a:ext cx="321400" cy="433671"/>
            </a:xfrm>
            <a:custGeom>
              <a:avLst/>
              <a:gdLst/>
              <a:ahLst/>
              <a:cxnLst/>
              <a:rect l="l" t="t" r="r" b="b"/>
              <a:pathLst>
                <a:path w="2356" h="3179" extrusionOk="0">
                  <a:moveTo>
                    <a:pt x="80" y="0"/>
                  </a:moveTo>
                  <a:cubicBezTo>
                    <a:pt x="68" y="0"/>
                    <a:pt x="57" y="4"/>
                    <a:pt x="45" y="12"/>
                  </a:cubicBezTo>
                  <a:cubicBezTo>
                    <a:pt x="11" y="34"/>
                    <a:pt x="1" y="78"/>
                    <a:pt x="23" y="112"/>
                  </a:cubicBezTo>
                  <a:cubicBezTo>
                    <a:pt x="722" y="1134"/>
                    <a:pt x="1467" y="2167"/>
                    <a:pt x="2222" y="3156"/>
                  </a:cubicBezTo>
                  <a:cubicBezTo>
                    <a:pt x="2233" y="3167"/>
                    <a:pt x="2255" y="3178"/>
                    <a:pt x="2278" y="3178"/>
                  </a:cubicBezTo>
                  <a:cubicBezTo>
                    <a:pt x="2289" y="3178"/>
                    <a:pt x="2311" y="3178"/>
                    <a:pt x="2322" y="3167"/>
                  </a:cubicBezTo>
                  <a:cubicBezTo>
                    <a:pt x="2356" y="3144"/>
                    <a:pt x="2356" y="3100"/>
                    <a:pt x="2334" y="3067"/>
                  </a:cubicBezTo>
                  <a:cubicBezTo>
                    <a:pt x="1578" y="2078"/>
                    <a:pt x="845" y="1056"/>
                    <a:pt x="134" y="34"/>
                  </a:cubicBezTo>
                  <a:cubicBezTo>
                    <a:pt x="120" y="13"/>
                    <a:pt x="100" y="0"/>
                    <a:pt x="80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1006791" y="3838408"/>
              <a:ext cx="304620" cy="323719"/>
            </a:xfrm>
            <a:custGeom>
              <a:avLst/>
              <a:gdLst/>
              <a:ahLst/>
              <a:cxnLst/>
              <a:rect l="l" t="t" r="r" b="b"/>
              <a:pathLst>
                <a:path w="2233" h="2373" extrusionOk="0">
                  <a:moveTo>
                    <a:pt x="76" y="1"/>
                  </a:moveTo>
                  <a:cubicBezTo>
                    <a:pt x="58" y="1"/>
                    <a:pt x="39" y="6"/>
                    <a:pt x="22" y="17"/>
                  </a:cubicBezTo>
                  <a:cubicBezTo>
                    <a:pt x="0" y="40"/>
                    <a:pt x="0" y="84"/>
                    <a:pt x="22" y="117"/>
                  </a:cubicBezTo>
                  <a:cubicBezTo>
                    <a:pt x="722" y="850"/>
                    <a:pt x="1422" y="1595"/>
                    <a:pt x="2099" y="2350"/>
                  </a:cubicBezTo>
                  <a:cubicBezTo>
                    <a:pt x="2111" y="2372"/>
                    <a:pt x="2133" y="2372"/>
                    <a:pt x="2155" y="2372"/>
                  </a:cubicBezTo>
                  <a:cubicBezTo>
                    <a:pt x="2166" y="2372"/>
                    <a:pt x="2188" y="2372"/>
                    <a:pt x="2200" y="2361"/>
                  </a:cubicBezTo>
                  <a:cubicBezTo>
                    <a:pt x="2233" y="2328"/>
                    <a:pt x="2233" y="2284"/>
                    <a:pt x="2200" y="2261"/>
                  </a:cubicBezTo>
                  <a:cubicBezTo>
                    <a:pt x="1522" y="1506"/>
                    <a:pt x="833" y="751"/>
                    <a:pt x="122" y="17"/>
                  </a:cubicBezTo>
                  <a:cubicBezTo>
                    <a:pt x="111" y="6"/>
                    <a:pt x="94" y="1"/>
                    <a:pt x="76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71" name="Google Shape;371;p16"/>
          <p:cNvSpPr txBox="1">
            <a:spLocks noGrp="1"/>
          </p:cNvSpPr>
          <p:nvPr>
            <p:ph type="subTitle" idx="1"/>
          </p:nvPr>
        </p:nvSpPr>
        <p:spPr>
          <a:xfrm>
            <a:off x="720000" y="3821550"/>
            <a:ext cx="2510700" cy="7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16"/>
          <p:cNvSpPr txBox="1">
            <a:spLocks noGrp="1"/>
          </p:cNvSpPr>
          <p:nvPr>
            <p:ph type="subTitle" idx="2"/>
          </p:nvPr>
        </p:nvSpPr>
        <p:spPr>
          <a:xfrm>
            <a:off x="3316650" y="3821550"/>
            <a:ext cx="2510700" cy="7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16"/>
          <p:cNvSpPr txBox="1">
            <a:spLocks noGrp="1"/>
          </p:cNvSpPr>
          <p:nvPr>
            <p:ph type="subTitle" idx="3"/>
          </p:nvPr>
        </p:nvSpPr>
        <p:spPr>
          <a:xfrm>
            <a:off x="909500" y="3288625"/>
            <a:ext cx="2131800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9pPr>
          </a:lstStyle>
          <a:p>
            <a:endParaRPr/>
          </a:p>
        </p:txBody>
      </p:sp>
      <p:sp>
        <p:nvSpPr>
          <p:cNvPr id="374" name="Google Shape;374;p16"/>
          <p:cNvSpPr txBox="1">
            <a:spLocks noGrp="1"/>
          </p:cNvSpPr>
          <p:nvPr>
            <p:ph type="subTitle" idx="4"/>
          </p:nvPr>
        </p:nvSpPr>
        <p:spPr>
          <a:xfrm>
            <a:off x="3506100" y="3288625"/>
            <a:ext cx="2131800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9pPr>
          </a:lstStyle>
          <a:p>
            <a:endParaRPr/>
          </a:p>
        </p:txBody>
      </p:sp>
      <p:sp>
        <p:nvSpPr>
          <p:cNvPr id="375" name="Google Shape;375;p16"/>
          <p:cNvSpPr txBox="1">
            <a:spLocks noGrp="1"/>
          </p:cNvSpPr>
          <p:nvPr>
            <p:ph type="subTitle" idx="5"/>
          </p:nvPr>
        </p:nvSpPr>
        <p:spPr>
          <a:xfrm>
            <a:off x="5913300" y="3821550"/>
            <a:ext cx="2510700" cy="7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16"/>
          <p:cNvSpPr txBox="1">
            <a:spLocks noGrp="1"/>
          </p:cNvSpPr>
          <p:nvPr>
            <p:ph type="subTitle" idx="6"/>
          </p:nvPr>
        </p:nvSpPr>
        <p:spPr>
          <a:xfrm>
            <a:off x="6102750" y="3288625"/>
            <a:ext cx="2131800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9pPr>
          </a:lstStyle>
          <a:p>
            <a:endParaRPr/>
          </a:p>
        </p:txBody>
      </p:sp>
      <p:grpSp>
        <p:nvGrpSpPr>
          <p:cNvPr id="377" name="Google Shape;377;p16"/>
          <p:cNvGrpSpPr/>
          <p:nvPr/>
        </p:nvGrpSpPr>
        <p:grpSpPr>
          <a:xfrm flipH="1">
            <a:off x="-145733" y="39252"/>
            <a:ext cx="9244604" cy="1474013"/>
            <a:chOff x="-145733" y="39252"/>
            <a:chExt cx="9244604" cy="1474013"/>
          </a:xfrm>
        </p:grpSpPr>
        <p:sp>
          <p:nvSpPr>
            <p:cNvPr id="378" name="Google Shape;378;p16"/>
            <p:cNvSpPr/>
            <p:nvPr/>
          </p:nvSpPr>
          <p:spPr>
            <a:xfrm flipH="1">
              <a:off x="7317033" y="808837"/>
              <a:ext cx="1781838" cy="704428"/>
            </a:xfrm>
            <a:custGeom>
              <a:avLst/>
              <a:gdLst/>
              <a:ahLst/>
              <a:cxnLst/>
              <a:rect l="l" t="t" r="r" b="b"/>
              <a:pathLst>
                <a:path w="12999" h="5139" extrusionOk="0">
                  <a:moveTo>
                    <a:pt x="3629" y="1"/>
                  </a:moveTo>
                  <a:cubicBezTo>
                    <a:pt x="3301" y="1"/>
                    <a:pt x="2966" y="139"/>
                    <a:pt x="2723" y="360"/>
                  </a:cubicBezTo>
                  <a:cubicBezTo>
                    <a:pt x="2356" y="704"/>
                    <a:pt x="2167" y="1204"/>
                    <a:pt x="2101" y="1703"/>
                  </a:cubicBezTo>
                  <a:cubicBezTo>
                    <a:pt x="1901" y="1360"/>
                    <a:pt x="1523" y="1137"/>
                    <a:pt x="1134" y="1137"/>
                  </a:cubicBezTo>
                  <a:cubicBezTo>
                    <a:pt x="745" y="1137"/>
                    <a:pt x="356" y="1370"/>
                    <a:pt x="179" y="1703"/>
                  </a:cubicBezTo>
                  <a:cubicBezTo>
                    <a:pt x="12" y="2004"/>
                    <a:pt x="1" y="2359"/>
                    <a:pt x="35" y="2693"/>
                  </a:cubicBezTo>
                  <a:cubicBezTo>
                    <a:pt x="101" y="3448"/>
                    <a:pt x="445" y="4270"/>
                    <a:pt x="1001" y="4814"/>
                  </a:cubicBezTo>
                  <a:cubicBezTo>
                    <a:pt x="1101" y="4914"/>
                    <a:pt x="1223" y="4981"/>
                    <a:pt x="1368" y="5025"/>
                  </a:cubicBezTo>
                  <a:cubicBezTo>
                    <a:pt x="1575" y="5093"/>
                    <a:pt x="1813" y="5113"/>
                    <a:pt x="2057" y="5113"/>
                  </a:cubicBezTo>
                  <a:cubicBezTo>
                    <a:pt x="2413" y="5113"/>
                    <a:pt x="2781" y="5070"/>
                    <a:pt x="3078" y="5070"/>
                  </a:cubicBezTo>
                  <a:lnTo>
                    <a:pt x="6056" y="5070"/>
                  </a:lnTo>
                  <a:cubicBezTo>
                    <a:pt x="7078" y="5070"/>
                    <a:pt x="8134" y="5139"/>
                    <a:pt x="9176" y="5139"/>
                  </a:cubicBezTo>
                  <a:cubicBezTo>
                    <a:pt x="9697" y="5139"/>
                    <a:pt x="10214" y="5122"/>
                    <a:pt x="10721" y="5070"/>
                  </a:cubicBezTo>
                  <a:cubicBezTo>
                    <a:pt x="11788" y="4969"/>
                    <a:pt x="12754" y="4236"/>
                    <a:pt x="12943" y="3148"/>
                  </a:cubicBezTo>
                  <a:cubicBezTo>
                    <a:pt x="12998" y="2870"/>
                    <a:pt x="12987" y="2559"/>
                    <a:pt x="12798" y="2348"/>
                  </a:cubicBezTo>
                  <a:cubicBezTo>
                    <a:pt x="12657" y="2196"/>
                    <a:pt x="12464" y="2141"/>
                    <a:pt x="12255" y="2141"/>
                  </a:cubicBezTo>
                  <a:cubicBezTo>
                    <a:pt x="12021" y="2141"/>
                    <a:pt x="11766" y="2210"/>
                    <a:pt x="11543" y="2293"/>
                  </a:cubicBezTo>
                  <a:cubicBezTo>
                    <a:pt x="11076" y="2483"/>
                    <a:pt x="10569" y="2768"/>
                    <a:pt x="10305" y="3178"/>
                  </a:cubicBezTo>
                  <a:lnTo>
                    <a:pt x="10305" y="3178"/>
                  </a:lnTo>
                  <a:cubicBezTo>
                    <a:pt x="10421" y="2825"/>
                    <a:pt x="10538" y="2475"/>
                    <a:pt x="10655" y="2126"/>
                  </a:cubicBezTo>
                  <a:cubicBezTo>
                    <a:pt x="10776" y="1748"/>
                    <a:pt x="10899" y="1370"/>
                    <a:pt x="10865" y="970"/>
                  </a:cubicBezTo>
                  <a:cubicBezTo>
                    <a:pt x="10843" y="582"/>
                    <a:pt x="10632" y="170"/>
                    <a:pt x="10255" y="49"/>
                  </a:cubicBezTo>
                  <a:cubicBezTo>
                    <a:pt x="10166" y="16"/>
                    <a:pt x="10076" y="1"/>
                    <a:pt x="9986" y="1"/>
                  </a:cubicBezTo>
                  <a:cubicBezTo>
                    <a:pt x="9615" y="1"/>
                    <a:pt x="9249" y="253"/>
                    <a:pt x="8999" y="548"/>
                  </a:cubicBezTo>
                  <a:cubicBezTo>
                    <a:pt x="8377" y="1293"/>
                    <a:pt x="8199" y="2303"/>
                    <a:pt x="8055" y="3270"/>
                  </a:cubicBezTo>
                  <a:cubicBezTo>
                    <a:pt x="8066" y="3004"/>
                    <a:pt x="8077" y="2725"/>
                    <a:pt x="7999" y="2470"/>
                  </a:cubicBezTo>
                  <a:cubicBezTo>
                    <a:pt x="7910" y="2214"/>
                    <a:pt x="7700" y="1982"/>
                    <a:pt x="7433" y="1948"/>
                  </a:cubicBezTo>
                  <a:cubicBezTo>
                    <a:pt x="7419" y="1947"/>
                    <a:pt x="7405" y="1946"/>
                    <a:pt x="7391" y="1946"/>
                  </a:cubicBezTo>
                  <a:cubicBezTo>
                    <a:pt x="7128" y="1946"/>
                    <a:pt x="6881" y="2138"/>
                    <a:pt x="6755" y="2370"/>
                  </a:cubicBezTo>
                  <a:cubicBezTo>
                    <a:pt x="6633" y="2614"/>
                    <a:pt x="6599" y="2903"/>
                    <a:pt x="6577" y="3181"/>
                  </a:cubicBezTo>
                  <a:cubicBezTo>
                    <a:pt x="6478" y="2759"/>
                    <a:pt x="6567" y="2182"/>
                    <a:pt x="6189" y="1970"/>
                  </a:cubicBezTo>
                  <a:cubicBezTo>
                    <a:pt x="6116" y="1934"/>
                    <a:pt x="6036" y="1917"/>
                    <a:pt x="5956" y="1917"/>
                  </a:cubicBezTo>
                  <a:cubicBezTo>
                    <a:pt x="5769" y="1917"/>
                    <a:pt x="5577" y="2008"/>
                    <a:pt x="5444" y="2148"/>
                  </a:cubicBezTo>
                  <a:cubicBezTo>
                    <a:pt x="5266" y="2348"/>
                    <a:pt x="5177" y="2614"/>
                    <a:pt x="5100" y="2870"/>
                  </a:cubicBezTo>
                  <a:cubicBezTo>
                    <a:pt x="5044" y="2448"/>
                    <a:pt x="4989" y="2026"/>
                    <a:pt x="4911" y="1615"/>
                  </a:cubicBezTo>
                  <a:cubicBezTo>
                    <a:pt x="4811" y="1037"/>
                    <a:pt x="4634" y="382"/>
                    <a:pt x="4111" y="115"/>
                  </a:cubicBezTo>
                  <a:cubicBezTo>
                    <a:pt x="3961" y="37"/>
                    <a:pt x="3796" y="1"/>
                    <a:pt x="3629" y="1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6"/>
            <p:cNvSpPr/>
            <p:nvPr/>
          </p:nvSpPr>
          <p:spPr>
            <a:xfrm flipH="1">
              <a:off x="-145733" y="39252"/>
              <a:ext cx="2179081" cy="862202"/>
            </a:xfrm>
            <a:custGeom>
              <a:avLst/>
              <a:gdLst/>
              <a:ahLst/>
              <a:cxnLst/>
              <a:rect l="l" t="t" r="r" b="b"/>
              <a:pathLst>
                <a:path w="15897" h="6290" extrusionOk="0">
                  <a:moveTo>
                    <a:pt x="12229" y="0"/>
                  </a:moveTo>
                  <a:cubicBezTo>
                    <a:pt x="11775" y="0"/>
                    <a:pt x="11325" y="308"/>
                    <a:pt x="11020" y="667"/>
                  </a:cubicBezTo>
                  <a:cubicBezTo>
                    <a:pt x="10253" y="1578"/>
                    <a:pt x="10043" y="2822"/>
                    <a:pt x="9853" y="4000"/>
                  </a:cubicBezTo>
                  <a:cubicBezTo>
                    <a:pt x="9876" y="3666"/>
                    <a:pt x="9887" y="3333"/>
                    <a:pt x="9787" y="3022"/>
                  </a:cubicBezTo>
                  <a:cubicBezTo>
                    <a:pt x="9676" y="2711"/>
                    <a:pt x="9421" y="2422"/>
                    <a:pt x="9098" y="2389"/>
                  </a:cubicBezTo>
                  <a:cubicBezTo>
                    <a:pt x="9077" y="2387"/>
                    <a:pt x="9055" y="2386"/>
                    <a:pt x="9034" y="2386"/>
                  </a:cubicBezTo>
                  <a:cubicBezTo>
                    <a:pt x="8715" y="2386"/>
                    <a:pt x="8422" y="2619"/>
                    <a:pt x="8276" y="2900"/>
                  </a:cubicBezTo>
                  <a:cubicBezTo>
                    <a:pt x="8110" y="3200"/>
                    <a:pt x="8076" y="3555"/>
                    <a:pt x="8043" y="3900"/>
                  </a:cubicBezTo>
                  <a:cubicBezTo>
                    <a:pt x="7920" y="3367"/>
                    <a:pt x="8043" y="2678"/>
                    <a:pt x="7565" y="2422"/>
                  </a:cubicBezTo>
                  <a:cubicBezTo>
                    <a:pt x="7476" y="2371"/>
                    <a:pt x="7379" y="2348"/>
                    <a:pt x="7281" y="2348"/>
                  </a:cubicBezTo>
                  <a:cubicBezTo>
                    <a:pt x="7059" y="2348"/>
                    <a:pt x="6830" y="2464"/>
                    <a:pt x="6676" y="2634"/>
                  </a:cubicBezTo>
                  <a:cubicBezTo>
                    <a:pt x="6443" y="2878"/>
                    <a:pt x="6343" y="3200"/>
                    <a:pt x="6243" y="3522"/>
                  </a:cubicBezTo>
                  <a:cubicBezTo>
                    <a:pt x="6177" y="3000"/>
                    <a:pt x="6110" y="2489"/>
                    <a:pt x="6021" y="1978"/>
                  </a:cubicBezTo>
                  <a:cubicBezTo>
                    <a:pt x="5899" y="1267"/>
                    <a:pt x="5676" y="479"/>
                    <a:pt x="5044" y="145"/>
                  </a:cubicBezTo>
                  <a:cubicBezTo>
                    <a:pt x="4856" y="48"/>
                    <a:pt x="4651" y="3"/>
                    <a:pt x="4446" y="3"/>
                  </a:cubicBezTo>
                  <a:cubicBezTo>
                    <a:pt x="4043" y="3"/>
                    <a:pt x="3634" y="173"/>
                    <a:pt x="3333" y="445"/>
                  </a:cubicBezTo>
                  <a:cubicBezTo>
                    <a:pt x="2889" y="867"/>
                    <a:pt x="2655" y="1478"/>
                    <a:pt x="2566" y="2078"/>
                  </a:cubicBezTo>
                  <a:cubicBezTo>
                    <a:pt x="2333" y="1667"/>
                    <a:pt x="1867" y="1390"/>
                    <a:pt x="1388" y="1390"/>
                  </a:cubicBezTo>
                  <a:cubicBezTo>
                    <a:pt x="911" y="1390"/>
                    <a:pt x="445" y="1678"/>
                    <a:pt x="222" y="2089"/>
                  </a:cubicBezTo>
                  <a:cubicBezTo>
                    <a:pt x="23" y="2456"/>
                    <a:pt x="0" y="2889"/>
                    <a:pt x="45" y="3289"/>
                  </a:cubicBezTo>
                  <a:cubicBezTo>
                    <a:pt x="134" y="4222"/>
                    <a:pt x="544" y="5233"/>
                    <a:pt x="1222" y="5888"/>
                  </a:cubicBezTo>
                  <a:cubicBezTo>
                    <a:pt x="1356" y="6011"/>
                    <a:pt x="1511" y="6088"/>
                    <a:pt x="1677" y="6144"/>
                  </a:cubicBezTo>
                  <a:cubicBezTo>
                    <a:pt x="1944" y="6230"/>
                    <a:pt x="2255" y="6254"/>
                    <a:pt x="2572" y="6254"/>
                  </a:cubicBezTo>
                  <a:cubicBezTo>
                    <a:pt x="2993" y="6254"/>
                    <a:pt x="3423" y="6211"/>
                    <a:pt x="3766" y="6211"/>
                  </a:cubicBezTo>
                  <a:lnTo>
                    <a:pt x="7421" y="6211"/>
                  </a:lnTo>
                  <a:cubicBezTo>
                    <a:pt x="8665" y="6211"/>
                    <a:pt x="9954" y="6290"/>
                    <a:pt x="11227" y="6290"/>
                  </a:cubicBezTo>
                  <a:cubicBezTo>
                    <a:pt x="11864" y="6290"/>
                    <a:pt x="12497" y="6270"/>
                    <a:pt x="13119" y="6211"/>
                  </a:cubicBezTo>
                  <a:cubicBezTo>
                    <a:pt x="14420" y="6088"/>
                    <a:pt x="15608" y="5177"/>
                    <a:pt x="15841" y="3844"/>
                  </a:cubicBezTo>
                  <a:cubicBezTo>
                    <a:pt x="15897" y="3511"/>
                    <a:pt x="15886" y="3133"/>
                    <a:pt x="15652" y="2878"/>
                  </a:cubicBezTo>
                  <a:cubicBezTo>
                    <a:pt x="15484" y="2689"/>
                    <a:pt x="15247" y="2619"/>
                    <a:pt x="14990" y="2619"/>
                  </a:cubicBezTo>
                  <a:cubicBezTo>
                    <a:pt x="14704" y="2619"/>
                    <a:pt x="14394" y="2706"/>
                    <a:pt x="14131" y="2811"/>
                  </a:cubicBezTo>
                  <a:cubicBezTo>
                    <a:pt x="13552" y="3041"/>
                    <a:pt x="12928" y="3395"/>
                    <a:pt x="12606" y="3894"/>
                  </a:cubicBezTo>
                  <a:lnTo>
                    <a:pt x="12606" y="3894"/>
                  </a:lnTo>
                  <a:cubicBezTo>
                    <a:pt x="12748" y="3463"/>
                    <a:pt x="12892" y="3032"/>
                    <a:pt x="13030" y="2600"/>
                  </a:cubicBezTo>
                  <a:cubicBezTo>
                    <a:pt x="13186" y="2145"/>
                    <a:pt x="13331" y="1678"/>
                    <a:pt x="13297" y="1190"/>
                  </a:cubicBezTo>
                  <a:cubicBezTo>
                    <a:pt x="13264" y="711"/>
                    <a:pt x="13008" y="212"/>
                    <a:pt x="12553" y="56"/>
                  </a:cubicBezTo>
                  <a:cubicBezTo>
                    <a:pt x="12446" y="18"/>
                    <a:pt x="12338" y="0"/>
                    <a:pt x="12229" y="0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_1_1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32" name="Google Shape;432;p21"/>
          <p:cNvGrpSpPr/>
          <p:nvPr/>
        </p:nvGrpSpPr>
        <p:grpSpPr>
          <a:xfrm>
            <a:off x="-145733" y="39252"/>
            <a:ext cx="9244604" cy="1474013"/>
            <a:chOff x="-145733" y="39252"/>
            <a:chExt cx="9244604" cy="1474013"/>
          </a:xfrm>
        </p:grpSpPr>
        <p:sp>
          <p:nvSpPr>
            <p:cNvPr id="433" name="Google Shape;433;p21"/>
            <p:cNvSpPr/>
            <p:nvPr/>
          </p:nvSpPr>
          <p:spPr>
            <a:xfrm>
              <a:off x="7317033" y="808837"/>
              <a:ext cx="1781838" cy="704428"/>
            </a:xfrm>
            <a:custGeom>
              <a:avLst/>
              <a:gdLst/>
              <a:ahLst/>
              <a:cxnLst/>
              <a:rect l="l" t="t" r="r" b="b"/>
              <a:pathLst>
                <a:path w="12999" h="5139" extrusionOk="0">
                  <a:moveTo>
                    <a:pt x="3629" y="1"/>
                  </a:moveTo>
                  <a:cubicBezTo>
                    <a:pt x="3301" y="1"/>
                    <a:pt x="2966" y="139"/>
                    <a:pt x="2723" y="360"/>
                  </a:cubicBezTo>
                  <a:cubicBezTo>
                    <a:pt x="2356" y="704"/>
                    <a:pt x="2167" y="1204"/>
                    <a:pt x="2101" y="1703"/>
                  </a:cubicBezTo>
                  <a:cubicBezTo>
                    <a:pt x="1901" y="1360"/>
                    <a:pt x="1523" y="1137"/>
                    <a:pt x="1134" y="1137"/>
                  </a:cubicBezTo>
                  <a:cubicBezTo>
                    <a:pt x="745" y="1137"/>
                    <a:pt x="356" y="1370"/>
                    <a:pt x="179" y="1703"/>
                  </a:cubicBezTo>
                  <a:cubicBezTo>
                    <a:pt x="12" y="2004"/>
                    <a:pt x="1" y="2359"/>
                    <a:pt x="35" y="2693"/>
                  </a:cubicBezTo>
                  <a:cubicBezTo>
                    <a:pt x="101" y="3448"/>
                    <a:pt x="445" y="4270"/>
                    <a:pt x="1001" y="4814"/>
                  </a:cubicBezTo>
                  <a:cubicBezTo>
                    <a:pt x="1101" y="4914"/>
                    <a:pt x="1223" y="4981"/>
                    <a:pt x="1368" y="5025"/>
                  </a:cubicBezTo>
                  <a:cubicBezTo>
                    <a:pt x="1575" y="5093"/>
                    <a:pt x="1813" y="5113"/>
                    <a:pt x="2057" y="5113"/>
                  </a:cubicBezTo>
                  <a:cubicBezTo>
                    <a:pt x="2413" y="5113"/>
                    <a:pt x="2781" y="5070"/>
                    <a:pt x="3078" y="5070"/>
                  </a:cubicBezTo>
                  <a:lnTo>
                    <a:pt x="6056" y="5070"/>
                  </a:lnTo>
                  <a:cubicBezTo>
                    <a:pt x="7078" y="5070"/>
                    <a:pt x="8134" y="5139"/>
                    <a:pt x="9176" y="5139"/>
                  </a:cubicBezTo>
                  <a:cubicBezTo>
                    <a:pt x="9697" y="5139"/>
                    <a:pt x="10214" y="5122"/>
                    <a:pt x="10721" y="5070"/>
                  </a:cubicBezTo>
                  <a:cubicBezTo>
                    <a:pt x="11788" y="4969"/>
                    <a:pt x="12754" y="4236"/>
                    <a:pt x="12943" y="3148"/>
                  </a:cubicBezTo>
                  <a:cubicBezTo>
                    <a:pt x="12998" y="2870"/>
                    <a:pt x="12987" y="2559"/>
                    <a:pt x="12798" y="2348"/>
                  </a:cubicBezTo>
                  <a:cubicBezTo>
                    <a:pt x="12657" y="2196"/>
                    <a:pt x="12464" y="2141"/>
                    <a:pt x="12255" y="2141"/>
                  </a:cubicBezTo>
                  <a:cubicBezTo>
                    <a:pt x="12021" y="2141"/>
                    <a:pt x="11766" y="2210"/>
                    <a:pt x="11543" y="2293"/>
                  </a:cubicBezTo>
                  <a:cubicBezTo>
                    <a:pt x="11076" y="2483"/>
                    <a:pt x="10569" y="2768"/>
                    <a:pt x="10305" y="3178"/>
                  </a:cubicBezTo>
                  <a:lnTo>
                    <a:pt x="10305" y="3178"/>
                  </a:lnTo>
                  <a:cubicBezTo>
                    <a:pt x="10421" y="2825"/>
                    <a:pt x="10538" y="2475"/>
                    <a:pt x="10655" y="2126"/>
                  </a:cubicBezTo>
                  <a:cubicBezTo>
                    <a:pt x="10776" y="1748"/>
                    <a:pt x="10899" y="1370"/>
                    <a:pt x="10865" y="970"/>
                  </a:cubicBezTo>
                  <a:cubicBezTo>
                    <a:pt x="10843" y="582"/>
                    <a:pt x="10632" y="170"/>
                    <a:pt x="10255" y="49"/>
                  </a:cubicBezTo>
                  <a:cubicBezTo>
                    <a:pt x="10166" y="16"/>
                    <a:pt x="10076" y="1"/>
                    <a:pt x="9986" y="1"/>
                  </a:cubicBezTo>
                  <a:cubicBezTo>
                    <a:pt x="9615" y="1"/>
                    <a:pt x="9249" y="253"/>
                    <a:pt x="8999" y="548"/>
                  </a:cubicBezTo>
                  <a:cubicBezTo>
                    <a:pt x="8377" y="1293"/>
                    <a:pt x="8199" y="2303"/>
                    <a:pt x="8055" y="3270"/>
                  </a:cubicBezTo>
                  <a:cubicBezTo>
                    <a:pt x="8066" y="3004"/>
                    <a:pt x="8077" y="2725"/>
                    <a:pt x="7999" y="2470"/>
                  </a:cubicBezTo>
                  <a:cubicBezTo>
                    <a:pt x="7910" y="2214"/>
                    <a:pt x="7700" y="1982"/>
                    <a:pt x="7433" y="1948"/>
                  </a:cubicBezTo>
                  <a:cubicBezTo>
                    <a:pt x="7419" y="1947"/>
                    <a:pt x="7405" y="1946"/>
                    <a:pt x="7391" y="1946"/>
                  </a:cubicBezTo>
                  <a:cubicBezTo>
                    <a:pt x="7128" y="1946"/>
                    <a:pt x="6881" y="2138"/>
                    <a:pt x="6755" y="2370"/>
                  </a:cubicBezTo>
                  <a:cubicBezTo>
                    <a:pt x="6633" y="2614"/>
                    <a:pt x="6599" y="2903"/>
                    <a:pt x="6577" y="3181"/>
                  </a:cubicBezTo>
                  <a:cubicBezTo>
                    <a:pt x="6478" y="2759"/>
                    <a:pt x="6567" y="2182"/>
                    <a:pt x="6189" y="1970"/>
                  </a:cubicBezTo>
                  <a:cubicBezTo>
                    <a:pt x="6116" y="1934"/>
                    <a:pt x="6036" y="1917"/>
                    <a:pt x="5956" y="1917"/>
                  </a:cubicBezTo>
                  <a:cubicBezTo>
                    <a:pt x="5769" y="1917"/>
                    <a:pt x="5577" y="2008"/>
                    <a:pt x="5444" y="2148"/>
                  </a:cubicBezTo>
                  <a:cubicBezTo>
                    <a:pt x="5266" y="2348"/>
                    <a:pt x="5177" y="2614"/>
                    <a:pt x="5100" y="2870"/>
                  </a:cubicBezTo>
                  <a:cubicBezTo>
                    <a:pt x="5044" y="2448"/>
                    <a:pt x="4989" y="2026"/>
                    <a:pt x="4911" y="1615"/>
                  </a:cubicBezTo>
                  <a:cubicBezTo>
                    <a:pt x="4811" y="1037"/>
                    <a:pt x="4634" y="382"/>
                    <a:pt x="4111" y="115"/>
                  </a:cubicBezTo>
                  <a:cubicBezTo>
                    <a:pt x="3961" y="37"/>
                    <a:pt x="3796" y="1"/>
                    <a:pt x="3629" y="1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1"/>
            <p:cNvSpPr/>
            <p:nvPr/>
          </p:nvSpPr>
          <p:spPr>
            <a:xfrm>
              <a:off x="-145733" y="39252"/>
              <a:ext cx="2179081" cy="862202"/>
            </a:xfrm>
            <a:custGeom>
              <a:avLst/>
              <a:gdLst/>
              <a:ahLst/>
              <a:cxnLst/>
              <a:rect l="l" t="t" r="r" b="b"/>
              <a:pathLst>
                <a:path w="15897" h="6290" extrusionOk="0">
                  <a:moveTo>
                    <a:pt x="12229" y="0"/>
                  </a:moveTo>
                  <a:cubicBezTo>
                    <a:pt x="11775" y="0"/>
                    <a:pt x="11325" y="308"/>
                    <a:pt x="11020" y="667"/>
                  </a:cubicBezTo>
                  <a:cubicBezTo>
                    <a:pt x="10253" y="1578"/>
                    <a:pt x="10043" y="2822"/>
                    <a:pt x="9853" y="4000"/>
                  </a:cubicBezTo>
                  <a:cubicBezTo>
                    <a:pt x="9876" y="3666"/>
                    <a:pt x="9887" y="3333"/>
                    <a:pt x="9787" y="3022"/>
                  </a:cubicBezTo>
                  <a:cubicBezTo>
                    <a:pt x="9676" y="2711"/>
                    <a:pt x="9421" y="2422"/>
                    <a:pt x="9098" y="2389"/>
                  </a:cubicBezTo>
                  <a:cubicBezTo>
                    <a:pt x="9077" y="2387"/>
                    <a:pt x="9055" y="2386"/>
                    <a:pt x="9034" y="2386"/>
                  </a:cubicBezTo>
                  <a:cubicBezTo>
                    <a:pt x="8715" y="2386"/>
                    <a:pt x="8422" y="2619"/>
                    <a:pt x="8276" y="2900"/>
                  </a:cubicBezTo>
                  <a:cubicBezTo>
                    <a:pt x="8110" y="3200"/>
                    <a:pt x="8076" y="3555"/>
                    <a:pt x="8043" y="3900"/>
                  </a:cubicBezTo>
                  <a:cubicBezTo>
                    <a:pt x="7920" y="3367"/>
                    <a:pt x="8043" y="2678"/>
                    <a:pt x="7565" y="2422"/>
                  </a:cubicBezTo>
                  <a:cubicBezTo>
                    <a:pt x="7476" y="2371"/>
                    <a:pt x="7379" y="2348"/>
                    <a:pt x="7281" y="2348"/>
                  </a:cubicBezTo>
                  <a:cubicBezTo>
                    <a:pt x="7059" y="2348"/>
                    <a:pt x="6830" y="2464"/>
                    <a:pt x="6676" y="2634"/>
                  </a:cubicBezTo>
                  <a:cubicBezTo>
                    <a:pt x="6443" y="2878"/>
                    <a:pt x="6343" y="3200"/>
                    <a:pt x="6243" y="3522"/>
                  </a:cubicBezTo>
                  <a:cubicBezTo>
                    <a:pt x="6177" y="3000"/>
                    <a:pt x="6110" y="2489"/>
                    <a:pt x="6021" y="1978"/>
                  </a:cubicBezTo>
                  <a:cubicBezTo>
                    <a:pt x="5899" y="1267"/>
                    <a:pt x="5676" y="479"/>
                    <a:pt x="5044" y="145"/>
                  </a:cubicBezTo>
                  <a:cubicBezTo>
                    <a:pt x="4856" y="48"/>
                    <a:pt x="4651" y="3"/>
                    <a:pt x="4446" y="3"/>
                  </a:cubicBezTo>
                  <a:cubicBezTo>
                    <a:pt x="4043" y="3"/>
                    <a:pt x="3634" y="173"/>
                    <a:pt x="3333" y="445"/>
                  </a:cubicBezTo>
                  <a:cubicBezTo>
                    <a:pt x="2889" y="867"/>
                    <a:pt x="2655" y="1478"/>
                    <a:pt x="2566" y="2078"/>
                  </a:cubicBezTo>
                  <a:cubicBezTo>
                    <a:pt x="2333" y="1667"/>
                    <a:pt x="1867" y="1390"/>
                    <a:pt x="1388" y="1390"/>
                  </a:cubicBezTo>
                  <a:cubicBezTo>
                    <a:pt x="911" y="1390"/>
                    <a:pt x="445" y="1678"/>
                    <a:pt x="222" y="2089"/>
                  </a:cubicBezTo>
                  <a:cubicBezTo>
                    <a:pt x="23" y="2456"/>
                    <a:pt x="0" y="2889"/>
                    <a:pt x="45" y="3289"/>
                  </a:cubicBezTo>
                  <a:cubicBezTo>
                    <a:pt x="134" y="4222"/>
                    <a:pt x="544" y="5233"/>
                    <a:pt x="1222" y="5888"/>
                  </a:cubicBezTo>
                  <a:cubicBezTo>
                    <a:pt x="1356" y="6011"/>
                    <a:pt x="1511" y="6088"/>
                    <a:pt x="1677" y="6144"/>
                  </a:cubicBezTo>
                  <a:cubicBezTo>
                    <a:pt x="1944" y="6230"/>
                    <a:pt x="2255" y="6254"/>
                    <a:pt x="2572" y="6254"/>
                  </a:cubicBezTo>
                  <a:cubicBezTo>
                    <a:pt x="2993" y="6254"/>
                    <a:pt x="3423" y="6211"/>
                    <a:pt x="3766" y="6211"/>
                  </a:cubicBezTo>
                  <a:lnTo>
                    <a:pt x="7421" y="6211"/>
                  </a:lnTo>
                  <a:cubicBezTo>
                    <a:pt x="8665" y="6211"/>
                    <a:pt x="9954" y="6290"/>
                    <a:pt x="11227" y="6290"/>
                  </a:cubicBezTo>
                  <a:cubicBezTo>
                    <a:pt x="11864" y="6290"/>
                    <a:pt x="12497" y="6270"/>
                    <a:pt x="13119" y="6211"/>
                  </a:cubicBezTo>
                  <a:cubicBezTo>
                    <a:pt x="14420" y="6088"/>
                    <a:pt x="15608" y="5177"/>
                    <a:pt x="15841" y="3844"/>
                  </a:cubicBezTo>
                  <a:cubicBezTo>
                    <a:pt x="15897" y="3511"/>
                    <a:pt x="15886" y="3133"/>
                    <a:pt x="15652" y="2878"/>
                  </a:cubicBezTo>
                  <a:cubicBezTo>
                    <a:pt x="15484" y="2689"/>
                    <a:pt x="15247" y="2619"/>
                    <a:pt x="14990" y="2619"/>
                  </a:cubicBezTo>
                  <a:cubicBezTo>
                    <a:pt x="14704" y="2619"/>
                    <a:pt x="14394" y="2706"/>
                    <a:pt x="14131" y="2811"/>
                  </a:cubicBezTo>
                  <a:cubicBezTo>
                    <a:pt x="13552" y="3041"/>
                    <a:pt x="12928" y="3395"/>
                    <a:pt x="12606" y="3894"/>
                  </a:cubicBezTo>
                  <a:lnTo>
                    <a:pt x="12606" y="3894"/>
                  </a:lnTo>
                  <a:cubicBezTo>
                    <a:pt x="12748" y="3463"/>
                    <a:pt x="12892" y="3032"/>
                    <a:pt x="13030" y="2600"/>
                  </a:cubicBezTo>
                  <a:cubicBezTo>
                    <a:pt x="13186" y="2145"/>
                    <a:pt x="13331" y="1678"/>
                    <a:pt x="13297" y="1190"/>
                  </a:cubicBezTo>
                  <a:cubicBezTo>
                    <a:pt x="13264" y="711"/>
                    <a:pt x="13008" y="212"/>
                    <a:pt x="12553" y="56"/>
                  </a:cubicBezTo>
                  <a:cubicBezTo>
                    <a:pt x="12446" y="18"/>
                    <a:pt x="12338" y="0"/>
                    <a:pt x="12229" y="0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2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" name="Google Shape;436;p22"/>
          <p:cNvGrpSpPr/>
          <p:nvPr/>
        </p:nvGrpSpPr>
        <p:grpSpPr>
          <a:xfrm>
            <a:off x="-145733" y="39252"/>
            <a:ext cx="9244604" cy="1474013"/>
            <a:chOff x="-145733" y="39252"/>
            <a:chExt cx="9244604" cy="1474013"/>
          </a:xfrm>
        </p:grpSpPr>
        <p:sp>
          <p:nvSpPr>
            <p:cNvPr id="437" name="Google Shape;437;p22"/>
            <p:cNvSpPr/>
            <p:nvPr/>
          </p:nvSpPr>
          <p:spPr>
            <a:xfrm>
              <a:off x="7317033" y="808837"/>
              <a:ext cx="1781838" cy="704428"/>
            </a:xfrm>
            <a:custGeom>
              <a:avLst/>
              <a:gdLst/>
              <a:ahLst/>
              <a:cxnLst/>
              <a:rect l="l" t="t" r="r" b="b"/>
              <a:pathLst>
                <a:path w="12999" h="5139" extrusionOk="0">
                  <a:moveTo>
                    <a:pt x="3629" y="1"/>
                  </a:moveTo>
                  <a:cubicBezTo>
                    <a:pt x="3301" y="1"/>
                    <a:pt x="2966" y="139"/>
                    <a:pt x="2723" y="360"/>
                  </a:cubicBezTo>
                  <a:cubicBezTo>
                    <a:pt x="2356" y="704"/>
                    <a:pt x="2167" y="1204"/>
                    <a:pt x="2101" y="1703"/>
                  </a:cubicBezTo>
                  <a:cubicBezTo>
                    <a:pt x="1901" y="1360"/>
                    <a:pt x="1523" y="1137"/>
                    <a:pt x="1134" y="1137"/>
                  </a:cubicBezTo>
                  <a:cubicBezTo>
                    <a:pt x="745" y="1137"/>
                    <a:pt x="356" y="1370"/>
                    <a:pt x="179" y="1703"/>
                  </a:cubicBezTo>
                  <a:cubicBezTo>
                    <a:pt x="12" y="2004"/>
                    <a:pt x="1" y="2359"/>
                    <a:pt x="35" y="2693"/>
                  </a:cubicBezTo>
                  <a:cubicBezTo>
                    <a:pt x="101" y="3448"/>
                    <a:pt x="445" y="4270"/>
                    <a:pt x="1001" y="4814"/>
                  </a:cubicBezTo>
                  <a:cubicBezTo>
                    <a:pt x="1101" y="4914"/>
                    <a:pt x="1223" y="4981"/>
                    <a:pt x="1368" y="5025"/>
                  </a:cubicBezTo>
                  <a:cubicBezTo>
                    <a:pt x="1575" y="5093"/>
                    <a:pt x="1813" y="5113"/>
                    <a:pt x="2057" y="5113"/>
                  </a:cubicBezTo>
                  <a:cubicBezTo>
                    <a:pt x="2413" y="5113"/>
                    <a:pt x="2781" y="5070"/>
                    <a:pt x="3078" y="5070"/>
                  </a:cubicBezTo>
                  <a:lnTo>
                    <a:pt x="6056" y="5070"/>
                  </a:lnTo>
                  <a:cubicBezTo>
                    <a:pt x="7078" y="5070"/>
                    <a:pt x="8134" y="5139"/>
                    <a:pt x="9176" y="5139"/>
                  </a:cubicBezTo>
                  <a:cubicBezTo>
                    <a:pt x="9697" y="5139"/>
                    <a:pt x="10214" y="5122"/>
                    <a:pt x="10721" y="5070"/>
                  </a:cubicBezTo>
                  <a:cubicBezTo>
                    <a:pt x="11788" y="4969"/>
                    <a:pt x="12754" y="4236"/>
                    <a:pt x="12943" y="3148"/>
                  </a:cubicBezTo>
                  <a:cubicBezTo>
                    <a:pt x="12998" y="2870"/>
                    <a:pt x="12987" y="2559"/>
                    <a:pt x="12798" y="2348"/>
                  </a:cubicBezTo>
                  <a:cubicBezTo>
                    <a:pt x="12657" y="2196"/>
                    <a:pt x="12464" y="2141"/>
                    <a:pt x="12255" y="2141"/>
                  </a:cubicBezTo>
                  <a:cubicBezTo>
                    <a:pt x="12021" y="2141"/>
                    <a:pt x="11766" y="2210"/>
                    <a:pt x="11543" y="2293"/>
                  </a:cubicBezTo>
                  <a:cubicBezTo>
                    <a:pt x="11076" y="2483"/>
                    <a:pt x="10569" y="2768"/>
                    <a:pt x="10305" y="3178"/>
                  </a:cubicBezTo>
                  <a:lnTo>
                    <a:pt x="10305" y="3178"/>
                  </a:lnTo>
                  <a:cubicBezTo>
                    <a:pt x="10421" y="2825"/>
                    <a:pt x="10538" y="2475"/>
                    <a:pt x="10655" y="2126"/>
                  </a:cubicBezTo>
                  <a:cubicBezTo>
                    <a:pt x="10776" y="1748"/>
                    <a:pt x="10899" y="1370"/>
                    <a:pt x="10865" y="970"/>
                  </a:cubicBezTo>
                  <a:cubicBezTo>
                    <a:pt x="10843" y="582"/>
                    <a:pt x="10632" y="170"/>
                    <a:pt x="10255" y="49"/>
                  </a:cubicBezTo>
                  <a:cubicBezTo>
                    <a:pt x="10166" y="16"/>
                    <a:pt x="10076" y="1"/>
                    <a:pt x="9986" y="1"/>
                  </a:cubicBezTo>
                  <a:cubicBezTo>
                    <a:pt x="9615" y="1"/>
                    <a:pt x="9249" y="253"/>
                    <a:pt x="8999" y="548"/>
                  </a:cubicBezTo>
                  <a:cubicBezTo>
                    <a:pt x="8377" y="1293"/>
                    <a:pt x="8199" y="2303"/>
                    <a:pt x="8055" y="3270"/>
                  </a:cubicBezTo>
                  <a:cubicBezTo>
                    <a:pt x="8066" y="3004"/>
                    <a:pt x="8077" y="2725"/>
                    <a:pt x="7999" y="2470"/>
                  </a:cubicBezTo>
                  <a:cubicBezTo>
                    <a:pt x="7910" y="2214"/>
                    <a:pt x="7700" y="1982"/>
                    <a:pt x="7433" y="1948"/>
                  </a:cubicBezTo>
                  <a:cubicBezTo>
                    <a:pt x="7419" y="1947"/>
                    <a:pt x="7405" y="1946"/>
                    <a:pt x="7391" y="1946"/>
                  </a:cubicBezTo>
                  <a:cubicBezTo>
                    <a:pt x="7128" y="1946"/>
                    <a:pt x="6881" y="2138"/>
                    <a:pt x="6755" y="2370"/>
                  </a:cubicBezTo>
                  <a:cubicBezTo>
                    <a:pt x="6633" y="2614"/>
                    <a:pt x="6599" y="2903"/>
                    <a:pt x="6577" y="3181"/>
                  </a:cubicBezTo>
                  <a:cubicBezTo>
                    <a:pt x="6478" y="2759"/>
                    <a:pt x="6567" y="2182"/>
                    <a:pt x="6189" y="1970"/>
                  </a:cubicBezTo>
                  <a:cubicBezTo>
                    <a:pt x="6116" y="1934"/>
                    <a:pt x="6036" y="1917"/>
                    <a:pt x="5956" y="1917"/>
                  </a:cubicBezTo>
                  <a:cubicBezTo>
                    <a:pt x="5769" y="1917"/>
                    <a:pt x="5577" y="2008"/>
                    <a:pt x="5444" y="2148"/>
                  </a:cubicBezTo>
                  <a:cubicBezTo>
                    <a:pt x="5266" y="2348"/>
                    <a:pt x="5177" y="2614"/>
                    <a:pt x="5100" y="2870"/>
                  </a:cubicBezTo>
                  <a:cubicBezTo>
                    <a:pt x="5044" y="2448"/>
                    <a:pt x="4989" y="2026"/>
                    <a:pt x="4911" y="1615"/>
                  </a:cubicBezTo>
                  <a:cubicBezTo>
                    <a:pt x="4811" y="1037"/>
                    <a:pt x="4634" y="382"/>
                    <a:pt x="4111" y="115"/>
                  </a:cubicBezTo>
                  <a:cubicBezTo>
                    <a:pt x="3961" y="37"/>
                    <a:pt x="3796" y="1"/>
                    <a:pt x="3629" y="1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2"/>
            <p:cNvSpPr/>
            <p:nvPr/>
          </p:nvSpPr>
          <p:spPr>
            <a:xfrm>
              <a:off x="-145733" y="39252"/>
              <a:ext cx="2179081" cy="862202"/>
            </a:xfrm>
            <a:custGeom>
              <a:avLst/>
              <a:gdLst/>
              <a:ahLst/>
              <a:cxnLst/>
              <a:rect l="l" t="t" r="r" b="b"/>
              <a:pathLst>
                <a:path w="15897" h="6290" extrusionOk="0">
                  <a:moveTo>
                    <a:pt x="12229" y="0"/>
                  </a:moveTo>
                  <a:cubicBezTo>
                    <a:pt x="11775" y="0"/>
                    <a:pt x="11325" y="308"/>
                    <a:pt x="11020" y="667"/>
                  </a:cubicBezTo>
                  <a:cubicBezTo>
                    <a:pt x="10253" y="1578"/>
                    <a:pt x="10043" y="2822"/>
                    <a:pt x="9853" y="4000"/>
                  </a:cubicBezTo>
                  <a:cubicBezTo>
                    <a:pt x="9876" y="3666"/>
                    <a:pt x="9887" y="3333"/>
                    <a:pt x="9787" y="3022"/>
                  </a:cubicBezTo>
                  <a:cubicBezTo>
                    <a:pt x="9676" y="2711"/>
                    <a:pt x="9421" y="2422"/>
                    <a:pt x="9098" y="2389"/>
                  </a:cubicBezTo>
                  <a:cubicBezTo>
                    <a:pt x="9077" y="2387"/>
                    <a:pt x="9055" y="2386"/>
                    <a:pt x="9034" y="2386"/>
                  </a:cubicBezTo>
                  <a:cubicBezTo>
                    <a:pt x="8715" y="2386"/>
                    <a:pt x="8422" y="2619"/>
                    <a:pt x="8276" y="2900"/>
                  </a:cubicBezTo>
                  <a:cubicBezTo>
                    <a:pt x="8110" y="3200"/>
                    <a:pt x="8076" y="3555"/>
                    <a:pt x="8043" y="3900"/>
                  </a:cubicBezTo>
                  <a:cubicBezTo>
                    <a:pt x="7920" y="3367"/>
                    <a:pt x="8043" y="2678"/>
                    <a:pt x="7565" y="2422"/>
                  </a:cubicBezTo>
                  <a:cubicBezTo>
                    <a:pt x="7476" y="2371"/>
                    <a:pt x="7379" y="2348"/>
                    <a:pt x="7281" y="2348"/>
                  </a:cubicBezTo>
                  <a:cubicBezTo>
                    <a:pt x="7059" y="2348"/>
                    <a:pt x="6830" y="2464"/>
                    <a:pt x="6676" y="2634"/>
                  </a:cubicBezTo>
                  <a:cubicBezTo>
                    <a:pt x="6443" y="2878"/>
                    <a:pt x="6343" y="3200"/>
                    <a:pt x="6243" y="3522"/>
                  </a:cubicBezTo>
                  <a:cubicBezTo>
                    <a:pt x="6177" y="3000"/>
                    <a:pt x="6110" y="2489"/>
                    <a:pt x="6021" y="1978"/>
                  </a:cubicBezTo>
                  <a:cubicBezTo>
                    <a:pt x="5899" y="1267"/>
                    <a:pt x="5676" y="479"/>
                    <a:pt x="5044" y="145"/>
                  </a:cubicBezTo>
                  <a:cubicBezTo>
                    <a:pt x="4856" y="48"/>
                    <a:pt x="4651" y="3"/>
                    <a:pt x="4446" y="3"/>
                  </a:cubicBezTo>
                  <a:cubicBezTo>
                    <a:pt x="4043" y="3"/>
                    <a:pt x="3634" y="173"/>
                    <a:pt x="3333" y="445"/>
                  </a:cubicBezTo>
                  <a:cubicBezTo>
                    <a:pt x="2889" y="867"/>
                    <a:pt x="2655" y="1478"/>
                    <a:pt x="2566" y="2078"/>
                  </a:cubicBezTo>
                  <a:cubicBezTo>
                    <a:pt x="2333" y="1667"/>
                    <a:pt x="1867" y="1390"/>
                    <a:pt x="1388" y="1390"/>
                  </a:cubicBezTo>
                  <a:cubicBezTo>
                    <a:pt x="911" y="1390"/>
                    <a:pt x="445" y="1678"/>
                    <a:pt x="222" y="2089"/>
                  </a:cubicBezTo>
                  <a:cubicBezTo>
                    <a:pt x="23" y="2456"/>
                    <a:pt x="0" y="2889"/>
                    <a:pt x="45" y="3289"/>
                  </a:cubicBezTo>
                  <a:cubicBezTo>
                    <a:pt x="134" y="4222"/>
                    <a:pt x="544" y="5233"/>
                    <a:pt x="1222" y="5888"/>
                  </a:cubicBezTo>
                  <a:cubicBezTo>
                    <a:pt x="1356" y="6011"/>
                    <a:pt x="1511" y="6088"/>
                    <a:pt x="1677" y="6144"/>
                  </a:cubicBezTo>
                  <a:cubicBezTo>
                    <a:pt x="1944" y="6230"/>
                    <a:pt x="2255" y="6254"/>
                    <a:pt x="2572" y="6254"/>
                  </a:cubicBezTo>
                  <a:cubicBezTo>
                    <a:pt x="2993" y="6254"/>
                    <a:pt x="3423" y="6211"/>
                    <a:pt x="3766" y="6211"/>
                  </a:cubicBezTo>
                  <a:lnTo>
                    <a:pt x="7421" y="6211"/>
                  </a:lnTo>
                  <a:cubicBezTo>
                    <a:pt x="8665" y="6211"/>
                    <a:pt x="9954" y="6290"/>
                    <a:pt x="11227" y="6290"/>
                  </a:cubicBezTo>
                  <a:cubicBezTo>
                    <a:pt x="11864" y="6290"/>
                    <a:pt x="12497" y="6270"/>
                    <a:pt x="13119" y="6211"/>
                  </a:cubicBezTo>
                  <a:cubicBezTo>
                    <a:pt x="14420" y="6088"/>
                    <a:pt x="15608" y="5177"/>
                    <a:pt x="15841" y="3844"/>
                  </a:cubicBezTo>
                  <a:cubicBezTo>
                    <a:pt x="15897" y="3511"/>
                    <a:pt x="15886" y="3133"/>
                    <a:pt x="15652" y="2878"/>
                  </a:cubicBezTo>
                  <a:cubicBezTo>
                    <a:pt x="15484" y="2689"/>
                    <a:pt x="15247" y="2619"/>
                    <a:pt x="14990" y="2619"/>
                  </a:cubicBezTo>
                  <a:cubicBezTo>
                    <a:pt x="14704" y="2619"/>
                    <a:pt x="14394" y="2706"/>
                    <a:pt x="14131" y="2811"/>
                  </a:cubicBezTo>
                  <a:cubicBezTo>
                    <a:pt x="13552" y="3041"/>
                    <a:pt x="12928" y="3395"/>
                    <a:pt x="12606" y="3894"/>
                  </a:cubicBezTo>
                  <a:lnTo>
                    <a:pt x="12606" y="3894"/>
                  </a:lnTo>
                  <a:cubicBezTo>
                    <a:pt x="12748" y="3463"/>
                    <a:pt x="12892" y="3032"/>
                    <a:pt x="13030" y="2600"/>
                  </a:cubicBezTo>
                  <a:cubicBezTo>
                    <a:pt x="13186" y="2145"/>
                    <a:pt x="13331" y="1678"/>
                    <a:pt x="13297" y="1190"/>
                  </a:cubicBezTo>
                  <a:cubicBezTo>
                    <a:pt x="13264" y="711"/>
                    <a:pt x="13008" y="212"/>
                    <a:pt x="12553" y="56"/>
                  </a:cubicBezTo>
                  <a:cubicBezTo>
                    <a:pt x="12446" y="18"/>
                    <a:pt x="12338" y="0"/>
                    <a:pt x="12229" y="0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9" name="Google Shape;439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22"/>
          <p:cNvSpPr txBox="1">
            <a:spLocks noGrp="1"/>
          </p:cNvSpPr>
          <p:nvPr>
            <p:ph type="subTitle" idx="1"/>
          </p:nvPr>
        </p:nvSpPr>
        <p:spPr>
          <a:xfrm>
            <a:off x="1771325" y="3788350"/>
            <a:ext cx="25107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22"/>
          <p:cNvSpPr txBox="1">
            <a:spLocks noGrp="1"/>
          </p:cNvSpPr>
          <p:nvPr>
            <p:ph type="subTitle" idx="2"/>
          </p:nvPr>
        </p:nvSpPr>
        <p:spPr>
          <a:xfrm>
            <a:off x="4843375" y="3788350"/>
            <a:ext cx="25107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22"/>
          <p:cNvSpPr txBox="1">
            <a:spLocks noGrp="1"/>
          </p:cNvSpPr>
          <p:nvPr>
            <p:ph type="subTitle" idx="3"/>
          </p:nvPr>
        </p:nvSpPr>
        <p:spPr>
          <a:xfrm>
            <a:off x="2113225" y="3255425"/>
            <a:ext cx="2131800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9pPr>
          </a:lstStyle>
          <a:p>
            <a:endParaRPr/>
          </a:p>
        </p:txBody>
      </p:sp>
      <p:sp>
        <p:nvSpPr>
          <p:cNvPr id="443" name="Google Shape;443;p22"/>
          <p:cNvSpPr txBox="1">
            <a:spLocks noGrp="1"/>
          </p:cNvSpPr>
          <p:nvPr>
            <p:ph type="subTitle" idx="4"/>
          </p:nvPr>
        </p:nvSpPr>
        <p:spPr>
          <a:xfrm>
            <a:off x="4880425" y="3255425"/>
            <a:ext cx="2131800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_AND_TWO_COLUMNS_1_1_1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46" name="Google Shape;446;p23"/>
          <p:cNvGrpSpPr/>
          <p:nvPr/>
        </p:nvGrpSpPr>
        <p:grpSpPr>
          <a:xfrm flipH="1">
            <a:off x="-145733" y="39252"/>
            <a:ext cx="9244604" cy="1474013"/>
            <a:chOff x="-145733" y="39252"/>
            <a:chExt cx="9244604" cy="1474013"/>
          </a:xfrm>
        </p:grpSpPr>
        <p:sp>
          <p:nvSpPr>
            <p:cNvPr id="447" name="Google Shape;447;p23"/>
            <p:cNvSpPr/>
            <p:nvPr/>
          </p:nvSpPr>
          <p:spPr>
            <a:xfrm flipH="1">
              <a:off x="7317033" y="808837"/>
              <a:ext cx="1781838" cy="704428"/>
            </a:xfrm>
            <a:custGeom>
              <a:avLst/>
              <a:gdLst/>
              <a:ahLst/>
              <a:cxnLst/>
              <a:rect l="l" t="t" r="r" b="b"/>
              <a:pathLst>
                <a:path w="12999" h="5139" extrusionOk="0">
                  <a:moveTo>
                    <a:pt x="3629" y="1"/>
                  </a:moveTo>
                  <a:cubicBezTo>
                    <a:pt x="3301" y="1"/>
                    <a:pt x="2966" y="139"/>
                    <a:pt x="2723" y="360"/>
                  </a:cubicBezTo>
                  <a:cubicBezTo>
                    <a:pt x="2356" y="704"/>
                    <a:pt x="2167" y="1204"/>
                    <a:pt x="2101" y="1703"/>
                  </a:cubicBezTo>
                  <a:cubicBezTo>
                    <a:pt x="1901" y="1360"/>
                    <a:pt x="1523" y="1137"/>
                    <a:pt x="1134" y="1137"/>
                  </a:cubicBezTo>
                  <a:cubicBezTo>
                    <a:pt x="745" y="1137"/>
                    <a:pt x="356" y="1370"/>
                    <a:pt x="179" y="1703"/>
                  </a:cubicBezTo>
                  <a:cubicBezTo>
                    <a:pt x="12" y="2004"/>
                    <a:pt x="1" y="2359"/>
                    <a:pt x="35" y="2693"/>
                  </a:cubicBezTo>
                  <a:cubicBezTo>
                    <a:pt x="101" y="3448"/>
                    <a:pt x="445" y="4270"/>
                    <a:pt x="1001" y="4814"/>
                  </a:cubicBezTo>
                  <a:cubicBezTo>
                    <a:pt x="1101" y="4914"/>
                    <a:pt x="1223" y="4981"/>
                    <a:pt x="1368" y="5025"/>
                  </a:cubicBezTo>
                  <a:cubicBezTo>
                    <a:pt x="1575" y="5093"/>
                    <a:pt x="1813" y="5113"/>
                    <a:pt x="2057" y="5113"/>
                  </a:cubicBezTo>
                  <a:cubicBezTo>
                    <a:pt x="2413" y="5113"/>
                    <a:pt x="2781" y="5070"/>
                    <a:pt x="3078" y="5070"/>
                  </a:cubicBezTo>
                  <a:lnTo>
                    <a:pt x="6056" y="5070"/>
                  </a:lnTo>
                  <a:cubicBezTo>
                    <a:pt x="7078" y="5070"/>
                    <a:pt x="8134" y="5139"/>
                    <a:pt x="9176" y="5139"/>
                  </a:cubicBezTo>
                  <a:cubicBezTo>
                    <a:pt x="9697" y="5139"/>
                    <a:pt x="10214" y="5122"/>
                    <a:pt x="10721" y="5070"/>
                  </a:cubicBezTo>
                  <a:cubicBezTo>
                    <a:pt x="11788" y="4969"/>
                    <a:pt x="12754" y="4236"/>
                    <a:pt x="12943" y="3148"/>
                  </a:cubicBezTo>
                  <a:cubicBezTo>
                    <a:pt x="12998" y="2870"/>
                    <a:pt x="12987" y="2559"/>
                    <a:pt x="12798" y="2348"/>
                  </a:cubicBezTo>
                  <a:cubicBezTo>
                    <a:pt x="12657" y="2196"/>
                    <a:pt x="12464" y="2141"/>
                    <a:pt x="12255" y="2141"/>
                  </a:cubicBezTo>
                  <a:cubicBezTo>
                    <a:pt x="12021" y="2141"/>
                    <a:pt x="11766" y="2210"/>
                    <a:pt x="11543" y="2293"/>
                  </a:cubicBezTo>
                  <a:cubicBezTo>
                    <a:pt x="11076" y="2483"/>
                    <a:pt x="10569" y="2768"/>
                    <a:pt x="10305" y="3178"/>
                  </a:cubicBezTo>
                  <a:lnTo>
                    <a:pt x="10305" y="3178"/>
                  </a:lnTo>
                  <a:cubicBezTo>
                    <a:pt x="10421" y="2825"/>
                    <a:pt x="10538" y="2475"/>
                    <a:pt x="10655" y="2126"/>
                  </a:cubicBezTo>
                  <a:cubicBezTo>
                    <a:pt x="10776" y="1748"/>
                    <a:pt x="10899" y="1370"/>
                    <a:pt x="10865" y="970"/>
                  </a:cubicBezTo>
                  <a:cubicBezTo>
                    <a:pt x="10843" y="582"/>
                    <a:pt x="10632" y="170"/>
                    <a:pt x="10255" y="49"/>
                  </a:cubicBezTo>
                  <a:cubicBezTo>
                    <a:pt x="10166" y="16"/>
                    <a:pt x="10076" y="1"/>
                    <a:pt x="9986" y="1"/>
                  </a:cubicBezTo>
                  <a:cubicBezTo>
                    <a:pt x="9615" y="1"/>
                    <a:pt x="9249" y="253"/>
                    <a:pt x="8999" y="548"/>
                  </a:cubicBezTo>
                  <a:cubicBezTo>
                    <a:pt x="8377" y="1293"/>
                    <a:pt x="8199" y="2303"/>
                    <a:pt x="8055" y="3270"/>
                  </a:cubicBezTo>
                  <a:cubicBezTo>
                    <a:pt x="8066" y="3004"/>
                    <a:pt x="8077" y="2725"/>
                    <a:pt x="7999" y="2470"/>
                  </a:cubicBezTo>
                  <a:cubicBezTo>
                    <a:pt x="7910" y="2214"/>
                    <a:pt x="7700" y="1982"/>
                    <a:pt x="7433" y="1948"/>
                  </a:cubicBezTo>
                  <a:cubicBezTo>
                    <a:pt x="7419" y="1947"/>
                    <a:pt x="7405" y="1946"/>
                    <a:pt x="7391" y="1946"/>
                  </a:cubicBezTo>
                  <a:cubicBezTo>
                    <a:pt x="7128" y="1946"/>
                    <a:pt x="6881" y="2138"/>
                    <a:pt x="6755" y="2370"/>
                  </a:cubicBezTo>
                  <a:cubicBezTo>
                    <a:pt x="6633" y="2614"/>
                    <a:pt x="6599" y="2903"/>
                    <a:pt x="6577" y="3181"/>
                  </a:cubicBezTo>
                  <a:cubicBezTo>
                    <a:pt x="6478" y="2759"/>
                    <a:pt x="6567" y="2182"/>
                    <a:pt x="6189" y="1970"/>
                  </a:cubicBezTo>
                  <a:cubicBezTo>
                    <a:pt x="6116" y="1934"/>
                    <a:pt x="6036" y="1917"/>
                    <a:pt x="5956" y="1917"/>
                  </a:cubicBezTo>
                  <a:cubicBezTo>
                    <a:pt x="5769" y="1917"/>
                    <a:pt x="5577" y="2008"/>
                    <a:pt x="5444" y="2148"/>
                  </a:cubicBezTo>
                  <a:cubicBezTo>
                    <a:pt x="5266" y="2348"/>
                    <a:pt x="5177" y="2614"/>
                    <a:pt x="5100" y="2870"/>
                  </a:cubicBezTo>
                  <a:cubicBezTo>
                    <a:pt x="5044" y="2448"/>
                    <a:pt x="4989" y="2026"/>
                    <a:pt x="4911" y="1615"/>
                  </a:cubicBezTo>
                  <a:cubicBezTo>
                    <a:pt x="4811" y="1037"/>
                    <a:pt x="4634" y="382"/>
                    <a:pt x="4111" y="115"/>
                  </a:cubicBezTo>
                  <a:cubicBezTo>
                    <a:pt x="3961" y="37"/>
                    <a:pt x="3796" y="1"/>
                    <a:pt x="3629" y="1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 flipH="1">
              <a:off x="-145733" y="39252"/>
              <a:ext cx="2179081" cy="862202"/>
            </a:xfrm>
            <a:custGeom>
              <a:avLst/>
              <a:gdLst/>
              <a:ahLst/>
              <a:cxnLst/>
              <a:rect l="l" t="t" r="r" b="b"/>
              <a:pathLst>
                <a:path w="15897" h="6290" extrusionOk="0">
                  <a:moveTo>
                    <a:pt x="12229" y="0"/>
                  </a:moveTo>
                  <a:cubicBezTo>
                    <a:pt x="11775" y="0"/>
                    <a:pt x="11325" y="308"/>
                    <a:pt x="11020" y="667"/>
                  </a:cubicBezTo>
                  <a:cubicBezTo>
                    <a:pt x="10253" y="1578"/>
                    <a:pt x="10043" y="2822"/>
                    <a:pt x="9853" y="4000"/>
                  </a:cubicBezTo>
                  <a:cubicBezTo>
                    <a:pt x="9876" y="3666"/>
                    <a:pt x="9887" y="3333"/>
                    <a:pt x="9787" y="3022"/>
                  </a:cubicBezTo>
                  <a:cubicBezTo>
                    <a:pt x="9676" y="2711"/>
                    <a:pt x="9421" y="2422"/>
                    <a:pt x="9098" y="2389"/>
                  </a:cubicBezTo>
                  <a:cubicBezTo>
                    <a:pt x="9077" y="2387"/>
                    <a:pt x="9055" y="2386"/>
                    <a:pt x="9034" y="2386"/>
                  </a:cubicBezTo>
                  <a:cubicBezTo>
                    <a:pt x="8715" y="2386"/>
                    <a:pt x="8422" y="2619"/>
                    <a:pt x="8276" y="2900"/>
                  </a:cubicBezTo>
                  <a:cubicBezTo>
                    <a:pt x="8110" y="3200"/>
                    <a:pt x="8076" y="3555"/>
                    <a:pt x="8043" y="3900"/>
                  </a:cubicBezTo>
                  <a:cubicBezTo>
                    <a:pt x="7920" y="3367"/>
                    <a:pt x="8043" y="2678"/>
                    <a:pt x="7565" y="2422"/>
                  </a:cubicBezTo>
                  <a:cubicBezTo>
                    <a:pt x="7476" y="2371"/>
                    <a:pt x="7379" y="2348"/>
                    <a:pt x="7281" y="2348"/>
                  </a:cubicBezTo>
                  <a:cubicBezTo>
                    <a:pt x="7059" y="2348"/>
                    <a:pt x="6830" y="2464"/>
                    <a:pt x="6676" y="2634"/>
                  </a:cubicBezTo>
                  <a:cubicBezTo>
                    <a:pt x="6443" y="2878"/>
                    <a:pt x="6343" y="3200"/>
                    <a:pt x="6243" y="3522"/>
                  </a:cubicBezTo>
                  <a:cubicBezTo>
                    <a:pt x="6177" y="3000"/>
                    <a:pt x="6110" y="2489"/>
                    <a:pt x="6021" y="1978"/>
                  </a:cubicBezTo>
                  <a:cubicBezTo>
                    <a:pt x="5899" y="1267"/>
                    <a:pt x="5676" y="479"/>
                    <a:pt x="5044" y="145"/>
                  </a:cubicBezTo>
                  <a:cubicBezTo>
                    <a:pt x="4856" y="48"/>
                    <a:pt x="4651" y="3"/>
                    <a:pt x="4446" y="3"/>
                  </a:cubicBezTo>
                  <a:cubicBezTo>
                    <a:pt x="4043" y="3"/>
                    <a:pt x="3634" y="173"/>
                    <a:pt x="3333" y="445"/>
                  </a:cubicBezTo>
                  <a:cubicBezTo>
                    <a:pt x="2889" y="867"/>
                    <a:pt x="2655" y="1478"/>
                    <a:pt x="2566" y="2078"/>
                  </a:cubicBezTo>
                  <a:cubicBezTo>
                    <a:pt x="2333" y="1667"/>
                    <a:pt x="1867" y="1390"/>
                    <a:pt x="1388" y="1390"/>
                  </a:cubicBezTo>
                  <a:cubicBezTo>
                    <a:pt x="911" y="1390"/>
                    <a:pt x="445" y="1678"/>
                    <a:pt x="222" y="2089"/>
                  </a:cubicBezTo>
                  <a:cubicBezTo>
                    <a:pt x="23" y="2456"/>
                    <a:pt x="0" y="2889"/>
                    <a:pt x="45" y="3289"/>
                  </a:cubicBezTo>
                  <a:cubicBezTo>
                    <a:pt x="134" y="4222"/>
                    <a:pt x="544" y="5233"/>
                    <a:pt x="1222" y="5888"/>
                  </a:cubicBezTo>
                  <a:cubicBezTo>
                    <a:pt x="1356" y="6011"/>
                    <a:pt x="1511" y="6088"/>
                    <a:pt x="1677" y="6144"/>
                  </a:cubicBezTo>
                  <a:cubicBezTo>
                    <a:pt x="1944" y="6230"/>
                    <a:pt x="2255" y="6254"/>
                    <a:pt x="2572" y="6254"/>
                  </a:cubicBezTo>
                  <a:cubicBezTo>
                    <a:pt x="2993" y="6254"/>
                    <a:pt x="3423" y="6211"/>
                    <a:pt x="3766" y="6211"/>
                  </a:cubicBezTo>
                  <a:lnTo>
                    <a:pt x="7421" y="6211"/>
                  </a:lnTo>
                  <a:cubicBezTo>
                    <a:pt x="8665" y="6211"/>
                    <a:pt x="9954" y="6290"/>
                    <a:pt x="11227" y="6290"/>
                  </a:cubicBezTo>
                  <a:cubicBezTo>
                    <a:pt x="11864" y="6290"/>
                    <a:pt x="12497" y="6270"/>
                    <a:pt x="13119" y="6211"/>
                  </a:cubicBezTo>
                  <a:cubicBezTo>
                    <a:pt x="14420" y="6088"/>
                    <a:pt x="15608" y="5177"/>
                    <a:pt x="15841" y="3844"/>
                  </a:cubicBezTo>
                  <a:cubicBezTo>
                    <a:pt x="15897" y="3511"/>
                    <a:pt x="15886" y="3133"/>
                    <a:pt x="15652" y="2878"/>
                  </a:cubicBezTo>
                  <a:cubicBezTo>
                    <a:pt x="15484" y="2689"/>
                    <a:pt x="15247" y="2619"/>
                    <a:pt x="14990" y="2619"/>
                  </a:cubicBezTo>
                  <a:cubicBezTo>
                    <a:pt x="14704" y="2619"/>
                    <a:pt x="14394" y="2706"/>
                    <a:pt x="14131" y="2811"/>
                  </a:cubicBezTo>
                  <a:cubicBezTo>
                    <a:pt x="13552" y="3041"/>
                    <a:pt x="12928" y="3395"/>
                    <a:pt x="12606" y="3894"/>
                  </a:cubicBezTo>
                  <a:lnTo>
                    <a:pt x="12606" y="3894"/>
                  </a:lnTo>
                  <a:cubicBezTo>
                    <a:pt x="12748" y="3463"/>
                    <a:pt x="12892" y="3032"/>
                    <a:pt x="13030" y="2600"/>
                  </a:cubicBezTo>
                  <a:cubicBezTo>
                    <a:pt x="13186" y="2145"/>
                    <a:pt x="13331" y="1678"/>
                    <a:pt x="13297" y="1190"/>
                  </a:cubicBezTo>
                  <a:cubicBezTo>
                    <a:pt x="13264" y="711"/>
                    <a:pt x="13008" y="212"/>
                    <a:pt x="12553" y="56"/>
                  </a:cubicBezTo>
                  <a:cubicBezTo>
                    <a:pt x="12446" y="18"/>
                    <a:pt x="12338" y="0"/>
                    <a:pt x="12229" y="0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9" name="Google Shape;449;p23"/>
          <p:cNvSpPr txBox="1">
            <a:spLocks noGrp="1"/>
          </p:cNvSpPr>
          <p:nvPr>
            <p:ph type="subTitle" idx="1"/>
          </p:nvPr>
        </p:nvSpPr>
        <p:spPr>
          <a:xfrm>
            <a:off x="1147600" y="1705275"/>
            <a:ext cx="2919600" cy="27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5"/>
          <p:cNvSpPr txBox="1">
            <a:spLocks noGrp="1"/>
          </p:cNvSpPr>
          <p:nvPr>
            <p:ph type="ctrTitle"/>
          </p:nvPr>
        </p:nvSpPr>
        <p:spPr>
          <a:xfrm>
            <a:off x="3784900" y="856250"/>
            <a:ext cx="4265100" cy="789000"/>
          </a:xfrm>
          <a:prstGeom prst="rect">
            <a:avLst/>
          </a:prstGeom>
          <a:effectLst>
            <a:outerShdw dist="28575" dir="3480000" algn="bl" rotWithShape="0">
              <a:schemeClr val="accent6">
                <a:alpha val="8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8000">
                <a:latin typeface="Freckle Face"/>
                <a:ea typeface="Freckle Face"/>
                <a:cs typeface="Freckle Face"/>
                <a:sym typeface="Freckle Face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58" name="Google Shape;458;p25"/>
          <p:cNvSpPr txBox="1">
            <a:spLocks noGrp="1"/>
          </p:cNvSpPr>
          <p:nvPr>
            <p:ph type="subTitle" idx="1"/>
          </p:nvPr>
        </p:nvSpPr>
        <p:spPr>
          <a:xfrm>
            <a:off x="3784900" y="1870150"/>
            <a:ext cx="4265100" cy="23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Freckle Face"/>
              <a:buNone/>
              <a:defRPr sz="2500">
                <a:latin typeface="Freckle Face"/>
                <a:ea typeface="Freckle Face"/>
                <a:cs typeface="Freckle Face"/>
                <a:sym typeface="Freckle Face"/>
              </a:defRPr>
            </a:lvl9pPr>
          </a:lstStyle>
          <a:p>
            <a:endParaRPr/>
          </a:p>
        </p:txBody>
      </p:sp>
      <p:sp>
        <p:nvSpPr>
          <p:cNvPr id="459" name="Google Shape;459;p25"/>
          <p:cNvSpPr txBox="1">
            <a:spLocks noGrp="1"/>
          </p:cNvSpPr>
          <p:nvPr>
            <p:ph type="subTitle" idx="2"/>
          </p:nvPr>
        </p:nvSpPr>
        <p:spPr>
          <a:xfrm>
            <a:off x="3784900" y="2382088"/>
            <a:ext cx="4265100" cy="6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Coda"/>
                <a:ea typeface="Coda"/>
                <a:cs typeface="Coda"/>
                <a:sym typeface="Coda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60" name="Google Shape;460;p25"/>
          <p:cNvSpPr txBox="1"/>
          <p:nvPr/>
        </p:nvSpPr>
        <p:spPr>
          <a:xfrm>
            <a:off x="3784900" y="3659475"/>
            <a:ext cx="4265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rPr>
              <a:t>CREDITS:</a:t>
            </a:r>
            <a:r>
              <a:rPr lang="en" sz="10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rPr>
              <a:t>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Coda"/>
                <a:ea typeface="Coda"/>
                <a:cs typeface="Coda"/>
                <a:sym typeface="Cod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Coda"/>
                <a:ea typeface="Coda"/>
                <a:cs typeface="Coda"/>
                <a:sym typeface="Cod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rPr>
              <a:t>,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Coda"/>
                <a:ea typeface="Coda"/>
                <a:cs typeface="Coda"/>
                <a:sym typeface="Cod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Coda"/>
              <a:ea typeface="Coda"/>
              <a:cs typeface="Coda"/>
              <a:sym typeface="Coda"/>
            </a:endParaRPr>
          </a:p>
        </p:txBody>
      </p:sp>
      <p:grpSp>
        <p:nvGrpSpPr>
          <p:cNvPr id="461" name="Google Shape;461;p25"/>
          <p:cNvGrpSpPr/>
          <p:nvPr/>
        </p:nvGrpSpPr>
        <p:grpSpPr>
          <a:xfrm flipH="1">
            <a:off x="8094877" y="1350800"/>
            <a:ext cx="2327978" cy="3502413"/>
            <a:chOff x="7256414" y="1350800"/>
            <a:chExt cx="2327978" cy="3502413"/>
          </a:xfrm>
        </p:grpSpPr>
        <p:sp>
          <p:nvSpPr>
            <p:cNvPr id="462" name="Google Shape;462;p25"/>
            <p:cNvSpPr/>
            <p:nvPr/>
          </p:nvSpPr>
          <p:spPr>
            <a:xfrm>
              <a:off x="8527838" y="3179912"/>
              <a:ext cx="1056554" cy="1406601"/>
            </a:xfrm>
            <a:custGeom>
              <a:avLst/>
              <a:gdLst/>
              <a:ahLst/>
              <a:cxnLst/>
              <a:rect l="l" t="t" r="r" b="b"/>
              <a:pathLst>
                <a:path w="7745" h="10311" extrusionOk="0">
                  <a:moveTo>
                    <a:pt x="3876" y="0"/>
                  </a:moveTo>
                  <a:cubicBezTo>
                    <a:pt x="3770" y="0"/>
                    <a:pt x="3663" y="8"/>
                    <a:pt x="3556" y="23"/>
                  </a:cubicBezTo>
                  <a:cubicBezTo>
                    <a:pt x="2901" y="123"/>
                    <a:pt x="2323" y="500"/>
                    <a:pt x="1889" y="1001"/>
                  </a:cubicBezTo>
                  <a:cubicBezTo>
                    <a:pt x="1556" y="1334"/>
                    <a:pt x="1267" y="1734"/>
                    <a:pt x="1045" y="2156"/>
                  </a:cubicBezTo>
                  <a:cubicBezTo>
                    <a:pt x="223" y="3689"/>
                    <a:pt x="1" y="5877"/>
                    <a:pt x="479" y="7533"/>
                  </a:cubicBezTo>
                  <a:cubicBezTo>
                    <a:pt x="712" y="8333"/>
                    <a:pt x="1178" y="8965"/>
                    <a:pt x="1823" y="9488"/>
                  </a:cubicBezTo>
                  <a:cubicBezTo>
                    <a:pt x="2334" y="9921"/>
                    <a:pt x="3189" y="10298"/>
                    <a:pt x="3867" y="10310"/>
                  </a:cubicBezTo>
                  <a:cubicBezTo>
                    <a:pt x="3881" y="10310"/>
                    <a:pt x="3895" y="10310"/>
                    <a:pt x="3908" y="10310"/>
                  </a:cubicBezTo>
                  <a:cubicBezTo>
                    <a:pt x="4791" y="10310"/>
                    <a:pt x="5552" y="9976"/>
                    <a:pt x="6044" y="9243"/>
                  </a:cubicBezTo>
                  <a:cubicBezTo>
                    <a:pt x="6100" y="9210"/>
                    <a:pt x="6155" y="9165"/>
                    <a:pt x="6200" y="9121"/>
                  </a:cubicBezTo>
                  <a:cubicBezTo>
                    <a:pt x="6955" y="8432"/>
                    <a:pt x="7366" y="7432"/>
                    <a:pt x="7522" y="6422"/>
                  </a:cubicBezTo>
                  <a:cubicBezTo>
                    <a:pt x="7744" y="5011"/>
                    <a:pt x="7510" y="3534"/>
                    <a:pt x="6866" y="2256"/>
                  </a:cubicBezTo>
                  <a:cubicBezTo>
                    <a:pt x="6282" y="1076"/>
                    <a:pt x="5157" y="0"/>
                    <a:pt x="3876" y="0"/>
                  </a:cubicBezTo>
                  <a:close/>
                </a:path>
              </a:pathLst>
            </a:custGeom>
            <a:solidFill>
              <a:srgbClr val="2A56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5"/>
            <p:cNvSpPr/>
            <p:nvPr/>
          </p:nvSpPr>
          <p:spPr>
            <a:xfrm>
              <a:off x="9047731" y="3516458"/>
              <a:ext cx="36560" cy="1336755"/>
            </a:xfrm>
            <a:custGeom>
              <a:avLst/>
              <a:gdLst/>
              <a:ahLst/>
              <a:cxnLst/>
              <a:rect l="l" t="t" r="r" b="b"/>
              <a:pathLst>
                <a:path w="268" h="9799" extrusionOk="0">
                  <a:moveTo>
                    <a:pt x="134" y="0"/>
                  </a:moveTo>
                  <a:cubicBezTo>
                    <a:pt x="67" y="0"/>
                    <a:pt x="1" y="55"/>
                    <a:pt x="1" y="133"/>
                  </a:cubicBezTo>
                  <a:lnTo>
                    <a:pt x="1" y="9665"/>
                  </a:lnTo>
                  <a:cubicBezTo>
                    <a:pt x="1" y="9731"/>
                    <a:pt x="67" y="9798"/>
                    <a:pt x="134" y="9798"/>
                  </a:cubicBezTo>
                  <a:cubicBezTo>
                    <a:pt x="211" y="9798"/>
                    <a:pt x="267" y="9731"/>
                    <a:pt x="267" y="9665"/>
                  </a:cubicBezTo>
                  <a:lnTo>
                    <a:pt x="267" y="133"/>
                  </a:lnTo>
                  <a:cubicBezTo>
                    <a:pt x="267" y="55"/>
                    <a:pt x="211" y="0"/>
                    <a:pt x="134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5"/>
            <p:cNvSpPr/>
            <p:nvPr/>
          </p:nvSpPr>
          <p:spPr>
            <a:xfrm>
              <a:off x="9059872" y="3514276"/>
              <a:ext cx="316761" cy="406797"/>
            </a:xfrm>
            <a:custGeom>
              <a:avLst/>
              <a:gdLst/>
              <a:ahLst/>
              <a:cxnLst/>
              <a:rect l="l" t="t" r="r" b="b"/>
              <a:pathLst>
                <a:path w="2322" h="2982" extrusionOk="0">
                  <a:moveTo>
                    <a:pt x="2167" y="0"/>
                  </a:moveTo>
                  <a:cubicBezTo>
                    <a:pt x="2125" y="0"/>
                    <a:pt x="2082" y="20"/>
                    <a:pt x="2055" y="61"/>
                  </a:cubicBezTo>
                  <a:cubicBezTo>
                    <a:pt x="1433" y="982"/>
                    <a:pt x="756" y="1893"/>
                    <a:pt x="45" y="2760"/>
                  </a:cubicBezTo>
                  <a:cubicBezTo>
                    <a:pt x="0" y="2816"/>
                    <a:pt x="11" y="2904"/>
                    <a:pt x="67" y="2949"/>
                  </a:cubicBezTo>
                  <a:cubicBezTo>
                    <a:pt x="89" y="2971"/>
                    <a:pt x="122" y="2982"/>
                    <a:pt x="144" y="2982"/>
                  </a:cubicBezTo>
                  <a:cubicBezTo>
                    <a:pt x="189" y="2982"/>
                    <a:pt x="223" y="2959"/>
                    <a:pt x="255" y="2937"/>
                  </a:cubicBezTo>
                  <a:cubicBezTo>
                    <a:pt x="966" y="2060"/>
                    <a:pt x="1645" y="1138"/>
                    <a:pt x="2277" y="216"/>
                  </a:cubicBezTo>
                  <a:cubicBezTo>
                    <a:pt x="2322" y="149"/>
                    <a:pt x="2311" y="71"/>
                    <a:pt x="2244" y="27"/>
                  </a:cubicBezTo>
                  <a:cubicBezTo>
                    <a:pt x="2222" y="9"/>
                    <a:pt x="2195" y="0"/>
                    <a:pt x="2167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5"/>
            <p:cNvSpPr/>
            <p:nvPr/>
          </p:nvSpPr>
          <p:spPr>
            <a:xfrm>
              <a:off x="9314430" y="3826540"/>
              <a:ext cx="174342" cy="185528"/>
            </a:xfrm>
            <a:custGeom>
              <a:avLst/>
              <a:gdLst/>
              <a:ahLst/>
              <a:cxnLst/>
              <a:rect l="l" t="t" r="r" b="b"/>
              <a:pathLst>
                <a:path w="1278" h="1360" extrusionOk="0">
                  <a:moveTo>
                    <a:pt x="1123" y="1"/>
                  </a:moveTo>
                  <a:cubicBezTo>
                    <a:pt x="1085" y="1"/>
                    <a:pt x="1047" y="18"/>
                    <a:pt x="1023" y="48"/>
                  </a:cubicBezTo>
                  <a:cubicBezTo>
                    <a:pt x="722" y="426"/>
                    <a:pt x="389" y="793"/>
                    <a:pt x="56" y="1137"/>
                  </a:cubicBezTo>
                  <a:cubicBezTo>
                    <a:pt x="1" y="1181"/>
                    <a:pt x="1" y="1270"/>
                    <a:pt x="56" y="1326"/>
                  </a:cubicBezTo>
                  <a:cubicBezTo>
                    <a:pt x="78" y="1349"/>
                    <a:pt x="112" y="1359"/>
                    <a:pt x="145" y="1359"/>
                  </a:cubicBezTo>
                  <a:cubicBezTo>
                    <a:pt x="178" y="1359"/>
                    <a:pt x="211" y="1349"/>
                    <a:pt x="245" y="1326"/>
                  </a:cubicBezTo>
                  <a:cubicBezTo>
                    <a:pt x="589" y="971"/>
                    <a:pt x="922" y="604"/>
                    <a:pt x="1233" y="226"/>
                  </a:cubicBezTo>
                  <a:cubicBezTo>
                    <a:pt x="1278" y="159"/>
                    <a:pt x="1267" y="82"/>
                    <a:pt x="1211" y="38"/>
                  </a:cubicBezTo>
                  <a:cubicBezTo>
                    <a:pt x="1186" y="13"/>
                    <a:pt x="1155" y="1"/>
                    <a:pt x="1123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5"/>
            <p:cNvSpPr/>
            <p:nvPr/>
          </p:nvSpPr>
          <p:spPr>
            <a:xfrm>
              <a:off x="9067375" y="4090375"/>
              <a:ext cx="212266" cy="212675"/>
            </a:xfrm>
            <a:custGeom>
              <a:avLst/>
              <a:gdLst/>
              <a:ahLst/>
              <a:cxnLst/>
              <a:rect l="l" t="t" r="r" b="b"/>
              <a:pathLst>
                <a:path w="1556" h="1559" extrusionOk="0">
                  <a:moveTo>
                    <a:pt x="1405" y="1"/>
                  </a:moveTo>
                  <a:cubicBezTo>
                    <a:pt x="1366" y="1"/>
                    <a:pt x="1326" y="21"/>
                    <a:pt x="1301" y="59"/>
                  </a:cubicBezTo>
                  <a:cubicBezTo>
                    <a:pt x="934" y="514"/>
                    <a:pt x="512" y="948"/>
                    <a:pt x="67" y="1325"/>
                  </a:cubicBezTo>
                  <a:cubicBezTo>
                    <a:pt x="1" y="1370"/>
                    <a:pt x="1" y="1459"/>
                    <a:pt x="45" y="1514"/>
                  </a:cubicBezTo>
                  <a:cubicBezTo>
                    <a:pt x="67" y="1547"/>
                    <a:pt x="112" y="1558"/>
                    <a:pt x="145" y="1558"/>
                  </a:cubicBezTo>
                  <a:cubicBezTo>
                    <a:pt x="178" y="1558"/>
                    <a:pt x="212" y="1547"/>
                    <a:pt x="234" y="1525"/>
                  </a:cubicBezTo>
                  <a:cubicBezTo>
                    <a:pt x="701" y="1136"/>
                    <a:pt x="1134" y="703"/>
                    <a:pt x="1511" y="225"/>
                  </a:cubicBezTo>
                  <a:cubicBezTo>
                    <a:pt x="1556" y="158"/>
                    <a:pt x="1545" y="81"/>
                    <a:pt x="1489" y="37"/>
                  </a:cubicBezTo>
                  <a:cubicBezTo>
                    <a:pt x="1465" y="13"/>
                    <a:pt x="1435" y="1"/>
                    <a:pt x="1405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5"/>
            <p:cNvSpPr/>
            <p:nvPr/>
          </p:nvSpPr>
          <p:spPr>
            <a:xfrm>
              <a:off x="8844603" y="3427376"/>
              <a:ext cx="228909" cy="277064"/>
            </a:xfrm>
            <a:custGeom>
              <a:avLst/>
              <a:gdLst/>
              <a:ahLst/>
              <a:cxnLst/>
              <a:rect l="l" t="t" r="r" b="b"/>
              <a:pathLst>
                <a:path w="1678" h="2031" extrusionOk="0">
                  <a:moveTo>
                    <a:pt x="155" y="0"/>
                  </a:moveTo>
                  <a:cubicBezTo>
                    <a:pt x="124" y="0"/>
                    <a:pt x="92" y="11"/>
                    <a:pt x="68" y="31"/>
                  </a:cubicBezTo>
                  <a:cubicBezTo>
                    <a:pt x="12" y="86"/>
                    <a:pt x="1" y="164"/>
                    <a:pt x="56" y="219"/>
                  </a:cubicBezTo>
                  <a:cubicBezTo>
                    <a:pt x="534" y="786"/>
                    <a:pt x="1001" y="1375"/>
                    <a:pt x="1423" y="1975"/>
                  </a:cubicBezTo>
                  <a:cubicBezTo>
                    <a:pt x="1445" y="2019"/>
                    <a:pt x="1490" y="2031"/>
                    <a:pt x="1534" y="2031"/>
                  </a:cubicBezTo>
                  <a:cubicBezTo>
                    <a:pt x="1556" y="2031"/>
                    <a:pt x="1589" y="2031"/>
                    <a:pt x="1611" y="2008"/>
                  </a:cubicBezTo>
                  <a:cubicBezTo>
                    <a:pt x="1667" y="1964"/>
                    <a:pt x="1678" y="1886"/>
                    <a:pt x="1645" y="1819"/>
                  </a:cubicBezTo>
                  <a:cubicBezTo>
                    <a:pt x="1211" y="1209"/>
                    <a:pt x="745" y="609"/>
                    <a:pt x="256" y="53"/>
                  </a:cubicBezTo>
                  <a:cubicBezTo>
                    <a:pt x="232" y="17"/>
                    <a:pt x="194" y="0"/>
                    <a:pt x="155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5"/>
            <p:cNvSpPr/>
            <p:nvPr/>
          </p:nvSpPr>
          <p:spPr>
            <a:xfrm>
              <a:off x="8727965" y="3869921"/>
              <a:ext cx="342544" cy="364917"/>
            </a:xfrm>
            <a:custGeom>
              <a:avLst/>
              <a:gdLst/>
              <a:ahLst/>
              <a:cxnLst/>
              <a:rect l="l" t="t" r="r" b="b"/>
              <a:pathLst>
                <a:path w="2511" h="2675" extrusionOk="0">
                  <a:moveTo>
                    <a:pt x="154" y="0"/>
                  </a:moveTo>
                  <a:cubicBezTo>
                    <a:pt x="120" y="0"/>
                    <a:pt x="84" y="14"/>
                    <a:pt x="56" y="41"/>
                  </a:cubicBezTo>
                  <a:cubicBezTo>
                    <a:pt x="0" y="86"/>
                    <a:pt x="0" y="175"/>
                    <a:pt x="56" y="231"/>
                  </a:cubicBezTo>
                  <a:lnTo>
                    <a:pt x="2266" y="2630"/>
                  </a:lnTo>
                  <a:cubicBezTo>
                    <a:pt x="2289" y="2663"/>
                    <a:pt x="2333" y="2675"/>
                    <a:pt x="2367" y="2675"/>
                  </a:cubicBezTo>
                  <a:cubicBezTo>
                    <a:pt x="2400" y="2675"/>
                    <a:pt x="2433" y="2663"/>
                    <a:pt x="2456" y="2641"/>
                  </a:cubicBezTo>
                  <a:cubicBezTo>
                    <a:pt x="2511" y="2586"/>
                    <a:pt x="2511" y="2508"/>
                    <a:pt x="2466" y="2453"/>
                  </a:cubicBezTo>
                  <a:lnTo>
                    <a:pt x="245" y="41"/>
                  </a:lnTo>
                  <a:cubicBezTo>
                    <a:pt x="222" y="14"/>
                    <a:pt x="189" y="0"/>
                    <a:pt x="154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5"/>
            <p:cNvSpPr/>
            <p:nvPr/>
          </p:nvSpPr>
          <p:spPr>
            <a:xfrm>
              <a:off x="7256414" y="1943133"/>
              <a:ext cx="1900569" cy="2744720"/>
            </a:xfrm>
            <a:custGeom>
              <a:avLst/>
              <a:gdLst/>
              <a:ahLst/>
              <a:cxnLst/>
              <a:rect l="l" t="t" r="r" b="b"/>
              <a:pathLst>
                <a:path w="13932" h="20120" extrusionOk="0">
                  <a:moveTo>
                    <a:pt x="7734" y="1"/>
                  </a:moveTo>
                  <a:cubicBezTo>
                    <a:pt x="7545" y="1"/>
                    <a:pt x="7357" y="33"/>
                    <a:pt x="7177" y="102"/>
                  </a:cubicBezTo>
                  <a:cubicBezTo>
                    <a:pt x="6410" y="390"/>
                    <a:pt x="5988" y="1213"/>
                    <a:pt x="5810" y="2012"/>
                  </a:cubicBezTo>
                  <a:cubicBezTo>
                    <a:pt x="5333" y="4190"/>
                    <a:pt x="6133" y="6411"/>
                    <a:pt x="6377" y="8623"/>
                  </a:cubicBezTo>
                  <a:cubicBezTo>
                    <a:pt x="6433" y="9144"/>
                    <a:pt x="6333" y="9845"/>
                    <a:pt x="5822" y="9933"/>
                  </a:cubicBezTo>
                  <a:cubicBezTo>
                    <a:pt x="5793" y="9938"/>
                    <a:pt x="5764" y="9940"/>
                    <a:pt x="5736" y="9940"/>
                  </a:cubicBezTo>
                  <a:cubicBezTo>
                    <a:pt x="5406" y="9940"/>
                    <a:pt x="5122" y="9659"/>
                    <a:pt x="4867" y="9445"/>
                  </a:cubicBezTo>
                  <a:cubicBezTo>
                    <a:pt x="4210" y="8883"/>
                    <a:pt x="3361" y="8564"/>
                    <a:pt x="2504" y="8564"/>
                  </a:cubicBezTo>
                  <a:cubicBezTo>
                    <a:pt x="2462" y="8564"/>
                    <a:pt x="2420" y="8565"/>
                    <a:pt x="2378" y="8567"/>
                  </a:cubicBezTo>
                  <a:cubicBezTo>
                    <a:pt x="2223" y="8578"/>
                    <a:pt x="2056" y="8589"/>
                    <a:pt x="1934" y="8678"/>
                  </a:cubicBezTo>
                  <a:cubicBezTo>
                    <a:pt x="1633" y="8867"/>
                    <a:pt x="1645" y="9311"/>
                    <a:pt x="1745" y="9645"/>
                  </a:cubicBezTo>
                  <a:cubicBezTo>
                    <a:pt x="2233" y="11188"/>
                    <a:pt x="3978" y="12144"/>
                    <a:pt x="4322" y="13733"/>
                  </a:cubicBezTo>
                  <a:cubicBezTo>
                    <a:pt x="4366" y="13943"/>
                    <a:pt x="4378" y="14188"/>
                    <a:pt x="4245" y="14355"/>
                  </a:cubicBezTo>
                  <a:cubicBezTo>
                    <a:pt x="4144" y="14476"/>
                    <a:pt x="3978" y="14532"/>
                    <a:pt x="3822" y="14555"/>
                  </a:cubicBezTo>
                  <a:cubicBezTo>
                    <a:pt x="3736" y="14568"/>
                    <a:pt x="3651" y="14574"/>
                    <a:pt x="3565" y="14574"/>
                  </a:cubicBezTo>
                  <a:cubicBezTo>
                    <a:pt x="3012" y="14574"/>
                    <a:pt x="2471" y="14322"/>
                    <a:pt x="1922" y="14188"/>
                  </a:cubicBezTo>
                  <a:cubicBezTo>
                    <a:pt x="1753" y="14149"/>
                    <a:pt x="1570" y="14127"/>
                    <a:pt x="1389" y="14127"/>
                  </a:cubicBezTo>
                  <a:cubicBezTo>
                    <a:pt x="894" y="14127"/>
                    <a:pt x="407" y="14290"/>
                    <a:pt x="212" y="14721"/>
                  </a:cubicBezTo>
                  <a:cubicBezTo>
                    <a:pt x="1" y="15165"/>
                    <a:pt x="201" y="15688"/>
                    <a:pt x="456" y="16110"/>
                  </a:cubicBezTo>
                  <a:cubicBezTo>
                    <a:pt x="1234" y="17387"/>
                    <a:pt x="2512" y="18309"/>
                    <a:pt x="3877" y="18920"/>
                  </a:cubicBezTo>
                  <a:cubicBezTo>
                    <a:pt x="5111" y="19465"/>
                    <a:pt x="6777" y="20109"/>
                    <a:pt x="8143" y="20120"/>
                  </a:cubicBezTo>
                  <a:cubicBezTo>
                    <a:pt x="8150" y="20120"/>
                    <a:pt x="8156" y="20120"/>
                    <a:pt x="8162" y="20120"/>
                  </a:cubicBezTo>
                  <a:cubicBezTo>
                    <a:pt x="9442" y="20120"/>
                    <a:pt x="10481" y="18972"/>
                    <a:pt x="11399" y="18209"/>
                  </a:cubicBezTo>
                  <a:cubicBezTo>
                    <a:pt x="12409" y="17376"/>
                    <a:pt x="13475" y="16288"/>
                    <a:pt x="13342" y="14987"/>
                  </a:cubicBezTo>
                  <a:cubicBezTo>
                    <a:pt x="13320" y="14799"/>
                    <a:pt x="13265" y="14599"/>
                    <a:pt x="13109" y="14476"/>
                  </a:cubicBezTo>
                  <a:cubicBezTo>
                    <a:pt x="13006" y="14395"/>
                    <a:pt x="12883" y="14372"/>
                    <a:pt x="12752" y="14372"/>
                  </a:cubicBezTo>
                  <a:cubicBezTo>
                    <a:pt x="12575" y="14372"/>
                    <a:pt x="12382" y="14414"/>
                    <a:pt x="12203" y="14414"/>
                  </a:cubicBezTo>
                  <a:cubicBezTo>
                    <a:pt x="12171" y="14414"/>
                    <a:pt x="12140" y="14413"/>
                    <a:pt x="12110" y="14410"/>
                  </a:cubicBezTo>
                  <a:cubicBezTo>
                    <a:pt x="11387" y="14343"/>
                    <a:pt x="11132" y="13343"/>
                    <a:pt x="11454" y="12688"/>
                  </a:cubicBezTo>
                  <a:cubicBezTo>
                    <a:pt x="11765" y="12044"/>
                    <a:pt x="12398" y="11622"/>
                    <a:pt x="12865" y="11077"/>
                  </a:cubicBezTo>
                  <a:cubicBezTo>
                    <a:pt x="13287" y="10600"/>
                    <a:pt x="13576" y="10033"/>
                    <a:pt x="13731" y="9422"/>
                  </a:cubicBezTo>
                  <a:cubicBezTo>
                    <a:pt x="13931" y="8623"/>
                    <a:pt x="13665" y="7534"/>
                    <a:pt x="12843" y="7445"/>
                  </a:cubicBezTo>
                  <a:cubicBezTo>
                    <a:pt x="12808" y="7441"/>
                    <a:pt x="12774" y="7439"/>
                    <a:pt x="12740" y="7439"/>
                  </a:cubicBezTo>
                  <a:cubicBezTo>
                    <a:pt x="12199" y="7439"/>
                    <a:pt x="11761" y="7924"/>
                    <a:pt x="11343" y="8300"/>
                  </a:cubicBezTo>
                  <a:cubicBezTo>
                    <a:pt x="11054" y="8567"/>
                    <a:pt x="10637" y="8794"/>
                    <a:pt x="10262" y="8794"/>
                  </a:cubicBezTo>
                  <a:cubicBezTo>
                    <a:pt x="10075" y="8794"/>
                    <a:pt x="9899" y="8737"/>
                    <a:pt x="9754" y="8600"/>
                  </a:cubicBezTo>
                  <a:cubicBezTo>
                    <a:pt x="9387" y="8245"/>
                    <a:pt x="9543" y="7633"/>
                    <a:pt x="9688" y="7145"/>
                  </a:cubicBezTo>
                  <a:cubicBezTo>
                    <a:pt x="10054" y="5945"/>
                    <a:pt x="10210" y="4678"/>
                    <a:pt x="10165" y="3424"/>
                  </a:cubicBezTo>
                  <a:cubicBezTo>
                    <a:pt x="10132" y="2557"/>
                    <a:pt x="9977" y="1646"/>
                    <a:pt x="9466" y="935"/>
                  </a:cubicBezTo>
                  <a:cubicBezTo>
                    <a:pt x="9068" y="391"/>
                    <a:pt x="8395" y="1"/>
                    <a:pt x="7734" y="1"/>
                  </a:cubicBez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5"/>
            <p:cNvSpPr/>
            <p:nvPr/>
          </p:nvSpPr>
          <p:spPr>
            <a:xfrm>
              <a:off x="8305203" y="2676797"/>
              <a:ext cx="24282" cy="2068635"/>
            </a:xfrm>
            <a:custGeom>
              <a:avLst/>
              <a:gdLst/>
              <a:ahLst/>
              <a:cxnLst/>
              <a:rect l="l" t="t" r="r" b="b"/>
              <a:pathLst>
                <a:path w="178" h="15164" extrusionOk="0">
                  <a:moveTo>
                    <a:pt x="89" y="1"/>
                  </a:moveTo>
                  <a:cubicBezTo>
                    <a:pt x="45" y="1"/>
                    <a:pt x="0" y="45"/>
                    <a:pt x="0" y="90"/>
                  </a:cubicBezTo>
                  <a:lnTo>
                    <a:pt x="0" y="15075"/>
                  </a:lnTo>
                  <a:cubicBezTo>
                    <a:pt x="0" y="15131"/>
                    <a:pt x="45" y="15164"/>
                    <a:pt x="89" y="15164"/>
                  </a:cubicBezTo>
                  <a:cubicBezTo>
                    <a:pt x="144" y="15164"/>
                    <a:pt x="178" y="15131"/>
                    <a:pt x="178" y="15075"/>
                  </a:cubicBezTo>
                  <a:lnTo>
                    <a:pt x="178" y="90"/>
                  </a:lnTo>
                  <a:cubicBezTo>
                    <a:pt x="178" y="45"/>
                    <a:pt x="144" y="1"/>
                    <a:pt x="89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5"/>
            <p:cNvSpPr/>
            <p:nvPr/>
          </p:nvSpPr>
          <p:spPr>
            <a:xfrm>
              <a:off x="8574903" y="3305417"/>
              <a:ext cx="281975" cy="268742"/>
            </a:xfrm>
            <a:custGeom>
              <a:avLst/>
              <a:gdLst/>
              <a:ahLst/>
              <a:cxnLst/>
              <a:rect l="l" t="t" r="r" b="b"/>
              <a:pathLst>
                <a:path w="2067" h="1970" extrusionOk="0">
                  <a:moveTo>
                    <a:pt x="1972" y="0"/>
                  </a:moveTo>
                  <a:cubicBezTo>
                    <a:pt x="1950" y="0"/>
                    <a:pt x="1928" y="8"/>
                    <a:pt x="1911" y="25"/>
                  </a:cubicBezTo>
                  <a:lnTo>
                    <a:pt x="45" y="1824"/>
                  </a:lnTo>
                  <a:cubicBezTo>
                    <a:pt x="1" y="1858"/>
                    <a:pt x="1" y="1913"/>
                    <a:pt x="33" y="1947"/>
                  </a:cubicBezTo>
                  <a:cubicBezTo>
                    <a:pt x="56" y="1969"/>
                    <a:pt x="78" y="1969"/>
                    <a:pt x="100" y="1969"/>
                  </a:cubicBezTo>
                  <a:cubicBezTo>
                    <a:pt x="122" y="1969"/>
                    <a:pt x="145" y="1969"/>
                    <a:pt x="167" y="1947"/>
                  </a:cubicBezTo>
                  <a:lnTo>
                    <a:pt x="2033" y="147"/>
                  </a:lnTo>
                  <a:cubicBezTo>
                    <a:pt x="2067" y="114"/>
                    <a:pt x="2067" y="59"/>
                    <a:pt x="2033" y="25"/>
                  </a:cubicBezTo>
                  <a:cubicBezTo>
                    <a:pt x="2017" y="8"/>
                    <a:pt x="1994" y="0"/>
                    <a:pt x="1972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5"/>
            <p:cNvSpPr/>
            <p:nvPr/>
          </p:nvSpPr>
          <p:spPr>
            <a:xfrm>
              <a:off x="8329349" y="3650831"/>
              <a:ext cx="153197" cy="159745"/>
            </a:xfrm>
            <a:custGeom>
              <a:avLst/>
              <a:gdLst/>
              <a:ahLst/>
              <a:cxnLst/>
              <a:rect l="l" t="t" r="r" b="b"/>
              <a:pathLst>
                <a:path w="1123" h="1171" extrusionOk="0">
                  <a:moveTo>
                    <a:pt x="1019" y="1"/>
                  </a:moveTo>
                  <a:cubicBezTo>
                    <a:pt x="995" y="1"/>
                    <a:pt x="973" y="9"/>
                    <a:pt x="956" y="26"/>
                  </a:cubicBezTo>
                  <a:lnTo>
                    <a:pt x="34" y="1015"/>
                  </a:lnTo>
                  <a:cubicBezTo>
                    <a:pt x="1" y="1059"/>
                    <a:pt x="1" y="1114"/>
                    <a:pt x="45" y="1148"/>
                  </a:cubicBezTo>
                  <a:cubicBezTo>
                    <a:pt x="56" y="1159"/>
                    <a:pt x="78" y="1170"/>
                    <a:pt x="101" y="1170"/>
                  </a:cubicBezTo>
                  <a:cubicBezTo>
                    <a:pt x="123" y="1170"/>
                    <a:pt x="145" y="1159"/>
                    <a:pt x="167" y="1136"/>
                  </a:cubicBezTo>
                  <a:lnTo>
                    <a:pt x="1090" y="148"/>
                  </a:lnTo>
                  <a:cubicBezTo>
                    <a:pt x="1123" y="114"/>
                    <a:pt x="1123" y="59"/>
                    <a:pt x="1090" y="26"/>
                  </a:cubicBezTo>
                  <a:cubicBezTo>
                    <a:pt x="1067" y="9"/>
                    <a:pt x="1042" y="1"/>
                    <a:pt x="1019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5"/>
            <p:cNvSpPr/>
            <p:nvPr/>
          </p:nvSpPr>
          <p:spPr>
            <a:xfrm>
              <a:off x="8329349" y="4015208"/>
              <a:ext cx="485101" cy="431761"/>
            </a:xfrm>
            <a:custGeom>
              <a:avLst/>
              <a:gdLst/>
              <a:ahLst/>
              <a:cxnLst/>
              <a:rect l="l" t="t" r="r" b="b"/>
              <a:pathLst>
                <a:path w="3556" h="3165" extrusionOk="0">
                  <a:moveTo>
                    <a:pt x="3448" y="1"/>
                  </a:moveTo>
                  <a:cubicBezTo>
                    <a:pt x="3428" y="1"/>
                    <a:pt x="3407" y="7"/>
                    <a:pt x="3389" y="21"/>
                  </a:cubicBezTo>
                  <a:cubicBezTo>
                    <a:pt x="2267" y="998"/>
                    <a:pt x="1134" y="2010"/>
                    <a:pt x="45" y="3009"/>
                  </a:cubicBezTo>
                  <a:cubicBezTo>
                    <a:pt x="1" y="3042"/>
                    <a:pt x="1" y="3109"/>
                    <a:pt x="34" y="3143"/>
                  </a:cubicBezTo>
                  <a:cubicBezTo>
                    <a:pt x="56" y="3165"/>
                    <a:pt x="78" y="3165"/>
                    <a:pt x="101" y="3165"/>
                  </a:cubicBezTo>
                  <a:cubicBezTo>
                    <a:pt x="123" y="3165"/>
                    <a:pt x="145" y="3165"/>
                    <a:pt x="167" y="3143"/>
                  </a:cubicBezTo>
                  <a:cubicBezTo>
                    <a:pt x="1256" y="2143"/>
                    <a:pt x="2389" y="1132"/>
                    <a:pt x="3511" y="166"/>
                  </a:cubicBezTo>
                  <a:cubicBezTo>
                    <a:pt x="3544" y="132"/>
                    <a:pt x="3556" y="77"/>
                    <a:pt x="3522" y="32"/>
                  </a:cubicBezTo>
                  <a:cubicBezTo>
                    <a:pt x="3503" y="13"/>
                    <a:pt x="3476" y="1"/>
                    <a:pt x="3448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5"/>
            <p:cNvSpPr/>
            <p:nvPr/>
          </p:nvSpPr>
          <p:spPr>
            <a:xfrm>
              <a:off x="7852019" y="3526553"/>
              <a:ext cx="466821" cy="596144"/>
            </a:xfrm>
            <a:custGeom>
              <a:avLst/>
              <a:gdLst/>
              <a:ahLst/>
              <a:cxnLst/>
              <a:rect l="l" t="t" r="r" b="b"/>
              <a:pathLst>
                <a:path w="3422" h="4370" extrusionOk="0">
                  <a:moveTo>
                    <a:pt x="103" y="0"/>
                  </a:moveTo>
                  <a:cubicBezTo>
                    <a:pt x="83" y="0"/>
                    <a:pt x="63" y="6"/>
                    <a:pt x="45" y="15"/>
                  </a:cubicBezTo>
                  <a:cubicBezTo>
                    <a:pt x="12" y="48"/>
                    <a:pt x="0" y="104"/>
                    <a:pt x="34" y="148"/>
                  </a:cubicBezTo>
                  <a:cubicBezTo>
                    <a:pt x="1111" y="1526"/>
                    <a:pt x="2200" y="2925"/>
                    <a:pt x="3244" y="4336"/>
                  </a:cubicBezTo>
                  <a:cubicBezTo>
                    <a:pt x="3266" y="4358"/>
                    <a:pt x="3288" y="4370"/>
                    <a:pt x="3311" y="4370"/>
                  </a:cubicBezTo>
                  <a:cubicBezTo>
                    <a:pt x="3333" y="4370"/>
                    <a:pt x="3355" y="4358"/>
                    <a:pt x="3367" y="4347"/>
                  </a:cubicBezTo>
                  <a:cubicBezTo>
                    <a:pt x="3411" y="4325"/>
                    <a:pt x="3422" y="4269"/>
                    <a:pt x="3389" y="4225"/>
                  </a:cubicBezTo>
                  <a:cubicBezTo>
                    <a:pt x="2333" y="2825"/>
                    <a:pt x="1256" y="1415"/>
                    <a:pt x="167" y="37"/>
                  </a:cubicBezTo>
                  <a:cubicBezTo>
                    <a:pt x="154" y="11"/>
                    <a:pt x="130" y="0"/>
                    <a:pt x="103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5"/>
            <p:cNvSpPr/>
            <p:nvPr/>
          </p:nvSpPr>
          <p:spPr>
            <a:xfrm>
              <a:off x="7835376" y="1350800"/>
              <a:ext cx="1570165" cy="2824252"/>
            </a:xfrm>
            <a:custGeom>
              <a:avLst/>
              <a:gdLst/>
              <a:ahLst/>
              <a:cxnLst/>
              <a:rect l="l" t="t" r="r" b="b"/>
              <a:pathLst>
                <a:path w="11510" h="20703" extrusionOk="0">
                  <a:moveTo>
                    <a:pt x="6288" y="0"/>
                  </a:moveTo>
                  <a:cubicBezTo>
                    <a:pt x="1733" y="4199"/>
                    <a:pt x="1" y="11042"/>
                    <a:pt x="2055" y="16808"/>
                  </a:cubicBezTo>
                  <a:cubicBezTo>
                    <a:pt x="2411" y="17808"/>
                    <a:pt x="2889" y="18796"/>
                    <a:pt x="3655" y="19563"/>
                  </a:cubicBezTo>
                  <a:cubicBezTo>
                    <a:pt x="4467" y="20362"/>
                    <a:pt x="5285" y="20703"/>
                    <a:pt x="6060" y="20703"/>
                  </a:cubicBezTo>
                  <a:cubicBezTo>
                    <a:pt x="7299" y="20703"/>
                    <a:pt x="8425" y="19832"/>
                    <a:pt x="9231" y="18574"/>
                  </a:cubicBezTo>
                  <a:cubicBezTo>
                    <a:pt x="10898" y="15975"/>
                    <a:pt x="11509" y="13009"/>
                    <a:pt x="11009" y="9976"/>
                  </a:cubicBezTo>
                  <a:cubicBezTo>
                    <a:pt x="10398" y="6332"/>
                    <a:pt x="8454" y="3033"/>
                    <a:pt x="6288" y="0"/>
                  </a:cubicBezTo>
                  <a:close/>
                </a:path>
              </a:pathLst>
            </a:custGeom>
            <a:solidFill>
              <a:srgbClr val="A2B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5"/>
            <p:cNvSpPr/>
            <p:nvPr/>
          </p:nvSpPr>
          <p:spPr>
            <a:xfrm>
              <a:off x="8668896" y="1702353"/>
              <a:ext cx="48565" cy="3058208"/>
            </a:xfrm>
            <a:custGeom>
              <a:avLst/>
              <a:gdLst/>
              <a:ahLst/>
              <a:cxnLst/>
              <a:rect l="l" t="t" r="r" b="b"/>
              <a:pathLst>
                <a:path w="356" h="22418" extrusionOk="0">
                  <a:moveTo>
                    <a:pt x="178" y="0"/>
                  </a:moveTo>
                  <a:cubicBezTo>
                    <a:pt x="78" y="0"/>
                    <a:pt x="0" y="79"/>
                    <a:pt x="0" y="178"/>
                  </a:cubicBezTo>
                  <a:lnTo>
                    <a:pt x="0" y="22240"/>
                  </a:lnTo>
                  <a:cubicBezTo>
                    <a:pt x="0" y="22341"/>
                    <a:pt x="78" y="22418"/>
                    <a:pt x="178" y="22418"/>
                  </a:cubicBezTo>
                  <a:cubicBezTo>
                    <a:pt x="278" y="22418"/>
                    <a:pt x="356" y="22341"/>
                    <a:pt x="356" y="22240"/>
                  </a:cubicBezTo>
                  <a:lnTo>
                    <a:pt x="356" y="178"/>
                  </a:lnTo>
                  <a:cubicBezTo>
                    <a:pt x="356" y="79"/>
                    <a:pt x="278" y="0"/>
                    <a:pt x="178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5"/>
            <p:cNvSpPr/>
            <p:nvPr/>
          </p:nvSpPr>
          <p:spPr>
            <a:xfrm>
              <a:off x="8662757" y="2060317"/>
              <a:ext cx="369964" cy="619745"/>
            </a:xfrm>
            <a:custGeom>
              <a:avLst/>
              <a:gdLst/>
              <a:ahLst/>
              <a:cxnLst/>
              <a:rect l="l" t="t" r="r" b="b"/>
              <a:pathLst>
                <a:path w="2712" h="4543" extrusionOk="0">
                  <a:moveTo>
                    <a:pt x="2518" y="1"/>
                  </a:moveTo>
                  <a:cubicBezTo>
                    <a:pt x="2451" y="1"/>
                    <a:pt x="2387" y="36"/>
                    <a:pt x="2356" y="98"/>
                  </a:cubicBezTo>
                  <a:cubicBezTo>
                    <a:pt x="1611" y="1487"/>
                    <a:pt x="834" y="2898"/>
                    <a:pt x="56" y="4275"/>
                  </a:cubicBezTo>
                  <a:cubicBezTo>
                    <a:pt x="1" y="4364"/>
                    <a:pt x="34" y="4475"/>
                    <a:pt x="123" y="4520"/>
                  </a:cubicBezTo>
                  <a:cubicBezTo>
                    <a:pt x="145" y="4530"/>
                    <a:pt x="179" y="4542"/>
                    <a:pt x="212" y="4542"/>
                  </a:cubicBezTo>
                  <a:cubicBezTo>
                    <a:pt x="268" y="4542"/>
                    <a:pt x="334" y="4508"/>
                    <a:pt x="367" y="4453"/>
                  </a:cubicBezTo>
                  <a:cubicBezTo>
                    <a:pt x="1145" y="3064"/>
                    <a:pt x="1922" y="1664"/>
                    <a:pt x="2667" y="265"/>
                  </a:cubicBezTo>
                  <a:cubicBezTo>
                    <a:pt x="2711" y="176"/>
                    <a:pt x="2678" y="65"/>
                    <a:pt x="2600" y="20"/>
                  </a:cubicBezTo>
                  <a:cubicBezTo>
                    <a:pt x="2574" y="7"/>
                    <a:pt x="2546" y="1"/>
                    <a:pt x="2518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5"/>
            <p:cNvSpPr/>
            <p:nvPr/>
          </p:nvSpPr>
          <p:spPr>
            <a:xfrm>
              <a:off x="8162781" y="2489220"/>
              <a:ext cx="539531" cy="651530"/>
            </a:xfrm>
            <a:custGeom>
              <a:avLst/>
              <a:gdLst/>
              <a:ahLst/>
              <a:cxnLst/>
              <a:rect l="l" t="t" r="r" b="b"/>
              <a:pathLst>
                <a:path w="3955" h="4776" extrusionOk="0">
                  <a:moveTo>
                    <a:pt x="205" y="1"/>
                  </a:moveTo>
                  <a:cubicBezTo>
                    <a:pt x="170" y="1"/>
                    <a:pt x="133" y="10"/>
                    <a:pt x="100" y="31"/>
                  </a:cubicBezTo>
                  <a:cubicBezTo>
                    <a:pt x="22" y="87"/>
                    <a:pt x="0" y="198"/>
                    <a:pt x="55" y="276"/>
                  </a:cubicBezTo>
                  <a:cubicBezTo>
                    <a:pt x="1133" y="1842"/>
                    <a:pt x="2333" y="3342"/>
                    <a:pt x="3632" y="4719"/>
                  </a:cubicBezTo>
                  <a:cubicBezTo>
                    <a:pt x="3666" y="4753"/>
                    <a:pt x="3710" y="4775"/>
                    <a:pt x="3765" y="4775"/>
                  </a:cubicBezTo>
                  <a:cubicBezTo>
                    <a:pt x="3810" y="4775"/>
                    <a:pt x="3854" y="4764"/>
                    <a:pt x="3888" y="4731"/>
                  </a:cubicBezTo>
                  <a:cubicBezTo>
                    <a:pt x="3955" y="4664"/>
                    <a:pt x="3955" y="4541"/>
                    <a:pt x="3888" y="4475"/>
                  </a:cubicBezTo>
                  <a:cubicBezTo>
                    <a:pt x="2599" y="3109"/>
                    <a:pt x="1410" y="1631"/>
                    <a:pt x="355" y="76"/>
                  </a:cubicBezTo>
                  <a:cubicBezTo>
                    <a:pt x="321" y="27"/>
                    <a:pt x="264" y="1"/>
                    <a:pt x="205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9" name="Google Shape;479;p25"/>
          <p:cNvSpPr/>
          <p:nvPr/>
        </p:nvSpPr>
        <p:spPr>
          <a:xfrm>
            <a:off x="0" y="4698600"/>
            <a:ext cx="9144000" cy="444900"/>
          </a:xfrm>
          <a:prstGeom prst="rect">
            <a:avLst/>
          </a:prstGeom>
          <a:gradFill>
            <a:gsLst>
              <a:gs pos="0">
                <a:srgbClr val="B0BEE8"/>
              </a:gs>
              <a:gs pos="100000">
                <a:srgbClr val="E5D8E8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0" name="Google Shape;480;p25"/>
          <p:cNvGrpSpPr/>
          <p:nvPr/>
        </p:nvGrpSpPr>
        <p:grpSpPr>
          <a:xfrm flipH="1">
            <a:off x="-1385748" y="1389407"/>
            <a:ext cx="2688530" cy="3410596"/>
            <a:chOff x="-705675" y="1389407"/>
            <a:chExt cx="2688530" cy="3410596"/>
          </a:xfrm>
        </p:grpSpPr>
        <p:sp>
          <p:nvSpPr>
            <p:cNvPr id="481" name="Google Shape;481;p25"/>
            <p:cNvSpPr/>
            <p:nvPr/>
          </p:nvSpPr>
          <p:spPr>
            <a:xfrm>
              <a:off x="-705675" y="1389407"/>
              <a:ext cx="2129204" cy="3075805"/>
            </a:xfrm>
            <a:custGeom>
              <a:avLst/>
              <a:gdLst/>
              <a:ahLst/>
              <a:cxnLst/>
              <a:rect l="l" t="t" r="r" b="b"/>
              <a:pathLst>
                <a:path w="15608" h="22547" extrusionOk="0">
                  <a:moveTo>
                    <a:pt x="8674" y="1"/>
                  </a:moveTo>
                  <a:cubicBezTo>
                    <a:pt x="8460" y="1"/>
                    <a:pt x="8247" y="37"/>
                    <a:pt x="8043" y="117"/>
                  </a:cubicBezTo>
                  <a:cubicBezTo>
                    <a:pt x="7187" y="440"/>
                    <a:pt x="6710" y="1361"/>
                    <a:pt x="6510" y="2261"/>
                  </a:cubicBezTo>
                  <a:cubicBezTo>
                    <a:pt x="5977" y="4694"/>
                    <a:pt x="6876" y="7182"/>
                    <a:pt x="7154" y="9660"/>
                  </a:cubicBezTo>
                  <a:cubicBezTo>
                    <a:pt x="7209" y="10248"/>
                    <a:pt x="7098" y="11037"/>
                    <a:pt x="6521" y="11126"/>
                  </a:cubicBezTo>
                  <a:cubicBezTo>
                    <a:pt x="6486" y="11132"/>
                    <a:pt x="6451" y="11135"/>
                    <a:pt x="6417" y="11135"/>
                  </a:cubicBezTo>
                  <a:cubicBezTo>
                    <a:pt x="6051" y="11135"/>
                    <a:pt x="5739" y="10825"/>
                    <a:pt x="5454" y="10582"/>
                  </a:cubicBezTo>
                  <a:cubicBezTo>
                    <a:pt x="4721" y="9954"/>
                    <a:pt x="3753" y="9602"/>
                    <a:pt x="2784" y="9602"/>
                  </a:cubicBezTo>
                  <a:cubicBezTo>
                    <a:pt x="2741" y="9602"/>
                    <a:pt x="2698" y="9603"/>
                    <a:pt x="2655" y="9604"/>
                  </a:cubicBezTo>
                  <a:cubicBezTo>
                    <a:pt x="2489" y="9604"/>
                    <a:pt x="2299" y="9626"/>
                    <a:pt x="2155" y="9727"/>
                  </a:cubicBezTo>
                  <a:cubicBezTo>
                    <a:pt x="1833" y="9949"/>
                    <a:pt x="1844" y="10426"/>
                    <a:pt x="1955" y="10804"/>
                  </a:cubicBezTo>
                  <a:cubicBezTo>
                    <a:pt x="2511" y="12548"/>
                    <a:pt x="4466" y="13603"/>
                    <a:pt x="4844" y="15392"/>
                  </a:cubicBezTo>
                  <a:cubicBezTo>
                    <a:pt x="4899" y="15625"/>
                    <a:pt x="4910" y="15903"/>
                    <a:pt x="4755" y="16092"/>
                  </a:cubicBezTo>
                  <a:cubicBezTo>
                    <a:pt x="4644" y="16225"/>
                    <a:pt x="4454" y="16281"/>
                    <a:pt x="4288" y="16314"/>
                  </a:cubicBezTo>
                  <a:cubicBezTo>
                    <a:pt x="4191" y="16329"/>
                    <a:pt x="4094" y="16335"/>
                    <a:pt x="3998" y="16335"/>
                  </a:cubicBezTo>
                  <a:cubicBezTo>
                    <a:pt x="3377" y="16335"/>
                    <a:pt x="2771" y="16057"/>
                    <a:pt x="2155" y="15903"/>
                  </a:cubicBezTo>
                  <a:cubicBezTo>
                    <a:pt x="1962" y="15858"/>
                    <a:pt x="1754" y="15832"/>
                    <a:pt x="1548" y="15832"/>
                  </a:cubicBezTo>
                  <a:cubicBezTo>
                    <a:pt x="997" y="15832"/>
                    <a:pt x="459" y="16015"/>
                    <a:pt x="233" y="16491"/>
                  </a:cubicBezTo>
                  <a:cubicBezTo>
                    <a:pt x="0" y="16992"/>
                    <a:pt x="222" y="17580"/>
                    <a:pt x="500" y="18047"/>
                  </a:cubicBezTo>
                  <a:cubicBezTo>
                    <a:pt x="1378" y="19491"/>
                    <a:pt x="2810" y="20524"/>
                    <a:pt x="4355" y="21213"/>
                  </a:cubicBezTo>
                  <a:cubicBezTo>
                    <a:pt x="5732" y="21813"/>
                    <a:pt x="7599" y="22535"/>
                    <a:pt x="9132" y="22546"/>
                  </a:cubicBezTo>
                  <a:cubicBezTo>
                    <a:pt x="9138" y="22546"/>
                    <a:pt x="9144" y="22546"/>
                    <a:pt x="9149" y="22546"/>
                  </a:cubicBezTo>
                  <a:cubicBezTo>
                    <a:pt x="10585" y="22546"/>
                    <a:pt x="11746" y="21265"/>
                    <a:pt x="12775" y="20413"/>
                  </a:cubicBezTo>
                  <a:cubicBezTo>
                    <a:pt x="13908" y="19480"/>
                    <a:pt x="15097" y="18258"/>
                    <a:pt x="14953" y="16803"/>
                  </a:cubicBezTo>
                  <a:cubicBezTo>
                    <a:pt x="14930" y="16580"/>
                    <a:pt x="14864" y="16358"/>
                    <a:pt x="14697" y="16225"/>
                  </a:cubicBezTo>
                  <a:cubicBezTo>
                    <a:pt x="14578" y="16136"/>
                    <a:pt x="14442" y="16110"/>
                    <a:pt x="14298" y="16110"/>
                  </a:cubicBezTo>
                  <a:cubicBezTo>
                    <a:pt x="14094" y="16110"/>
                    <a:pt x="13872" y="16162"/>
                    <a:pt x="13660" y="16162"/>
                  </a:cubicBezTo>
                  <a:cubicBezTo>
                    <a:pt x="13628" y="16162"/>
                    <a:pt x="13595" y="16161"/>
                    <a:pt x="13564" y="16158"/>
                  </a:cubicBezTo>
                  <a:cubicBezTo>
                    <a:pt x="12764" y="16069"/>
                    <a:pt x="12486" y="14958"/>
                    <a:pt x="12830" y="14225"/>
                  </a:cubicBezTo>
                  <a:cubicBezTo>
                    <a:pt x="13175" y="13492"/>
                    <a:pt x="13886" y="13026"/>
                    <a:pt x="14419" y="12415"/>
                  </a:cubicBezTo>
                  <a:cubicBezTo>
                    <a:pt x="14886" y="11882"/>
                    <a:pt x="15219" y="11248"/>
                    <a:pt x="15385" y="10559"/>
                  </a:cubicBezTo>
                  <a:cubicBezTo>
                    <a:pt x="15608" y="9671"/>
                    <a:pt x="15308" y="8449"/>
                    <a:pt x="14397" y="8349"/>
                  </a:cubicBezTo>
                  <a:cubicBezTo>
                    <a:pt x="14356" y="8344"/>
                    <a:pt x="14315" y="8342"/>
                    <a:pt x="14275" y="8342"/>
                  </a:cubicBezTo>
                  <a:cubicBezTo>
                    <a:pt x="13666" y="8342"/>
                    <a:pt x="13177" y="8877"/>
                    <a:pt x="12709" y="9304"/>
                  </a:cubicBezTo>
                  <a:cubicBezTo>
                    <a:pt x="12383" y="9601"/>
                    <a:pt x="11914" y="9857"/>
                    <a:pt x="11496" y="9857"/>
                  </a:cubicBezTo>
                  <a:cubicBezTo>
                    <a:pt x="11287" y="9857"/>
                    <a:pt x="11090" y="9793"/>
                    <a:pt x="10931" y="9638"/>
                  </a:cubicBezTo>
                  <a:cubicBezTo>
                    <a:pt x="10520" y="9238"/>
                    <a:pt x="10698" y="8560"/>
                    <a:pt x="10865" y="8004"/>
                  </a:cubicBezTo>
                  <a:cubicBezTo>
                    <a:pt x="11265" y="6661"/>
                    <a:pt x="11442" y="5249"/>
                    <a:pt x="11386" y="3839"/>
                  </a:cubicBezTo>
                  <a:cubicBezTo>
                    <a:pt x="11353" y="2861"/>
                    <a:pt x="11186" y="1850"/>
                    <a:pt x="10609" y="1050"/>
                  </a:cubicBezTo>
                  <a:cubicBezTo>
                    <a:pt x="10161" y="439"/>
                    <a:pt x="9412" y="1"/>
                    <a:pt x="8674" y="1"/>
                  </a:cubicBezTo>
                  <a:close/>
                </a:path>
              </a:pathLst>
            </a:custGeom>
            <a:solidFill>
              <a:srgbClr val="A2B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5"/>
            <p:cNvSpPr/>
            <p:nvPr/>
          </p:nvSpPr>
          <p:spPr>
            <a:xfrm>
              <a:off x="464254" y="1791844"/>
              <a:ext cx="19781" cy="3000639"/>
            </a:xfrm>
            <a:custGeom>
              <a:avLst/>
              <a:gdLst/>
              <a:ahLst/>
              <a:cxnLst/>
              <a:rect l="l" t="t" r="r" b="b"/>
              <a:pathLst>
                <a:path w="145" h="21996" extrusionOk="0">
                  <a:moveTo>
                    <a:pt x="78" y="0"/>
                  </a:moveTo>
                  <a:cubicBezTo>
                    <a:pt x="33" y="0"/>
                    <a:pt x="0" y="33"/>
                    <a:pt x="0" y="67"/>
                  </a:cubicBezTo>
                  <a:lnTo>
                    <a:pt x="0" y="21929"/>
                  </a:lnTo>
                  <a:cubicBezTo>
                    <a:pt x="0" y="21974"/>
                    <a:pt x="33" y="21996"/>
                    <a:pt x="78" y="21996"/>
                  </a:cubicBezTo>
                  <a:cubicBezTo>
                    <a:pt x="111" y="21996"/>
                    <a:pt x="144" y="21974"/>
                    <a:pt x="144" y="21929"/>
                  </a:cubicBezTo>
                  <a:lnTo>
                    <a:pt x="144" y="67"/>
                  </a:lnTo>
                  <a:cubicBezTo>
                    <a:pt x="144" y="33"/>
                    <a:pt x="111" y="0"/>
                    <a:pt x="78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5"/>
            <p:cNvSpPr/>
            <p:nvPr/>
          </p:nvSpPr>
          <p:spPr>
            <a:xfrm>
              <a:off x="483898" y="2675978"/>
              <a:ext cx="800225" cy="817686"/>
            </a:xfrm>
            <a:custGeom>
              <a:avLst/>
              <a:gdLst/>
              <a:ahLst/>
              <a:cxnLst/>
              <a:rect l="l" t="t" r="r" b="b"/>
              <a:pathLst>
                <a:path w="5866" h="5994" extrusionOk="0">
                  <a:moveTo>
                    <a:pt x="5787" y="1"/>
                  </a:moveTo>
                  <a:cubicBezTo>
                    <a:pt x="5769" y="1"/>
                    <a:pt x="5749" y="6"/>
                    <a:pt x="5732" y="17"/>
                  </a:cubicBezTo>
                  <a:cubicBezTo>
                    <a:pt x="3799" y="1918"/>
                    <a:pt x="1878" y="3895"/>
                    <a:pt x="34" y="5883"/>
                  </a:cubicBezTo>
                  <a:cubicBezTo>
                    <a:pt x="0" y="5905"/>
                    <a:pt x="0" y="5950"/>
                    <a:pt x="34" y="5972"/>
                  </a:cubicBezTo>
                  <a:cubicBezTo>
                    <a:pt x="45" y="5994"/>
                    <a:pt x="67" y="5994"/>
                    <a:pt x="78" y="5994"/>
                  </a:cubicBezTo>
                  <a:cubicBezTo>
                    <a:pt x="101" y="5994"/>
                    <a:pt x="123" y="5983"/>
                    <a:pt x="133" y="5972"/>
                  </a:cubicBezTo>
                  <a:cubicBezTo>
                    <a:pt x="1978" y="3984"/>
                    <a:pt x="3900" y="2017"/>
                    <a:pt x="5833" y="118"/>
                  </a:cubicBezTo>
                  <a:cubicBezTo>
                    <a:pt x="5866" y="96"/>
                    <a:pt x="5866" y="51"/>
                    <a:pt x="5833" y="17"/>
                  </a:cubicBezTo>
                  <a:cubicBezTo>
                    <a:pt x="5822" y="6"/>
                    <a:pt x="5805" y="1"/>
                    <a:pt x="5787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5"/>
            <p:cNvSpPr/>
            <p:nvPr/>
          </p:nvSpPr>
          <p:spPr>
            <a:xfrm>
              <a:off x="483898" y="3706763"/>
              <a:ext cx="733517" cy="609923"/>
            </a:xfrm>
            <a:custGeom>
              <a:avLst/>
              <a:gdLst/>
              <a:ahLst/>
              <a:cxnLst/>
              <a:rect l="l" t="t" r="r" b="b"/>
              <a:pathLst>
                <a:path w="5377" h="4471" extrusionOk="0">
                  <a:moveTo>
                    <a:pt x="5295" y="0"/>
                  </a:moveTo>
                  <a:cubicBezTo>
                    <a:pt x="5279" y="0"/>
                    <a:pt x="5265" y="6"/>
                    <a:pt x="5255" y="15"/>
                  </a:cubicBezTo>
                  <a:cubicBezTo>
                    <a:pt x="3488" y="1405"/>
                    <a:pt x="1733" y="2871"/>
                    <a:pt x="34" y="4348"/>
                  </a:cubicBezTo>
                  <a:cubicBezTo>
                    <a:pt x="12" y="4370"/>
                    <a:pt x="0" y="4415"/>
                    <a:pt x="34" y="4448"/>
                  </a:cubicBezTo>
                  <a:cubicBezTo>
                    <a:pt x="45" y="4459"/>
                    <a:pt x="67" y="4471"/>
                    <a:pt x="78" y="4471"/>
                  </a:cubicBezTo>
                  <a:cubicBezTo>
                    <a:pt x="101" y="4471"/>
                    <a:pt x="111" y="4459"/>
                    <a:pt x="123" y="4448"/>
                  </a:cubicBezTo>
                  <a:cubicBezTo>
                    <a:pt x="1822" y="2970"/>
                    <a:pt x="3577" y="1516"/>
                    <a:pt x="5344" y="127"/>
                  </a:cubicBezTo>
                  <a:cubicBezTo>
                    <a:pt x="5366" y="94"/>
                    <a:pt x="5377" y="49"/>
                    <a:pt x="5355" y="27"/>
                  </a:cubicBezTo>
                  <a:cubicBezTo>
                    <a:pt x="5336" y="8"/>
                    <a:pt x="5315" y="0"/>
                    <a:pt x="5295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5"/>
            <p:cNvSpPr/>
            <p:nvPr/>
          </p:nvSpPr>
          <p:spPr>
            <a:xfrm>
              <a:off x="-257130" y="2906391"/>
              <a:ext cx="713873" cy="749614"/>
            </a:xfrm>
            <a:custGeom>
              <a:avLst/>
              <a:gdLst/>
              <a:ahLst/>
              <a:cxnLst/>
              <a:rect l="l" t="t" r="r" b="b"/>
              <a:pathLst>
                <a:path w="5233" h="5495" extrusionOk="0">
                  <a:moveTo>
                    <a:pt x="79" y="0"/>
                  </a:moveTo>
                  <a:cubicBezTo>
                    <a:pt x="61" y="0"/>
                    <a:pt x="44" y="6"/>
                    <a:pt x="33" y="17"/>
                  </a:cubicBezTo>
                  <a:cubicBezTo>
                    <a:pt x="11" y="39"/>
                    <a:pt x="0" y="84"/>
                    <a:pt x="33" y="117"/>
                  </a:cubicBezTo>
                  <a:cubicBezTo>
                    <a:pt x="1744" y="1861"/>
                    <a:pt x="3455" y="3672"/>
                    <a:pt x="5099" y="5472"/>
                  </a:cubicBezTo>
                  <a:cubicBezTo>
                    <a:pt x="5110" y="5483"/>
                    <a:pt x="5133" y="5494"/>
                    <a:pt x="5155" y="5494"/>
                  </a:cubicBezTo>
                  <a:cubicBezTo>
                    <a:pt x="5166" y="5494"/>
                    <a:pt x="5188" y="5483"/>
                    <a:pt x="5199" y="5472"/>
                  </a:cubicBezTo>
                  <a:cubicBezTo>
                    <a:pt x="5232" y="5450"/>
                    <a:pt x="5232" y="5405"/>
                    <a:pt x="5199" y="5371"/>
                  </a:cubicBezTo>
                  <a:cubicBezTo>
                    <a:pt x="3555" y="3572"/>
                    <a:pt x="1844" y="1772"/>
                    <a:pt x="134" y="17"/>
                  </a:cubicBezTo>
                  <a:cubicBezTo>
                    <a:pt x="117" y="6"/>
                    <a:pt x="97" y="0"/>
                    <a:pt x="79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5"/>
            <p:cNvSpPr/>
            <p:nvPr/>
          </p:nvSpPr>
          <p:spPr>
            <a:xfrm>
              <a:off x="59499" y="3115794"/>
              <a:ext cx="1647514" cy="1591856"/>
            </a:xfrm>
            <a:custGeom>
              <a:avLst/>
              <a:gdLst/>
              <a:ahLst/>
              <a:cxnLst/>
              <a:rect l="l" t="t" r="r" b="b"/>
              <a:pathLst>
                <a:path w="12077" h="11669" extrusionOk="0">
                  <a:moveTo>
                    <a:pt x="1726" y="0"/>
                  </a:moveTo>
                  <a:cubicBezTo>
                    <a:pt x="1600" y="0"/>
                    <a:pt x="1472" y="16"/>
                    <a:pt x="1345" y="49"/>
                  </a:cubicBezTo>
                  <a:cubicBezTo>
                    <a:pt x="623" y="227"/>
                    <a:pt x="123" y="970"/>
                    <a:pt x="67" y="1726"/>
                  </a:cubicBezTo>
                  <a:cubicBezTo>
                    <a:pt x="1" y="2471"/>
                    <a:pt x="312" y="3214"/>
                    <a:pt x="734" y="3836"/>
                  </a:cubicBezTo>
                  <a:cubicBezTo>
                    <a:pt x="1168" y="4459"/>
                    <a:pt x="1711" y="4981"/>
                    <a:pt x="2212" y="5547"/>
                  </a:cubicBezTo>
                  <a:cubicBezTo>
                    <a:pt x="2545" y="5925"/>
                    <a:pt x="2867" y="6447"/>
                    <a:pt x="2656" y="6892"/>
                  </a:cubicBezTo>
                  <a:cubicBezTo>
                    <a:pt x="2422" y="7369"/>
                    <a:pt x="1767" y="7436"/>
                    <a:pt x="1423" y="7836"/>
                  </a:cubicBezTo>
                  <a:cubicBezTo>
                    <a:pt x="1112" y="8203"/>
                    <a:pt x="1156" y="8791"/>
                    <a:pt x="1412" y="9202"/>
                  </a:cubicBezTo>
                  <a:cubicBezTo>
                    <a:pt x="1667" y="9613"/>
                    <a:pt x="2089" y="9891"/>
                    <a:pt x="2523" y="10136"/>
                  </a:cubicBezTo>
                  <a:cubicBezTo>
                    <a:pt x="3034" y="10435"/>
                    <a:pt x="3578" y="10702"/>
                    <a:pt x="4133" y="10924"/>
                  </a:cubicBezTo>
                  <a:cubicBezTo>
                    <a:pt x="4522" y="11091"/>
                    <a:pt x="5233" y="11180"/>
                    <a:pt x="5533" y="11469"/>
                  </a:cubicBezTo>
                  <a:cubicBezTo>
                    <a:pt x="5600" y="11535"/>
                    <a:pt x="5656" y="11602"/>
                    <a:pt x="5688" y="11669"/>
                  </a:cubicBezTo>
                  <a:cubicBezTo>
                    <a:pt x="7811" y="11657"/>
                    <a:pt x="9944" y="11657"/>
                    <a:pt x="12076" y="11646"/>
                  </a:cubicBezTo>
                  <a:cubicBezTo>
                    <a:pt x="12010" y="10602"/>
                    <a:pt x="11654" y="9569"/>
                    <a:pt x="11254" y="8502"/>
                  </a:cubicBezTo>
                  <a:cubicBezTo>
                    <a:pt x="11167" y="8263"/>
                    <a:pt x="11083" y="8176"/>
                    <a:pt x="10998" y="8176"/>
                  </a:cubicBezTo>
                  <a:cubicBezTo>
                    <a:pt x="10822" y="8176"/>
                    <a:pt x="10645" y="8545"/>
                    <a:pt x="10443" y="8702"/>
                  </a:cubicBezTo>
                  <a:cubicBezTo>
                    <a:pt x="10362" y="8761"/>
                    <a:pt x="10268" y="8787"/>
                    <a:pt x="10171" y="8787"/>
                  </a:cubicBezTo>
                  <a:cubicBezTo>
                    <a:pt x="9976" y="8787"/>
                    <a:pt x="9770" y="8681"/>
                    <a:pt x="9643" y="8524"/>
                  </a:cubicBezTo>
                  <a:cubicBezTo>
                    <a:pt x="9455" y="8280"/>
                    <a:pt x="9399" y="7969"/>
                    <a:pt x="9354" y="7669"/>
                  </a:cubicBezTo>
                  <a:cubicBezTo>
                    <a:pt x="9110" y="6314"/>
                    <a:pt x="8766" y="4970"/>
                    <a:pt x="8322" y="3659"/>
                  </a:cubicBezTo>
                  <a:cubicBezTo>
                    <a:pt x="8199" y="3303"/>
                    <a:pt x="8066" y="2937"/>
                    <a:pt x="7799" y="2659"/>
                  </a:cubicBezTo>
                  <a:cubicBezTo>
                    <a:pt x="7611" y="2471"/>
                    <a:pt x="7345" y="2344"/>
                    <a:pt x="7084" y="2344"/>
                  </a:cubicBezTo>
                  <a:cubicBezTo>
                    <a:pt x="6975" y="2344"/>
                    <a:pt x="6868" y="2366"/>
                    <a:pt x="6766" y="2415"/>
                  </a:cubicBezTo>
                  <a:cubicBezTo>
                    <a:pt x="6366" y="2604"/>
                    <a:pt x="6167" y="3192"/>
                    <a:pt x="5722" y="3214"/>
                  </a:cubicBezTo>
                  <a:cubicBezTo>
                    <a:pt x="5706" y="3216"/>
                    <a:pt x="5690" y="3217"/>
                    <a:pt x="5674" y="3217"/>
                  </a:cubicBezTo>
                  <a:cubicBezTo>
                    <a:pt x="5460" y="3217"/>
                    <a:pt x="5266" y="3081"/>
                    <a:pt x="5100" y="2926"/>
                  </a:cubicBezTo>
                  <a:cubicBezTo>
                    <a:pt x="4489" y="2370"/>
                    <a:pt x="4089" y="1604"/>
                    <a:pt x="3533" y="982"/>
                  </a:cubicBezTo>
                  <a:cubicBezTo>
                    <a:pt x="3075" y="447"/>
                    <a:pt x="2410" y="0"/>
                    <a:pt x="1726" y="0"/>
                  </a:cubicBez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5"/>
            <p:cNvSpPr/>
            <p:nvPr/>
          </p:nvSpPr>
          <p:spPr>
            <a:xfrm>
              <a:off x="383766" y="3299688"/>
              <a:ext cx="683725" cy="1335254"/>
            </a:xfrm>
            <a:custGeom>
              <a:avLst/>
              <a:gdLst/>
              <a:ahLst/>
              <a:cxnLst/>
              <a:rect l="l" t="t" r="r" b="b"/>
              <a:pathLst>
                <a:path w="5012" h="9788" extrusionOk="0">
                  <a:moveTo>
                    <a:pt x="112" y="0"/>
                  </a:moveTo>
                  <a:lnTo>
                    <a:pt x="1" y="45"/>
                  </a:lnTo>
                  <a:cubicBezTo>
                    <a:pt x="423" y="1056"/>
                    <a:pt x="1012" y="1989"/>
                    <a:pt x="1768" y="2789"/>
                  </a:cubicBezTo>
                  <a:cubicBezTo>
                    <a:pt x="2023" y="3055"/>
                    <a:pt x="2289" y="3311"/>
                    <a:pt x="2556" y="3555"/>
                  </a:cubicBezTo>
                  <a:cubicBezTo>
                    <a:pt x="3089" y="4066"/>
                    <a:pt x="3645" y="4588"/>
                    <a:pt x="4034" y="5211"/>
                  </a:cubicBezTo>
                  <a:cubicBezTo>
                    <a:pt x="4878" y="6588"/>
                    <a:pt x="4889" y="8365"/>
                    <a:pt x="4900" y="9787"/>
                  </a:cubicBezTo>
                  <a:lnTo>
                    <a:pt x="5011" y="9787"/>
                  </a:lnTo>
                  <a:cubicBezTo>
                    <a:pt x="5000" y="8343"/>
                    <a:pt x="5000" y="6554"/>
                    <a:pt x="4133" y="5155"/>
                  </a:cubicBezTo>
                  <a:cubicBezTo>
                    <a:pt x="3734" y="4510"/>
                    <a:pt x="3167" y="3989"/>
                    <a:pt x="2634" y="3478"/>
                  </a:cubicBezTo>
                  <a:cubicBezTo>
                    <a:pt x="2368" y="3233"/>
                    <a:pt x="2101" y="2977"/>
                    <a:pt x="1857" y="2711"/>
                  </a:cubicBezTo>
                  <a:cubicBezTo>
                    <a:pt x="1112" y="1911"/>
                    <a:pt x="524" y="1000"/>
                    <a:pt x="1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5"/>
            <p:cNvSpPr/>
            <p:nvPr/>
          </p:nvSpPr>
          <p:spPr>
            <a:xfrm>
              <a:off x="968731" y="3636098"/>
              <a:ext cx="113909" cy="766939"/>
            </a:xfrm>
            <a:custGeom>
              <a:avLst/>
              <a:gdLst/>
              <a:ahLst/>
              <a:cxnLst/>
              <a:rect l="l" t="t" r="r" b="b"/>
              <a:pathLst>
                <a:path w="835" h="5622" extrusionOk="0">
                  <a:moveTo>
                    <a:pt x="45" y="0"/>
                  </a:moveTo>
                  <a:lnTo>
                    <a:pt x="13" y="1056"/>
                  </a:lnTo>
                  <a:cubicBezTo>
                    <a:pt x="13" y="1289"/>
                    <a:pt x="1" y="1555"/>
                    <a:pt x="79" y="1800"/>
                  </a:cubicBezTo>
                  <a:cubicBezTo>
                    <a:pt x="124" y="1933"/>
                    <a:pt x="190" y="2066"/>
                    <a:pt x="268" y="2200"/>
                  </a:cubicBezTo>
                  <a:cubicBezTo>
                    <a:pt x="290" y="2256"/>
                    <a:pt x="324" y="2311"/>
                    <a:pt x="356" y="2367"/>
                  </a:cubicBezTo>
                  <a:cubicBezTo>
                    <a:pt x="756" y="3177"/>
                    <a:pt x="612" y="4944"/>
                    <a:pt x="556" y="5611"/>
                  </a:cubicBezTo>
                  <a:lnTo>
                    <a:pt x="668" y="5621"/>
                  </a:lnTo>
                  <a:cubicBezTo>
                    <a:pt x="768" y="4466"/>
                    <a:pt x="835" y="3056"/>
                    <a:pt x="457" y="2311"/>
                  </a:cubicBezTo>
                  <a:cubicBezTo>
                    <a:pt x="423" y="2256"/>
                    <a:pt x="390" y="2200"/>
                    <a:pt x="368" y="2145"/>
                  </a:cubicBezTo>
                  <a:cubicBezTo>
                    <a:pt x="290" y="2011"/>
                    <a:pt x="223" y="1889"/>
                    <a:pt x="190" y="1767"/>
                  </a:cubicBezTo>
                  <a:cubicBezTo>
                    <a:pt x="112" y="1533"/>
                    <a:pt x="124" y="1289"/>
                    <a:pt x="134" y="1056"/>
                  </a:cubicBezTo>
                  <a:lnTo>
                    <a:pt x="168" y="1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3A81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5"/>
            <p:cNvSpPr/>
            <p:nvPr/>
          </p:nvSpPr>
          <p:spPr>
            <a:xfrm>
              <a:off x="235343" y="3460253"/>
              <a:ext cx="518387" cy="335178"/>
            </a:xfrm>
            <a:custGeom>
              <a:avLst/>
              <a:gdLst/>
              <a:ahLst/>
              <a:cxnLst/>
              <a:rect l="l" t="t" r="r" b="b"/>
              <a:pathLst>
                <a:path w="3800" h="2457" extrusionOk="0">
                  <a:moveTo>
                    <a:pt x="101" y="1"/>
                  </a:moveTo>
                  <a:lnTo>
                    <a:pt x="0" y="57"/>
                  </a:lnTo>
                  <a:cubicBezTo>
                    <a:pt x="456" y="790"/>
                    <a:pt x="1178" y="1356"/>
                    <a:pt x="1989" y="1623"/>
                  </a:cubicBezTo>
                  <a:lnTo>
                    <a:pt x="2044" y="1645"/>
                  </a:lnTo>
                  <a:cubicBezTo>
                    <a:pt x="2589" y="1822"/>
                    <a:pt x="3333" y="2067"/>
                    <a:pt x="3722" y="2456"/>
                  </a:cubicBezTo>
                  <a:lnTo>
                    <a:pt x="3800" y="2378"/>
                  </a:lnTo>
                  <a:cubicBezTo>
                    <a:pt x="3400" y="1967"/>
                    <a:pt x="2644" y="1711"/>
                    <a:pt x="2089" y="1534"/>
                  </a:cubicBezTo>
                  <a:lnTo>
                    <a:pt x="2034" y="1511"/>
                  </a:lnTo>
                  <a:cubicBezTo>
                    <a:pt x="1244" y="1256"/>
                    <a:pt x="534" y="701"/>
                    <a:pt x="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5"/>
            <p:cNvSpPr/>
            <p:nvPr/>
          </p:nvSpPr>
          <p:spPr>
            <a:xfrm>
              <a:off x="465618" y="4296777"/>
              <a:ext cx="615516" cy="382105"/>
            </a:xfrm>
            <a:custGeom>
              <a:avLst/>
              <a:gdLst/>
              <a:ahLst/>
              <a:cxnLst/>
              <a:rect l="l" t="t" r="r" b="b"/>
              <a:pathLst>
                <a:path w="4512" h="2801" extrusionOk="0">
                  <a:moveTo>
                    <a:pt x="79" y="1"/>
                  </a:moveTo>
                  <a:lnTo>
                    <a:pt x="1" y="79"/>
                  </a:lnTo>
                  <a:cubicBezTo>
                    <a:pt x="334" y="412"/>
                    <a:pt x="712" y="778"/>
                    <a:pt x="1168" y="1000"/>
                  </a:cubicBezTo>
                  <a:cubicBezTo>
                    <a:pt x="1368" y="1089"/>
                    <a:pt x="1590" y="1156"/>
                    <a:pt x="1800" y="1223"/>
                  </a:cubicBezTo>
                  <a:cubicBezTo>
                    <a:pt x="1923" y="1256"/>
                    <a:pt x="2056" y="1289"/>
                    <a:pt x="2178" y="1334"/>
                  </a:cubicBezTo>
                  <a:cubicBezTo>
                    <a:pt x="2434" y="1423"/>
                    <a:pt x="2679" y="1545"/>
                    <a:pt x="2911" y="1667"/>
                  </a:cubicBezTo>
                  <a:lnTo>
                    <a:pt x="3622" y="2012"/>
                  </a:lnTo>
                  <a:cubicBezTo>
                    <a:pt x="3978" y="2178"/>
                    <a:pt x="4378" y="2422"/>
                    <a:pt x="4389" y="2800"/>
                  </a:cubicBezTo>
                  <a:lnTo>
                    <a:pt x="4511" y="2789"/>
                  </a:lnTo>
                  <a:cubicBezTo>
                    <a:pt x="4489" y="2356"/>
                    <a:pt x="4056" y="2089"/>
                    <a:pt x="3678" y="1911"/>
                  </a:cubicBezTo>
                  <a:lnTo>
                    <a:pt x="2967" y="1556"/>
                  </a:lnTo>
                  <a:cubicBezTo>
                    <a:pt x="2723" y="1445"/>
                    <a:pt x="2479" y="1323"/>
                    <a:pt x="2223" y="1223"/>
                  </a:cubicBezTo>
                  <a:cubicBezTo>
                    <a:pt x="2089" y="1178"/>
                    <a:pt x="1956" y="1145"/>
                    <a:pt x="1834" y="1112"/>
                  </a:cubicBezTo>
                  <a:cubicBezTo>
                    <a:pt x="1623" y="1045"/>
                    <a:pt x="1412" y="990"/>
                    <a:pt x="1223" y="889"/>
                  </a:cubicBezTo>
                  <a:cubicBezTo>
                    <a:pt x="778" y="689"/>
                    <a:pt x="423" y="334"/>
                    <a:pt x="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5"/>
            <p:cNvSpPr/>
            <p:nvPr/>
          </p:nvSpPr>
          <p:spPr>
            <a:xfrm>
              <a:off x="617179" y="2692212"/>
              <a:ext cx="1365676" cy="1816945"/>
            </a:xfrm>
            <a:custGeom>
              <a:avLst/>
              <a:gdLst/>
              <a:ahLst/>
              <a:cxnLst/>
              <a:rect l="l" t="t" r="r" b="b"/>
              <a:pathLst>
                <a:path w="10011" h="13319" extrusionOk="0">
                  <a:moveTo>
                    <a:pt x="5024" y="1"/>
                  </a:moveTo>
                  <a:cubicBezTo>
                    <a:pt x="4884" y="1"/>
                    <a:pt x="4742" y="11"/>
                    <a:pt x="4600" y="32"/>
                  </a:cubicBezTo>
                  <a:cubicBezTo>
                    <a:pt x="3756" y="154"/>
                    <a:pt x="3012" y="643"/>
                    <a:pt x="2456" y="1298"/>
                  </a:cubicBezTo>
                  <a:cubicBezTo>
                    <a:pt x="2023" y="1720"/>
                    <a:pt x="1645" y="2243"/>
                    <a:pt x="1356" y="2787"/>
                  </a:cubicBezTo>
                  <a:cubicBezTo>
                    <a:pt x="301" y="4764"/>
                    <a:pt x="1" y="7586"/>
                    <a:pt x="623" y="9730"/>
                  </a:cubicBezTo>
                  <a:cubicBezTo>
                    <a:pt x="923" y="10763"/>
                    <a:pt x="1534" y="11585"/>
                    <a:pt x="2356" y="12263"/>
                  </a:cubicBezTo>
                  <a:cubicBezTo>
                    <a:pt x="3022" y="12818"/>
                    <a:pt x="4133" y="13296"/>
                    <a:pt x="5000" y="13318"/>
                  </a:cubicBezTo>
                  <a:cubicBezTo>
                    <a:pt x="5028" y="13318"/>
                    <a:pt x="5056" y="13319"/>
                    <a:pt x="5084" y="13319"/>
                  </a:cubicBezTo>
                  <a:cubicBezTo>
                    <a:pt x="6204" y="13319"/>
                    <a:pt x="7182" y="12884"/>
                    <a:pt x="7821" y="11940"/>
                  </a:cubicBezTo>
                  <a:cubicBezTo>
                    <a:pt x="7888" y="11896"/>
                    <a:pt x="7955" y="11841"/>
                    <a:pt x="8021" y="11774"/>
                  </a:cubicBezTo>
                  <a:cubicBezTo>
                    <a:pt x="8999" y="10896"/>
                    <a:pt x="9521" y="9597"/>
                    <a:pt x="9721" y="8297"/>
                  </a:cubicBezTo>
                  <a:cubicBezTo>
                    <a:pt x="10010" y="6475"/>
                    <a:pt x="9710" y="4564"/>
                    <a:pt x="8877" y="2909"/>
                  </a:cubicBezTo>
                  <a:cubicBezTo>
                    <a:pt x="8129" y="1394"/>
                    <a:pt x="6674" y="1"/>
                    <a:pt x="5024" y="1"/>
                  </a:cubicBezTo>
                  <a:close/>
                </a:path>
              </a:pathLst>
            </a:custGeom>
            <a:solidFill>
              <a:srgbClr val="2A56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5"/>
            <p:cNvSpPr/>
            <p:nvPr/>
          </p:nvSpPr>
          <p:spPr>
            <a:xfrm>
              <a:off x="1306777" y="2967779"/>
              <a:ext cx="19781" cy="1832223"/>
            </a:xfrm>
            <a:custGeom>
              <a:avLst/>
              <a:gdLst/>
              <a:ahLst/>
              <a:cxnLst/>
              <a:rect l="l" t="t" r="r" b="b"/>
              <a:pathLst>
                <a:path w="145" h="13431" extrusionOk="0">
                  <a:moveTo>
                    <a:pt x="67" y="1"/>
                  </a:moveTo>
                  <a:cubicBezTo>
                    <a:pt x="34" y="1"/>
                    <a:pt x="1" y="34"/>
                    <a:pt x="1" y="67"/>
                  </a:cubicBezTo>
                  <a:lnTo>
                    <a:pt x="1" y="13364"/>
                  </a:lnTo>
                  <a:cubicBezTo>
                    <a:pt x="1" y="13409"/>
                    <a:pt x="34" y="13431"/>
                    <a:pt x="67" y="13431"/>
                  </a:cubicBezTo>
                  <a:cubicBezTo>
                    <a:pt x="112" y="13431"/>
                    <a:pt x="145" y="13409"/>
                    <a:pt x="145" y="13364"/>
                  </a:cubicBezTo>
                  <a:lnTo>
                    <a:pt x="145" y="67"/>
                  </a:lnTo>
                  <a:cubicBezTo>
                    <a:pt x="145" y="34"/>
                    <a:pt x="112" y="1"/>
                    <a:pt x="67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5"/>
            <p:cNvSpPr/>
            <p:nvPr/>
          </p:nvSpPr>
          <p:spPr>
            <a:xfrm>
              <a:off x="1380989" y="3277861"/>
              <a:ext cx="457817" cy="526572"/>
            </a:xfrm>
            <a:custGeom>
              <a:avLst/>
              <a:gdLst/>
              <a:ahLst/>
              <a:cxnLst/>
              <a:rect l="l" t="t" r="r" b="b"/>
              <a:pathLst>
                <a:path w="3356" h="3860" extrusionOk="0">
                  <a:moveTo>
                    <a:pt x="3273" y="1"/>
                  </a:moveTo>
                  <a:cubicBezTo>
                    <a:pt x="3253" y="1"/>
                    <a:pt x="3234" y="9"/>
                    <a:pt x="3222" y="27"/>
                  </a:cubicBezTo>
                  <a:lnTo>
                    <a:pt x="23" y="3737"/>
                  </a:lnTo>
                  <a:cubicBezTo>
                    <a:pt x="1" y="3771"/>
                    <a:pt x="1" y="3815"/>
                    <a:pt x="34" y="3838"/>
                  </a:cubicBezTo>
                  <a:cubicBezTo>
                    <a:pt x="45" y="3848"/>
                    <a:pt x="57" y="3860"/>
                    <a:pt x="79" y="3860"/>
                  </a:cubicBezTo>
                  <a:cubicBezTo>
                    <a:pt x="89" y="3860"/>
                    <a:pt x="112" y="3848"/>
                    <a:pt x="123" y="3826"/>
                  </a:cubicBezTo>
                  <a:lnTo>
                    <a:pt x="3323" y="116"/>
                  </a:lnTo>
                  <a:cubicBezTo>
                    <a:pt x="3355" y="93"/>
                    <a:pt x="3345" y="49"/>
                    <a:pt x="3323" y="16"/>
                  </a:cubicBezTo>
                  <a:cubicBezTo>
                    <a:pt x="3307" y="6"/>
                    <a:pt x="3290" y="1"/>
                    <a:pt x="3273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5"/>
            <p:cNvSpPr/>
            <p:nvPr/>
          </p:nvSpPr>
          <p:spPr>
            <a:xfrm>
              <a:off x="1658328" y="3727908"/>
              <a:ext cx="206263" cy="234229"/>
            </a:xfrm>
            <a:custGeom>
              <a:avLst/>
              <a:gdLst/>
              <a:ahLst/>
              <a:cxnLst/>
              <a:rect l="l" t="t" r="r" b="b"/>
              <a:pathLst>
                <a:path w="1512" h="1717" extrusionOk="0">
                  <a:moveTo>
                    <a:pt x="1438" y="1"/>
                  </a:moveTo>
                  <a:cubicBezTo>
                    <a:pt x="1418" y="1"/>
                    <a:pt x="1397" y="9"/>
                    <a:pt x="1378" y="28"/>
                  </a:cubicBezTo>
                  <a:cubicBezTo>
                    <a:pt x="923" y="539"/>
                    <a:pt x="456" y="1072"/>
                    <a:pt x="23" y="1605"/>
                  </a:cubicBezTo>
                  <a:cubicBezTo>
                    <a:pt x="1" y="1638"/>
                    <a:pt x="1" y="1682"/>
                    <a:pt x="34" y="1705"/>
                  </a:cubicBezTo>
                  <a:cubicBezTo>
                    <a:pt x="45" y="1716"/>
                    <a:pt x="68" y="1716"/>
                    <a:pt x="78" y="1716"/>
                  </a:cubicBezTo>
                  <a:cubicBezTo>
                    <a:pt x="100" y="1716"/>
                    <a:pt x="123" y="1705"/>
                    <a:pt x="134" y="1694"/>
                  </a:cubicBezTo>
                  <a:cubicBezTo>
                    <a:pt x="567" y="1161"/>
                    <a:pt x="1023" y="627"/>
                    <a:pt x="1490" y="116"/>
                  </a:cubicBezTo>
                  <a:cubicBezTo>
                    <a:pt x="1512" y="83"/>
                    <a:pt x="1512" y="38"/>
                    <a:pt x="1478" y="16"/>
                  </a:cubicBezTo>
                  <a:cubicBezTo>
                    <a:pt x="1468" y="6"/>
                    <a:pt x="1454" y="1"/>
                    <a:pt x="1438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5"/>
            <p:cNvSpPr/>
            <p:nvPr/>
          </p:nvSpPr>
          <p:spPr>
            <a:xfrm>
              <a:off x="1320419" y="4087919"/>
              <a:ext cx="253191" cy="278701"/>
            </a:xfrm>
            <a:custGeom>
              <a:avLst/>
              <a:gdLst/>
              <a:ahLst/>
              <a:cxnLst/>
              <a:rect l="l" t="t" r="r" b="b"/>
              <a:pathLst>
                <a:path w="1856" h="2043" extrusionOk="0">
                  <a:moveTo>
                    <a:pt x="1781" y="0"/>
                  </a:moveTo>
                  <a:cubicBezTo>
                    <a:pt x="1762" y="0"/>
                    <a:pt x="1741" y="9"/>
                    <a:pt x="1723" y="21"/>
                  </a:cubicBezTo>
                  <a:cubicBezTo>
                    <a:pt x="1178" y="677"/>
                    <a:pt x="612" y="1310"/>
                    <a:pt x="34" y="1932"/>
                  </a:cubicBezTo>
                  <a:cubicBezTo>
                    <a:pt x="0" y="1954"/>
                    <a:pt x="0" y="1998"/>
                    <a:pt x="34" y="2032"/>
                  </a:cubicBezTo>
                  <a:cubicBezTo>
                    <a:pt x="45" y="2043"/>
                    <a:pt x="67" y="2043"/>
                    <a:pt x="78" y="2043"/>
                  </a:cubicBezTo>
                  <a:cubicBezTo>
                    <a:pt x="101" y="2043"/>
                    <a:pt x="123" y="2043"/>
                    <a:pt x="134" y="2020"/>
                  </a:cubicBezTo>
                  <a:cubicBezTo>
                    <a:pt x="711" y="1410"/>
                    <a:pt x="1289" y="766"/>
                    <a:pt x="1834" y="121"/>
                  </a:cubicBezTo>
                  <a:cubicBezTo>
                    <a:pt x="1856" y="88"/>
                    <a:pt x="1856" y="43"/>
                    <a:pt x="1822" y="21"/>
                  </a:cubicBezTo>
                  <a:cubicBezTo>
                    <a:pt x="1812" y="6"/>
                    <a:pt x="1797" y="0"/>
                    <a:pt x="1781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5"/>
            <p:cNvSpPr/>
            <p:nvPr/>
          </p:nvSpPr>
          <p:spPr>
            <a:xfrm>
              <a:off x="1000653" y="3140486"/>
              <a:ext cx="321400" cy="433671"/>
            </a:xfrm>
            <a:custGeom>
              <a:avLst/>
              <a:gdLst/>
              <a:ahLst/>
              <a:cxnLst/>
              <a:rect l="l" t="t" r="r" b="b"/>
              <a:pathLst>
                <a:path w="2356" h="3179" extrusionOk="0">
                  <a:moveTo>
                    <a:pt x="80" y="0"/>
                  </a:moveTo>
                  <a:cubicBezTo>
                    <a:pt x="68" y="0"/>
                    <a:pt x="57" y="4"/>
                    <a:pt x="45" y="12"/>
                  </a:cubicBezTo>
                  <a:cubicBezTo>
                    <a:pt x="11" y="34"/>
                    <a:pt x="1" y="78"/>
                    <a:pt x="23" y="112"/>
                  </a:cubicBezTo>
                  <a:cubicBezTo>
                    <a:pt x="722" y="1134"/>
                    <a:pt x="1467" y="2167"/>
                    <a:pt x="2222" y="3156"/>
                  </a:cubicBezTo>
                  <a:cubicBezTo>
                    <a:pt x="2233" y="3167"/>
                    <a:pt x="2255" y="3178"/>
                    <a:pt x="2278" y="3178"/>
                  </a:cubicBezTo>
                  <a:cubicBezTo>
                    <a:pt x="2289" y="3178"/>
                    <a:pt x="2311" y="3178"/>
                    <a:pt x="2322" y="3167"/>
                  </a:cubicBezTo>
                  <a:cubicBezTo>
                    <a:pt x="2356" y="3144"/>
                    <a:pt x="2356" y="3100"/>
                    <a:pt x="2334" y="3067"/>
                  </a:cubicBezTo>
                  <a:cubicBezTo>
                    <a:pt x="1578" y="2078"/>
                    <a:pt x="845" y="1056"/>
                    <a:pt x="134" y="34"/>
                  </a:cubicBezTo>
                  <a:cubicBezTo>
                    <a:pt x="120" y="13"/>
                    <a:pt x="100" y="0"/>
                    <a:pt x="80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5"/>
            <p:cNvSpPr/>
            <p:nvPr/>
          </p:nvSpPr>
          <p:spPr>
            <a:xfrm>
              <a:off x="1006791" y="3838408"/>
              <a:ext cx="304620" cy="323719"/>
            </a:xfrm>
            <a:custGeom>
              <a:avLst/>
              <a:gdLst/>
              <a:ahLst/>
              <a:cxnLst/>
              <a:rect l="l" t="t" r="r" b="b"/>
              <a:pathLst>
                <a:path w="2233" h="2373" extrusionOk="0">
                  <a:moveTo>
                    <a:pt x="76" y="1"/>
                  </a:moveTo>
                  <a:cubicBezTo>
                    <a:pt x="58" y="1"/>
                    <a:pt x="39" y="6"/>
                    <a:pt x="22" y="17"/>
                  </a:cubicBezTo>
                  <a:cubicBezTo>
                    <a:pt x="0" y="40"/>
                    <a:pt x="0" y="84"/>
                    <a:pt x="22" y="117"/>
                  </a:cubicBezTo>
                  <a:cubicBezTo>
                    <a:pt x="722" y="850"/>
                    <a:pt x="1422" y="1595"/>
                    <a:pt x="2099" y="2350"/>
                  </a:cubicBezTo>
                  <a:cubicBezTo>
                    <a:pt x="2111" y="2372"/>
                    <a:pt x="2133" y="2372"/>
                    <a:pt x="2155" y="2372"/>
                  </a:cubicBezTo>
                  <a:cubicBezTo>
                    <a:pt x="2166" y="2372"/>
                    <a:pt x="2188" y="2372"/>
                    <a:pt x="2200" y="2361"/>
                  </a:cubicBezTo>
                  <a:cubicBezTo>
                    <a:pt x="2233" y="2328"/>
                    <a:pt x="2233" y="2284"/>
                    <a:pt x="2200" y="2261"/>
                  </a:cubicBezTo>
                  <a:cubicBezTo>
                    <a:pt x="1522" y="1506"/>
                    <a:pt x="833" y="751"/>
                    <a:pt x="122" y="17"/>
                  </a:cubicBezTo>
                  <a:cubicBezTo>
                    <a:pt x="111" y="6"/>
                    <a:pt x="94" y="1"/>
                    <a:pt x="76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8" name="Google Shape;498;p25"/>
          <p:cNvGrpSpPr/>
          <p:nvPr/>
        </p:nvGrpSpPr>
        <p:grpSpPr>
          <a:xfrm>
            <a:off x="-8" y="-203150"/>
            <a:ext cx="9226354" cy="1519054"/>
            <a:chOff x="-8" y="-203150"/>
            <a:chExt cx="9226354" cy="1519054"/>
          </a:xfrm>
        </p:grpSpPr>
        <p:sp>
          <p:nvSpPr>
            <p:cNvPr id="499" name="Google Shape;499;p25"/>
            <p:cNvSpPr/>
            <p:nvPr/>
          </p:nvSpPr>
          <p:spPr>
            <a:xfrm>
              <a:off x="2131455" y="-203150"/>
              <a:ext cx="2584138" cy="1022305"/>
            </a:xfrm>
            <a:custGeom>
              <a:avLst/>
              <a:gdLst/>
              <a:ahLst/>
              <a:cxnLst/>
              <a:rect l="l" t="t" r="r" b="b"/>
              <a:pathLst>
                <a:path w="18852" h="7458" extrusionOk="0">
                  <a:moveTo>
                    <a:pt x="14507" y="1"/>
                  </a:moveTo>
                  <a:cubicBezTo>
                    <a:pt x="13965" y="1"/>
                    <a:pt x="13424" y="367"/>
                    <a:pt x="13064" y="799"/>
                  </a:cubicBezTo>
                  <a:cubicBezTo>
                    <a:pt x="12153" y="1877"/>
                    <a:pt x="11909" y="3343"/>
                    <a:pt x="11686" y="4743"/>
                  </a:cubicBezTo>
                  <a:cubicBezTo>
                    <a:pt x="11709" y="4353"/>
                    <a:pt x="11731" y="3954"/>
                    <a:pt x="11608" y="3576"/>
                  </a:cubicBezTo>
                  <a:cubicBezTo>
                    <a:pt x="11475" y="3210"/>
                    <a:pt x="11175" y="2876"/>
                    <a:pt x="10786" y="2832"/>
                  </a:cubicBezTo>
                  <a:cubicBezTo>
                    <a:pt x="10760" y="2829"/>
                    <a:pt x="10733" y="2828"/>
                    <a:pt x="10707" y="2828"/>
                  </a:cubicBezTo>
                  <a:cubicBezTo>
                    <a:pt x="10336" y="2828"/>
                    <a:pt x="9985" y="3111"/>
                    <a:pt x="9809" y="3443"/>
                  </a:cubicBezTo>
                  <a:cubicBezTo>
                    <a:pt x="9620" y="3798"/>
                    <a:pt x="9576" y="4220"/>
                    <a:pt x="9542" y="4620"/>
                  </a:cubicBezTo>
                  <a:cubicBezTo>
                    <a:pt x="9398" y="3998"/>
                    <a:pt x="9542" y="3176"/>
                    <a:pt x="8976" y="2865"/>
                  </a:cubicBezTo>
                  <a:cubicBezTo>
                    <a:pt x="8872" y="2808"/>
                    <a:pt x="8758" y="2782"/>
                    <a:pt x="8642" y="2782"/>
                  </a:cubicBezTo>
                  <a:cubicBezTo>
                    <a:pt x="8374" y="2782"/>
                    <a:pt x="8096" y="2919"/>
                    <a:pt x="7909" y="3121"/>
                  </a:cubicBezTo>
                  <a:cubicBezTo>
                    <a:pt x="7643" y="3410"/>
                    <a:pt x="7520" y="3798"/>
                    <a:pt x="7398" y="4176"/>
                  </a:cubicBezTo>
                  <a:cubicBezTo>
                    <a:pt x="7332" y="3554"/>
                    <a:pt x="7243" y="2943"/>
                    <a:pt x="7132" y="2343"/>
                  </a:cubicBezTo>
                  <a:cubicBezTo>
                    <a:pt x="6987" y="1499"/>
                    <a:pt x="6732" y="554"/>
                    <a:pt x="5977" y="166"/>
                  </a:cubicBezTo>
                  <a:cubicBezTo>
                    <a:pt x="5759" y="53"/>
                    <a:pt x="5519" y="2"/>
                    <a:pt x="5276" y="2"/>
                  </a:cubicBezTo>
                  <a:cubicBezTo>
                    <a:pt x="4798" y="2"/>
                    <a:pt x="4308" y="201"/>
                    <a:pt x="3955" y="532"/>
                  </a:cubicBezTo>
                  <a:cubicBezTo>
                    <a:pt x="3422" y="1021"/>
                    <a:pt x="3143" y="1743"/>
                    <a:pt x="3044" y="2465"/>
                  </a:cubicBezTo>
                  <a:cubicBezTo>
                    <a:pt x="2782" y="1984"/>
                    <a:pt x="2229" y="1654"/>
                    <a:pt x="1673" y="1654"/>
                  </a:cubicBezTo>
                  <a:cubicBezTo>
                    <a:pt x="1663" y="1654"/>
                    <a:pt x="1654" y="1654"/>
                    <a:pt x="1644" y="1654"/>
                  </a:cubicBezTo>
                  <a:cubicBezTo>
                    <a:pt x="1077" y="1654"/>
                    <a:pt x="533" y="1988"/>
                    <a:pt x="255" y="2476"/>
                  </a:cubicBezTo>
                  <a:cubicBezTo>
                    <a:pt x="22" y="2909"/>
                    <a:pt x="0" y="3420"/>
                    <a:pt x="55" y="3898"/>
                  </a:cubicBezTo>
                  <a:cubicBezTo>
                    <a:pt x="156" y="4998"/>
                    <a:pt x="644" y="6198"/>
                    <a:pt x="1455" y="6975"/>
                  </a:cubicBezTo>
                  <a:cubicBezTo>
                    <a:pt x="1600" y="7120"/>
                    <a:pt x="1788" y="7220"/>
                    <a:pt x="2000" y="7286"/>
                  </a:cubicBezTo>
                  <a:cubicBezTo>
                    <a:pt x="2314" y="7386"/>
                    <a:pt x="2682" y="7415"/>
                    <a:pt x="3056" y="7415"/>
                  </a:cubicBezTo>
                  <a:cubicBezTo>
                    <a:pt x="3554" y="7415"/>
                    <a:pt x="4064" y="7364"/>
                    <a:pt x="4476" y="7364"/>
                  </a:cubicBezTo>
                  <a:lnTo>
                    <a:pt x="8798" y="7364"/>
                  </a:lnTo>
                  <a:cubicBezTo>
                    <a:pt x="10279" y="7364"/>
                    <a:pt x="11810" y="7458"/>
                    <a:pt x="13321" y="7458"/>
                  </a:cubicBezTo>
                  <a:cubicBezTo>
                    <a:pt x="14076" y="7458"/>
                    <a:pt x="14826" y="7435"/>
                    <a:pt x="15563" y="7364"/>
                  </a:cubicBezTo>
                  <a:cubicBezTo>
                    <a:pt x="17096" y="7209"/>
                    <a:pt x="18518" y="6142"/>
                    <a:pt x="18785" y="4553"/>
                  </a:cubicBezTo>
                  <a:cubicBezTo>
                    <a:pt x="18851" y="4165"/>
                    <a:pt x="18841" y="3709"/>
                    <a:pt x="18562" y="3410"/>
                  </a:cubicBezTo>
                  <a:cubicBezTo>
                    <a:pt x="18359" y="3185"/>
                    <a:pt x="18080" y="3103"/>
                    <a:pt x="17779" y="3103"/>
                  </a:cubicBezTo>
                  <a:cubicBezTo>
                    <a:pt x="17439" y="3103"/>
                    <a:pt x="17070" y="3208"/>
                    <a:pt x="16752" y="3331"/>
                  </a:cubicBezTo>
                  <a:cubicBezTo>
                    <a:pt x="16072" y="3600"/>
                    <a:pt x="15337" y="4015"/>
                    <a:pt x="14952" y="4608"/>
                  </a:cubicBezTo>
                  <a:lnTo>
                    <a:pt x="14952" y="4608"/>
                  </a:lnTo>
                  <a:lnTo>
                    <a:pt x="15452" y="3087"/>
                  </a:lnTo>
                  <a:cubicBezTo>
                    <a:pt x="15630" y="2543"/>
                    <a:pt x="15807" y="1976"/>
                    <a:pt x="15775" y="1410"/>
                  </a:cubicBezTo>
                  <a:cubicBezTo>
                    <a:pt x="15730" y="843"/>
                    <a:pt x="15419" y="255"/>
                    <a:pt x="14886" y="65"/>
                  </a:cubicBezTo>
                  <a:cubicBezTo>
                    <a:pt x="14761" y="21"/>
                    <a:pt x="14634" y="1"/>
                    <a:pt x="14507" y="1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5"/>
            <p:cNvSpPr/>
            <p:nvPr/>
          </p:nvSpPr>
          <p:spPr>
            <a:xfrm>
              <a:off x="7444508" y="532587"/>
              <a:ext cx="1781838" cy="704428"/>
            </a:xfrm>
            <a:custGeom>
              <a:avLst/>
              <a:gdLst/>
              <a:ahLst/>
              <a:cxnLst/>
              <a:rect l="l" t="t" r="r" b="b"/>
              <a:pathLst>
                <a:path w="12999" h="5139" extrusionOk="0">
                  <a:moveTo>
                    <a:pt x="3629" y="1"/>
                  </a:moveTo>
                  <a:cubicBezTo>
                    <a:pt x="3301" y="1"/>
                    <a:pt x="2966" y="139"/>
                    <a:pt x="2723" y="360"/>
                  </a:cubicBezTo>
                  <a:cubicBezTo>
                    <a:pt x="2356" y="704"/>
                    <a:pt x="2167" y="1204"/>
                    <a:pt x="2101" y="1703"/>
                  </a:cubicBezTo>
                  <a:cubicBezTo>
                    <a:pt x="1901" y="1360"/>
                    <a:pt x="1523" y="1137"/>
                    <a:pt x="1134" y="1137"/>
                  </a:cubicBezTo>
                  <a:cubicBezTo>
                    <a:pt x="745" y="1137"/>
                    <a:pt x="356" y="1370"/>
                    <a:pt x="179" y="1703"/>
                  </a:cubicBezTo>
                  <a:cubicBezTo>
                    <a:pt x="12" y="2004"/>
                    <a:pt x="1" y="2359"/>
                    <a:pt x="35" y="2693"/>
                  </a:cubicBezTo>
                  <a:cubicBezTo>
                    <a:pt x="101" y="3448"/>
                    <a:pt x="445" y="4270"/>
                    <a:pt x="1001" y="4814"/>
                  </a:cubicBezTo>
                  <a:cubicBezTo>
                    <a:pt x="1101" y="4914"/>
                    <a:pt x="1223" y="4981"/>
                    <a:pt x="1368" y="5025"/>
                  </a:cubicBezTo>
                  <a:cubicBezTo>
                    <a:pt x="1575" y="5093"/>
                    <a:pt x="1813" y="5113"/>
                    <a:pt x="2057" y="5113"/>
                  </a:cubicBezTo>
                  <a:cubicBezTo>
                    <a:pt x="2413" y="5113"/>
                    <a:pt x="2781" y="5070"/>
                    <a:pt x="3078" y="5070"/>
                  </a:cubicBezTo>
                  <a:lnTo>
                    <a:pt x="6056" y="5070"/>
                  </a:lnTo>
                  <a:cubicBezTo>
                    <a:pt x="7078" y="5070"/>
                    <a:pt x="8134" y="5139"/>
                    <a:pt x="9176" y="5139"/>
                  </a:cubicBezTo>
                  <a:cubicBezTo>
                    <a:pt x="9697" y="5139"/>
                    <a:pt x="10214" y="5122"/>
                    <a:pt x="10721" y="5070"/>
                  </a:cubicBezTo>
                  <a:cubicBezTo>
                    <a:pt x="11788" y="4969"/>
                    <a:pt x="12754" y="4236"/>
                    <a:pt x="12943" y="3148"/>
                  </a:cubicBezTo>
                  <a:cubicBezTo>
                    <a:pt x="12998" y="2870"/>
                    <a:pt x="12987" y="2559"/>
                    <a:pt x="12798" y="2348"/>
                  </a:cubicBezTo>
                  <a:cubicBezTo>
                    <a:pt x="12657" y="2196"/>
                    <a:pt x="12464" y="2141"/>
                    <a:pt x="12255" y="2141"/>
                  </a:cubicBezTo>
                  <a:cubicBezTo>
                    <a:pt x="12021" y="2141"/>
                    <a:pt x="11766" y="2210"/>
                    <a:pt x="11543" y="2293"/>
                  </a:cubicBezTo>
                  <a:cubicBezTo>
                    <a:pt x="11076" y="2483"/>
                    <a:pt x="10569" y="2768"/>
                    <a:pt x="10305" y="3178"/>
                  </a:cubicBezTo>
                  <a:lnTo>
                    <a:pt x="10305" y="3178"/>
                  </a:lnTo>
                  <a:cubicBezTo>
                    <a:pt x="10421" y="2825"/>
                    <a:pt x="10538" y="2475"/>
                    <a:pt x="10655" y="2126"/>
                  </a:cubicBezTo>
                  <a:cubicBezTo>
                    <a:pt x="10776" y="1748"/>
                    <a:pt x="10899" y="1370"/>
                    <a:pt x="10865" y="970"/>
                  </a:cubicBezTo>
                  <a:cubicBezTo>
                    <a:pt x="10843" y="582"/>
                    <a:pt x="10632" y="170"/>
                    <a:pt x="10255" y="49"/>
                  </a:cubicBezTo>
                  <a:cubicBezTo>
                    <a:pt x="10166" y="16"/>
                    <a:pt x="10076" y="1"/>
                    <a:pt x="9986" y="1"/>
                  </a:cubicBezTo>
                  <a:cubicBezTo>
                    <a:pt x="9615" y="1"/>
                    <a:pt x="9249" y="253"/>
                    <a:pt x="8999" y="548"/>
                  </a:cubicBezTo>
                  <a:cubicBezTo>
                    <a:pt x="8377" y="1293"/>
                    <a:pt x="8199" y="2303"/>
                    <a:pt x="8055" y="3270"/>
                  </a:cubicBezTo>
                  <a:cubicBezTo>
                    <a:pt x="8066" y="3004"/>
                    <a:pt x="8077" y="2725"/>
                    <a:pt x="7999" y="2470"/>
                  </a:cubicBezTo>
                  <a:cubicBezTo>
                    <a:pt x="7910" y="2214"/>
                    <a:pt x="7700" y="1982"/>
                    <a:pt x="7433" y="1948"/>
                  </a:cubicBezTo>
                  <a:cubicBezTo>
                    <a:pt x="7419" y="1947"/>
                    <a:pt x="7405" y="1946"/>
                    <a:pt x="7391" y="1946"/>
                  </a:cubicBezTo>
                  <a:cubicBezTo>
                    <a:pt x="7128" y="1946"/>
                    <a:pt x="6881" y="2138"/>
                    <a:pt x="6755" y="2370"/>
                  </a:cubicBezTo>
                  <a:cubicBezTo>
                    <a:pt x="6633" y="2614"/>
                    <a:pt x="6599" y="2903"/>
                    <a:pt x="6577" y="3181"/>
                  </a:cubicBezTo>
                  <a:cubicBezTo>
                    <a:pt x="6478" y="2759"/>
                    <a:pt x="6567" y="2182"/>
                    <a:pt x="6189" y="1970"/>
                  </a:cubicBezTo>
                  <a:cubicBezTo>
                    <a:pt x="6116" y="1934"/>
                    <a:pt x="6036" y="1917"/>
                    <a:pt x="5956" y="1917"/>
                  </a:cubicBezTo>
                  <a:cubicBezTo>
                    <a:pt x="5769" y="1917"/>
                    <a:pt x="5577" y="2008"/>
                    <a:pt x="5444" y="2148"/>
                  </a:cubicBezTo>
                  <a:cubicBezTo>
                    <a:pt x="5266" y="2348"/>
                    <a:pt x="5177" y="2614"/>
                    <a:pt x="5100" y="2870"/>
                  </a:cubicBezTo>
                  <a:cubicBezTo>
                    <a:pt x="5044" y="2448"/>
                    <a:pt x="4989" y="2026"/>
                    <a:pt x="4911" y="1615"/>
                  </a:cubicBezTo>
                  <a:cubicBezTo>
                    <a:pt x="4811" y="1037"/>
                    <a:pt x="4634" y="382"/>
                    <a:pt x="4111" y="115"/>
                  </a:cubicBezTo>
                  <a:cubicBezTo>
                    <a:pt x="3961" y="37"/>
                    <a:pt x="3796" y="1"/>
                    <a:pt x="3629" y="1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5"/>
            <p:cNvSpPr/>
            <p:nvPr/>
          </p:nvSpPr>
          <p:spPr>
            <a:xfrm>
              <a:off x="-8" y="453702"/>
              <a:ext cx="2179081" cy="862202"/>
            </a:xfrm>
            <a:custGeom>
              <a:avLst/>
              <a:gdLst/>
              <a:ahLst/>
              <a:cxnLst/>
              <a:rect l="l" t="t" r="r" b="b"/>
              <a:pathLst>
                <a:path w="15897" h="6290" extrusionOk="0">
                  <a:moveTo>
                    <a:pt x="12229" y="0"/>
                  </a:moveTo>
                  <a:cubicBezTo>
                    <a:pt x="11775" y="0"/>
                    <a:pt x="11325" y="308"/>
                    <a:pt x="11020" y="667"/>
                  </a:cubicBezTo>
                  <a:cubicBezTo>
                    <a:pt x="10253" y="1578"/>
                    <a:pt x="10043" y="2822"/>
                    <a:pt x="9853" y="4000"/>
                  </a:cubicBezTo>
                  <a:cubicBezTo>
                    <a:pt x="9876" y="3666"/>
                    <a:pt x="9887" y="3333"/>
                    <a:pt x="9787" y="3022"/>
                  </a:cubicBezTo>
                  <a:cubicBezTo>
                    <a:pt x="9676" y="2711"/>
                    <a:pt x="9421" y="2422"/>
                    <a:pt x="9098" y="2389"/>
                  </a:cubicBezTo>
                  <a:cubicBezTo>
                    <a:pt x="9077" y="2387"/>
                    <a:pt x="9055" y="2386"/>
                    <a:pt x="9034" y="2386"/>
                  </a:cubicBezTo>
                  <a:cubicBezTo>
                    <a:pt x="8715" y="2386"/>
                    <a:pt x="8422" y="2619"/>
                    <a:pt x="8276" y="2900"/>
                  </a:cubicBezTo>
                  <a:cubicBezTo>
                    <a:pt x="8110" y="3200"/>
                    <a:pt x="8076" y="3555"/>
                    <a:pt x="8043" y="3900"/>
                  </a:cubicBezTo>
                  <a:cubicBezTo>
                    <a:pt x="7920" y="3367"/>
                    <a:pt x="8043" y="2678"/>
                    <a:pt x="7565" y="2422"/>
                  </a:cubicBezTo>
                  <a:cubicBezTo>
                    <a:pt x="7476" y="2371"/>
                    <a:pt x="7379" y="2348"/>
                    <a:pt x="7281" y="2348"/>
                  </a:cubicBezTo>
                  <a:cubicBezTo>
                    <a:pt x="7059" y="2348"/>
                    <a:pt x="6830" y="2464"/>
                    <a:pt x="6676" y="2634"/>
                  </a:cubicBezTo>
                  <a:cubicBezTo>
                    <a:pt x="6443" y="2878"/>
                    <a:pt x="6343" y="3200"/>
                    <a:pt x="6243" y="3522"/>
                  </a:cubicBezTo>
                  <a:cubicBezTo>
                    <a:pt x="6177" y="3000"/>
                    <a:pt x="6110" y="2489"/>
                    <a:pt x="6021" y="1978"/>
                  </a:cubicBezTo>
                  <a:cubicBezTo>
                    <a:pt x="5899" y="1267"/>
                    <a:pt x="5676" y="479"/>
                    <a:pt x="5044" y="145"/>
                  </a:cubicBezTo>
                  <a:cubicBezTo>
                    <a:pt x="4856" y="48"/>
                    <a:pt x="4651" y="3"/>
                    <a:pt x="4446" y="3"/>
                  </a:cubicBezTo>
                  <a:cubicBezTo>
                    <a:pt x="4043" y="3"/>
                    <a:pt x="3634" y="173"/>
                    <a:pt x="3333" y="445"/>
                  </a:cubicBezTo>
                  <a:cubicBezTo>
                    <a:pt x="2889" y="867"/>
                    <a:pt x="2655" y="1478"/>
                    <a:pt x="2566" y="2078"/>
                  </a:cubicBezTo>
                  <a:cubicBezTo>
                    <a:pt x="2333" y="1667"/>
                    <a:pt x="1867" y="1390"/>
                    <a:pt x="1388" y="1390"/>
                  </a:cubicBezTo>
                  <a:cubicBezTo>
                    <a:pt x="911" y="1390"/>
                    <a:pt x="445" y="1678"/>
                    <a:pt x="222" y="2089"/>
                  </a:cubicBezTo>
                  <a:cubicBezTo>
                    <a:pt x="23" y="2456"/>
                    <a:pt x="0" y="2889"/>
                    <a:pt x="45" y="3289"/>
                  </a:cubicBezTo>
                  <a:cubicBezTo>
                    <a:pt x="134" y="4222"/>
                    <a:pt x="544" y="5233"/>
                    <a:pt x="1222" y="5888"/>
                  </a:cubicBezTo>
                  <a:cubicBezTo>
                    <a:pt x="1356" y="6011"/>
                    <a:pt x="1511" y="6088"/>
                    <a:pt x="1677" y="6144"/>
                  </a:cubicBezTo>
                  <a:cubicBezTo>
                    <a:pt x="1944" y="6230"/>
                    <a:pt x="2255" y="6254"/>
                    <a:pt x="2572" y="6254"/>
                  </a:cubicBezTo>
                  <a:cubicBezTo>
                    <a:pt x="2993" y="6254"/>
                    <a:pt x="3423" y="6211"/>
                    <a:pt x="3766" y="6211"/>
                  </a:cubicBezTo>
                  <a:lnTo>
                    <a:pt x="7421" y="6211"/>
                  </a:lnTo>
                  <a:cubicBezTo>
                    <a:pt x="8665" y="6211"/>
                    <a:pt x="9954" y="6290"/>
                    <a:pt x="11227" y="6290"/>
                  </a:cubicBezTo>
                  <a:cubicBezTo>
                    <a:pt x="11864" y="6290"/>
                    <a:pt x="12497" y="6270"/>
                    <a:pt x="13119" y="6211"/>
                  </a:cubicBezTo>
                  <a:cubicBezTo>
                    <a:pt x="14420" y="6088"/>
                    <a:pt x="15608" y="5177"/>
                    <a:pt x="15841" y="3844"/>
                  </a:cubicBezTo>
                  <a:cubicBezTo>
                    <a:pt x="15897" y="3511"/>
                    <a:pt x="15886" y="3133"/>
                    <a:pt x="15652" y="2878"/>
                  </a:cubicBezTo>
                  <a:cubicBezTo>
                    <a:pt x="15484" y="2689"/>
                    <a:pt x="15247" y="2619"/>
                    <a:pt x="14990" y="2619"/>
                  </a:cubicBezTo>
                  <a:cubicBezTo>
                    <a:pt x="14704" y="2619"/>
                    <a:pt x="14394" y="2706"/>
                    <a:pt x="14131" y="2811"/>
                  </a:cubicBezTo>
                  <a:cubicBezTo>
                    <a:pt x="13552" y="3041"/>
                    <a:pt x="12928" y="3395"/>
                    <a:pt x="12606" y="3894"/>
                  </a:cubicBezTo>
                  <a:lnTo>
                    <a:pt x="12606" y="3894"/>
                  </a:lnTo>
                  <a:cubicBezTo>
                    <a:pt x="12748" y="3463"/>
                    <a:pt x="12892" y="3032"/>
                    <a:pt x="13030" y="2600"/>
                  </a:cubicBezTo>
                  <a:cubicBezTo>
                    <a:pt x="13186" y="2145"/>
                    <a:pt x="13331" y="1678"/>
                    <a:pt x="13297" y="1190"/>
                  </a:cubicBezTo>
                  <a:cubicBezTo>
                    <a:pt x="13264" y="711"/>
                    <a:pt x="13008" y="212"/>
                    <a:pt x="12553" y="56"/>
                  </a:cubicBezTo>
                  <a:cubicBezTo>
                    <a:pt x="12446" y="18"/>
                    <a:pt x="12338" y="0"/>
                    <a:pt x="12229" y="0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3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26"/>
          <p:cNvGrpSpPr/>
          <p:nvPr/>
        </p:nvGrpSpPr>
        <p:grpSpPr>
          <a:xfrm>
            <a:off x="-145733" y="39252"/>
            <a:ext cx="9244604" cy="1474013"/>
            <a:chOff x="-145733" y="39252"/>
            <a:chExt cx="9244604" cy="1474013"/>
          </a:xfrm>
        </p:grpSpPr>
        <p:sp>
          <p:nvSpPr>
            <p:cNvPr id="504" name="Google Shape;504;p26"/>
            <p:cNvSpPr/>
            <p:nvPr/>
          </p:nvSpPr>
          <p:spPr>
            <a:xfrm>
              <a:off x="7317033" y="808837"/>
              <a:ext cx="1781838" cy="704428"/>
            </a:xfrm>
            <a:custGeom>
              <a:avLst/>
              <a:gdLst/>
              <a:ahLst/>
              <a:cxnLst/>
              <a:rect l="l" t="t" r="r" b="b"/>
              <a:pathLst>
                <a:path w="12999" h="5139" extrusionOk="0">
                  <a:moveTo>
                    <a:pt x="3629" y="1"/>
                  </a:moveTo>
                  <a:cubicBezTo>
                    <a:pt x="3301" y="1"/>
                    <a:pt x="2966" y="139"/>
                    <a:pt x="2723" y="360"/>
                  </a:cubicBezTo>
                  <a:cubicBezTo>
                    <a:pt x="2356" y="704"/>
                    <a:pt x="2167" y="1204"/>
                    <a:pt x="2101" y="1703"/>
                  </a:cubicBezTo>
                  <a:cubicBezTo>
                    <a:pt x="1901" y="1360"/>
                    <a:pt x="1523" y="1137"/>
                    <a:pt x="1134" y="1137"/>
                  </a:cubicBezTo>
                  <a:cubicBezTo>
                    <a:pt x="745" y="1137"/>
                    <a:pt x="356" y="1370"/>
                    <a:pt x="179" y="1703"/>
                  </a:cubicBezTo>
                  <a:cubicBezTo>
                    <a:pt x="12" y="2004"/>
                    <a:pt x="1" y="2359"/>
                    <a:pt x="35" y="2693"/>
                  </a:cubicBezTo>
                  <a:cubicBezTo>
                    <a:pt x="101" y="3448"/>
                    <a:pt x="445" y="4270"/>
                    <a:pt x="1001" y="4814"/>
                  </a:cubicBezTo>
                  <a:cubicBezTo>
                    <a:pt x="1101" y="4914"/>
                    <a:pt x="1223" y="4981"/>
                    <a:pt x="1368" y="5025"/>
                  </a:cubicBezTo>
                  <a:cubicBezTo>
                    <a:pt x="1575" y="5093"/>
                    <a:pt x="1813" y="5113"/>
                    <a:pt x="2057" y="5113"/>
                  </a:cubicBezTo>
                  <a:cubicBezTo>
                    <a:pt x="2413" y="5113"/>
                    <a:pt x="2781" y="5070"/>
                    <a:pt x="3078" y="5070"/>
                  </a:cubicBezTo>
                  <a:lnTo>
                    <a:pt x="6056" y="5070"/>
                  </a:lnTo>
                  <a:cubicBezTo>
                    <a:pt x="7078" y="5070"/>
                    <a:pt x="8134" y="5139"/>
                    <a:pt x="9176" y="5139"/>
                  </a:cubicBezTo>
                  <a:cubicBezTo>
                    <a:pt x="9697" y="5139"/>
                    <a:pt x="10214" y="5122"/>
                    <a:pt x="10721" y="5070"/>
                  </a:cubicBezTo>
                  <a:cubicBezTo>
                    <a:pt x="11788" y="4969"/>
                    <a:pt x="12754" y="4236"/>
                    <a:pt x="12943" y="3148"/>
                  </a:cubicBezTo>
                  <a:cubicBezTo>
                    <a:pt x="12998" y="2870"/>
                    <a:pt x="12987" y="2559"/>
                    <a:pt x="12798" y="2348"/>
                  </a:cubicBezTo>
                  <a:cubicBezTo>
                    <a:pt x="12657" y="2196"/>
                    <a:pt x="12464" y="2141"/>
                    <a:pt x="12255" y="2141"/>
                  </a:cubicBezTo>
                  <a:cubicBezTo>
                    <a:pt x="12021" y="2141"/>
                    <a:pt x="11766" y="2210"/>
                    <a:pt x="11543" y="2293"/>
                  </a:cubicBezTo>
                  <a:cubicBezTo>
                    <a:pt x="11076" y="2483"/>
                    <a:pt x="10569" y="2768"/>
                    <a:pt x="10305" y="3178"/>
                  </a:cubicBezTo>
                  <a:lnTo>
                    <a:pt x="10305" y="3178"/>
                  </a:lnTo>
                  <a:cubicBezTo>
                    <a:pt x="10421" y="2825"/>
                    <a:pt x="10538" y="2475"/>
                    <a:pt x="10655" y="2126"/>
                  </a:cubicBezTo>
                  <a:cubicBezTo>
                    <a:pt x="10776" y="1748"/>
                    <a:pt x="10899" y="1370"/>
                    <a:pt x="10865" y="970"/>
                  </a:cubicBezTo>
                  <a:cubicBezTo>
                    <a:pt x="10843" y="582"/>
                    <a:pt x="10632" y="170"/>
                    <a:pt x="10255" y="49"/>
                  </a:cubicBezTo>
                  <a:cubicBezTo>
                    <a:pt x="10166" y="16"/>
                    <a:pt x="10076" y="1"/>
                    <a:pt x="9986" y="1"/>
                  </a:cubicBezTo>
                  <a:cubicBezTo>
                    <a:pt x="9615" y="1"/>
                    <a:pt x="9249" y="253"/>
                    <a:pt x="8999" y="548"/>
                  </a:cubicBezTo>
                  <a:cubicBezTo>
                    <a:pt x="8377" y="1293"/>
                    <a:pt x="8199" y="2303"/>
                    <a:pt x="8055" y="3270"/>
                  </a:cubicBezTo>
                  <a:cubicBezTo>
                    <a:pt x="8066" y="3004"/>
                    <a:pt x="8077" y="2725"/>
                    <a:pt x="7999" y="2470"/>
                  </a:cubicBezTo>
                  <a:cubicBezTo>
                    <a:pt x="7910" y="2214"/>
                    <a:pt x="7700" y="1982"/>
                    <a:pt x="7433" y="1948"/>
                  </a:cubicBezTo>
                  <a:cubicBezTo>
                    <a:pt x="7419" y="1947"/>
                    <a:pt x="7405" y="1946"/>
                    <a:pt x="7391" y="1946"/>
                  </a:cubicBezTo>
                  <a:cubicBezTo>
                    <a:pt x="7128" y="1946"/>
                    <a:pt x="6881" y="2138"/>
                    <a:pt x="6755" y="2370"/>
                  </a:cubicBezTo>
                  <a:cubicBezTo>
                    <a:pt x="6633" y="2614"/>
                    <a:pt x="6599" y="2903"/>
                    <a:pt x="6577" y="3181"/>
                  </a:cubicBezTo>
                  <a:cubicBezTo>
                    <a:pt x="6478" y="2759"/>
                    <a:pt x="6567" y="2182"/>
                    <a:pt x="6189" y="1970"/>
                  </a:cubicBezTo>
                  <a:cubicBezTo>
                    <a:pt x="6116" y="1934"/>
                    <a:pt x="6036" y="1917"/>
                    <a:pt x="5956" y="1917"/>
                  </a:cubicBezTo>
                  <a:cubicBezTo>
                    <a:pt x="5769" y="1917"/>
                    <a:pt x="5577" y="2008"/>
                    <a:pt x="5444" y="2148"/>
                  </a:cubicBezTo>
                  <a:cubicBezTo>
                    <a:pt x="5266" y="2348"/>
                    <a:pt x="5177" y="2614"/>
                    <a:pt x="5100" y="2870"/>
                  </a:cubicBezTo>
                  <a:cubicBezTo>
                    <a:pt x="5044" y="2448"/>
                    <a:pt x="4989" y="2026"/>
                    <a:pt x="4911" y="1615"/>
                  </a:cubicBezTo>
                  <a:cubicBezTo>
                    <a:pt x="4811" y="1037"/>
                    <a:pt x="4634" y="382"/>
                    <a:pt x="4111" y="115"/>
                  </a:cubicBezTo>
                  <a:cubicBezTo>
                    <a:pt x="3961" y="37"/>
                    <a:pt x="3796" y="1"/>
                    <a:pt x="3629" y="1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6"/>
            <p:cNvSpPr/>
            <p:nvPr/>
          </p:nvSpPr>
          <p:spPr>
            <a:xfrm>
              <a:off x="-145733" y="39252"/>
              <a:ext cx="2179081" cy="862202"/>
            </a:xfrm>
            <a:custGeom>
              <a:avLst/>
              <a:gdLst/>
              <a:ahLst/>
              <a:cxnLst/>
              <a:rect l="l" t="t" r="r" b="b"/>
              <a:pathLst>
                <a:path w="15897" h="6290" extrusionOk="0">
                  <a:moveTo>
                    <a:pt x="12229" y="0"/>
                  </a:moveTo>
                  <a:cubicBezTo>
                    <a:pt x="11775" y="0"/>
                    <a:pt x="11325" y="308"/>
                    <a:pt x="11020" y="667"/>
                  </a:cubicBezTo>
                  <a:cubicBezTo>
                    <a:pt x="10253" y="1578"/>
                    <a:pt x="10043" y="2822"/>
                    <a:pt x="9853" y="4000"/>
                  </a:cubicBezTo>
                  <a:cubicBezTo>
                    <a:pt x="9876" y="3666"/>
                    <a:pt x="9887" y="3333"/>
                    <a:pt x="9787" y="3022"/>
                  </a:cubicBezTo>
                  <a:cubicBezTo>
                    <a:pt x="9676" y="2711"/>
                    <a:pt x="9421" y="2422"/>
                    <a:pt x="9098" y="2389"/>
                  </a:cubicBezTo>
                  <a:cubicBezTo>
                    <a:pt x="9077" y="2387"/>
                    <a:pt x="9055" y="2386"/>
                    <a:pt x="9034" y="2386"/>
                  </a:cubicBezTo>
                  <a:cubicBezTo>
                    <a:pt x="8715" y="2386"/>
                    <a:pt x="8422" y="2619"/>
                    <a:pt x="8276" y="2900"/>
                  </a:cubicBezTo>
                  <a:cubicBezTo>
                    <a:pt x="8110" y="3200"/>
                    <a:pt x="8076" y="3555"/>
                    <a:pt x="8043" y="3900"/>
                  </a:cubicBezTo>
                  <a:cubicBezTo>
                    <a:pt x="7920" y="3367"/>
                    <a:pt x="8043" y="2678"/>
                    <a:pt x="7565" y="2422"/>
                  </a:cubicBezTo>
                  <a:cubicBezTo>
                    <a:pt x="7476" y="2371"/>
                    <a:pt x="7379" y="2348"/>
                    <a:pt x="7281" y="2348"/>
                  </a:cubicBezTo>
                  <a:cubicBezTo>
                    <a:pt x="7059" y="2348"/>
                    <a:pt x="6830" y="2464"/>
                    <a:pt x="6676" y="2634"/>
                  </a:cubicBezTo>
                  <a:cubicBezTo>
                    <a:pt x="6443" y="2878"/>
                    <a:pt x="6343" y="3200"/>
                    <a:pt x="6243" y="3522"/>
                  </a:cubicBezTo>
                  <a:cubicBezTo>
                    <a:pt x="6177" y="3000"/>
                    <a:pt x="6110" y="2489"/>
                    <a:pt x="6021" y="1978"/>
                  </a:cubicBezTo>
                  <a:cubicBezTo>
                    <a:pt x="5899" y="1267"/>
                    <a:pt x="5676" y="479"/>
                    <a:pt x="5044" y="145"/>
                  </a:cubicBezTo>
                  <a:cubicBezTo>
                    <a:pt x="4856" y="48"/>
                    <a:pt x="4651" y="3"/>
                    <a:pt x="4446" y="3"/>
                  </a:cubicBezTo>
                  <a:cubicBezTo>
                    <a:pt x="4043" y="3"/>
                    <a:pt x="3634" y="173"/>
                    <a:pt x="3333" y="445"/>
                  </a:cubicBezTo>
                  <a:cubicBezTo>
                    <a:pt x="2889" y="867"/>
                    <a:pt x="2655" y="1478"/>
                    <a:pt x="2566" y="2078"/>
                  </a:cubicBezTo>
                  <a:cubicBezTo>
                    <a:pt x="2333" y="1667"/>
                    <a:pt x="1867" y="1390"/>
                    <a:pt x="1388" y="1390"/>
                  </a:cubicBezTo>
                  <a:cubicBezTo>
                    <a:pt x="911" y="1390"/>
                    <a:pt x="445" y="1678"/>
                    <a:pt x="222" y="2089"/>
                  </a:cubicBezTo>
                  <a:cubicBezTo>
                    <a:pt x="23" y="2456"/>
                    <a:pt x="0" y="2889"/>
                    <a:pt x="45" y="3289"/>
                  </a:cubicBezTo>
                  <a:cubicBezTo>
                    <a:pt x="134" y="4222"/>
                    <a:pt x="544" y="5233"/>
                    <a:pt x="1222" y="5888"/>
                  </a:cubicBezTo>
                  <a:cubicBezTo>
                    <a:pt x="1356" y="6011"/>
                    <a:pt x="1511" y="6088"/>
                    <a:pt x="1677" y="6144"/>
                  </a:cubicBezTo>
                  <a:cubicBezTo>
                    <a:pt x="1944" y="6230"/>
                    <a:pt x="2255" y="6254"/>
                    <a:pt x="2572" y="6254"/>
                  </a:cubicBezTo>
                  <a:cubicBezTo>
                    <a:pt x="2993" y="6254"/>
                    <a:pt x="3423" y="6211"/>
                    <a:pt x="3766" y="6211"/>
                  </a:cubicBezTo>
                  <a:lnTo>
                    <a:pt x="7421" y="6211"/>
                  </a:lnTo>
                  <a:cubicBezTo>
                    <a:pt x="8665" y="6211"/>
                    <a:pt x="9954" y="6290"/>
                    <a:pt x="11227" y="6290"/>
                  </a:cubicBezTo>
                  <a:cubicBezTo>
                    <a:pt x="11864" y="6290"/>
                    <a:pt x="12497" y="6270"/>
                    <a:pt x="13119" y="6211"/>
                  </a:cubicBezTo>
                  <a:cubicBezTo>
                    <a:pt x="14420" y="6088"/>
                    <a:pt x="15608" y="5177"/>
                    <a:pt x="15841" y="3844"/>
                  </a:cubicBezTo>
                  <a:cubicBezTo>
                    <a:pt x="15897" y="3511"/>
                    <a:pt x="15886" y="3133"/>
                    <a:pt x="15652" y="2878"/>
                  </a:cubicBezTo>
                  <a:cubicBezTo>
                    <a:pt x="15484" y="2689"/>
                    <a:pt x="15247" y="2619"/>
                    <a:pt x="14990" y="2619"/>
                  </a:cubicBezTo>
                  <a:cubicBezTo>
                    <a:pt x="14704" y="2619"/>
                    <a:pt x="14394" y="2706"/>
                    <a:pt x="14131" y="2811"/>
                  </a:cubicBezTo>
                  <a:cubicBezTo>
                    <a:pt x="13552" y="3041"/>
                    <a:pt x="12928" y="3395"/>
                    <a:pt x="12606" y="3894"/>
                  </a:cubicBezTo>
                  <a:lnTo>
                    <a:pt x="12606" y="3894"/>
                  </a:lnTo>
                  <a:cubicBezTo>
                    <a:pt x="12748" y="3463"/>
                    <a:pt x="12892" y="3032"/>
                    <a:pt x="13030" y="2600"/>
                  </a:cubicBezTo>
                  <a:cubicBezTo>
                    <a:pt x="13186" y="2145"/>
                    <a:pt x="13331" y="1678"/>
                    <a:pt x="13297" y="1190"/>
                  </a:cubicBezTo>
                  <a:cubicBezTo>
                    <a:pt x="13264" y="711"/>
                    <a:pt x="13008" y="212"/>
                    <a:pt x="12553" y="56"/>
                  </a:cubicBezTo>
                  <a:cubicBezTo>
                    <a:pt x="12446" y="18"/>
                    <a:pt x="12338" y="0"/>
                    <a:pt x="12229" y="0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4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" name="Google Shape;507;p27"/>
          <p:cNvGrpSpPr/>
          <p:nvPr/>
        </p:nvGrpSpPr>
        <p:grpSpPr>
          <a:xfrm flipH="1">
            <a:off x="-145733" y="39252"/>
            <a:ext cx="9244604" cy="1474013"/>
            <a:chOff x="-145733" y="39252"/>
            <a:chExt cx="9244604" cy="1474013"/>
          </a:xfrm>
        </p:grpSpPr>
        <p:sp>
          <p:nvSpPr>
            <p:cNvPr id="508" name="Google Shape;508;p27"/>
            <p:cNvSpPr/>
            <p:nvPr/>
          </p:nvSpPr>
          <p:spPr>
            <a:xfrm flipH="1">
              <a:off x="7317033" y="808837"/>
              <a:ext cx="1781838" cy="704428"/>
            </a:xfrm>
            <a:custGeom>
              <a:avLst/>
              <a:gdLst/>
              <a:ahLst/>
              <a:cxnLst/>
              <a:rect l="l" t="t" r="r" b="b"/>
              <a:pathLst>
                <a:path w="12999" h="5139" extrusionOk="0">
                  <a:moveTo>
                    <a:pt x="3629" y="1"/>
                  </a:moveTo>
                  <a:cubicBezTo>
                    <a:pt x="3301" y="1"/>
                    <a:pt x="2966" y="139"/>
                    <a:pt x="2723" y="360"/>
                  </a:cubicBezTo>
                  <a:cubicBezTo>
                    <a:pt x="2356" y="704"/>
                    <a:pt x="2167" y="1204"/>
                    <a:pt x="2101" y="1703"/>
                  </a:cubicBezTo>
                  <a:cubicBezTo>
                    <a:pt x="1901" y="1360"/>
                    <a:pt x="1523" y="1137"/>
                    <a:pt x="1134" y="1137"/>
                  </a:cubicBezTo>
                  <a:cubicBezTo>
                    <a:pt x="745" y="1137"/>
                    <a:pt x="356" y="1370"/>
                    <a:pt x="179" y="1703"/>
                  </a:cubicBezTo>
                  <a:cubicBezTo>
                    <a:pt x="12" y="2004"/>
                    <a:pt x="1" y="2359"/>
                    <a:pt x="35" y="2693"/>
                  </a:cubicBezTo>
                  <a:cubicBezTo>
                    <a:pt x="101" y="3448"/>
                    <a:pt x="445" y="4270"/>
                    <a:pt x="1001" y="4814"/>
                  </a:cubicBezTo>
                  <a:cubicBezTo>
                    <a:pt x="1101" y="4914"/>
                    <a:pt x="1223" y="4981"/>
                    <a:pt x="1368" y="5025"/>
                  </a:cubicBezTo>
                  <a:cubicBezTo>
                    <a:pt x="1575" y="5093"/>
                    <a:pt x="1813" y="5113"/>
                    <a:pt x="2057" y="5113"/>
                  </a:cubicBezTo>
                  <a:cubicBezTo>
                    <a:pt x="2413" y="5113"/>
                    <a:pt x="2781" y="5070"/>
                    <a:pt x="3078" y="5070"/>
                  </a:cubicBezTo>
                  <a:lnTo>
                    <a:pt x="6056" y="5070"/>
                  </a:lnTo>
                  <a:cubicBezTo>
                    <a:pt x="7078" y="5070"/>
                    <a:pt x="8134" y="5139"/>
                    <a:pt x="9176" y="5139"/>
                  </a:cubicBezTo>
                  <a:cubicBezTo>
                    <a:pt x="9697" y="5139"/>
                    <a:pt x="10214" y="5122"/>
                    <a:pt x="10721" y="5070"/>
                  </a:cubicBezTo>
                  <a:cubicBezTo>
                    <a:pt x="11788" y="4969"/>
                    <a:pt x="12754" y="4236"/>
                    <a:pt x="12943" y="3148"/>
                  </a:cubicBezTo>
                  <a:cubicBezTo>
                    <a:pt x="12998" y="2870"/>
                    <a:pt x="12987" y="2559"/>
                    <a:pt x="12798" y="2348"/>
                  </a:cubicBezTo>
                  <a:cubicBezTo>
                    <a:pt x="12657" y="2196"/>
                    <a:pt x="12464" y="2141"/>
                    <a:pt x="12255" y="2141"/>
                  </a:cubicBezTo>
                  <a:cubicBezTo>
                    <a:pt x="12021" y="2141"/>
                    <a:pt x="11766" y="2210"/>
                    <a:pt x="11543" y="2293"/>
                  </a:cubicBezTo>
                  <a:cubicBezTo>
                    <a:pt x="11076" y="2483"/>
                    <a:pt x="10569" y="2768"/>
                    <a:pt x="10305" y="3178"/>
                  </a:cubicBezTo>
                  <a:lnTo>
                    <a:pt x="10305" y="3178"/>
                  </a:lnTo>
                  <a:cubicBezTo>
                    <a:pt x="10421" y="2825"/>
                    <a:pt x="10538" y="2475"/>
                    <a:pt x="10655" y="2126"/>
                  </a:cubicBezTo>
                  <a:cubicBezTo>
                    <a:pt x="10776" y="1748"/>
                    <a:pt x="10899" y="1370"/>
                    <a:pt x="10865" y="970"/>
                  </a:cubicBezTo>
                  <a:cubicBezTo>
                    <a:pt x="10843" y="582"/>
                    <a:pt x="10632" y="170"/>
                    <a:pt x="10255" y="49"/>
                  </a:cubicBezTo>
                  <a:cubicBezTo>
                    <a:pt x="10166" y="16"/>
                    <a:pt x="10076" y="1"/>
                    <a:pt x="9986" y="1"/>
                  </a:cubicBezTo>
                  <a:cubicBezTo>
                    <a:pt x="9615" y="1"/>
                    <a:pt x="9249" y="253"/>
                    <a:pt x="8999" y="548"/>
                  </a:cubicBezTo>
                  <a:cubicBezTo>
                    <a:pt x="8377" y="1293"/>
                    <a:pt x="8199" y="2303"/>
                    <a:pt x="8055" y="3270"/>
                  </a:cubicBezTo>
                  <a:cubicBezTo>
                    <a:pt x="8066" y="3004"/>
                    <a:pt x="8077" y="2725"/>
                    <a:pt x="7999" y="2470"/>
                  </a:cubicBezTo>
                  <a:cubicBezTo>
                    <a:pt x="7910" y="2214"/>
                    <a:pt x="7700" y="1982"/>
                    <a:pt x="7433" y="1948"/>
                  </a:cubicBezTo>
                  <a:cubicBezTo>
                    <a:pt x="7419" y="1947"/>
                    <a:pt x="7405" y="1946"/>
                    <a:pt x="7391" y="1946"/>
                  </a:cubicBezTo>
                  <a:cubicBezTo>
                    <a:pt x="7128" y="1946"/>
                    <a:pt x="6881" y="2138"/>
                    <a:pt x="6755" y="2370"/>
                  </a:cubicBezTo>
                  <a:cubicBezTo>
                    <a:pt x="6633" y="2614"/>
                    <a:pt x="6599" y="2903"/>
                    <a:pt x="6577" y="3181"/>
                  </a:cubicBezTo>
                  <a:cubicBezTo>
                    <a:pt x="6478" y="2759"/>
                    <a:pt x="6567" y="2182"/>
                    <a:pt x="6189" y="1970"/>
                  </a:cubicBezTo>
                  <a:cubicBezTo>
                    <a:pt x="6116" y="1934"/>
                    <a:pt x="6036" y="1917"/>
                    <a:pt x="5956" y="1917"/>
                  </a:cubicBezTo>
                  <a:cubicBezTo>
                    <a:pt x="5769" y="1917"/>
                    <a:pt x="5577" y="2008"/>
                    <a:pt x="5444" y="2148"/>
                  </a:cubicBezTo>
                  <a:cubicBezTo>
                    <a:pt x="5266" y="2348"/>
                    <a:pt x="5177" y="2614"/>
                    <a:pt x="5100" y="2870"/>
                  </a:cubicBezTo>
                  <a:cubicBezTo>
                    <a:pt x="5044" y="2448"/>
                    <a:pt x="4989" y="2026"/>
                    <a:pt x="4911" y="1615"/>
                  </a:cubicBezTo>
                  <a:cubicBezTo>
                    <a:pt x="4811" y="1037"/>
                    <a:pt x="4634" y="382"/>
                    <a:pt x="4111" y="115"/>
                  </a:cubicBezTo>
                  <a:cubicBezTo>
                    <a:pt x="3961" y="37"/>
                    <a:pt x="3796" y="1"/>
                    <a:pt x="3629" y="1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7"/>
            <p:cNvSpPr/>
            <p:nvPr/>
          </p:nvSpPr>
          <p:spPr>
            <a:xfrm flipH="1">
              <a:off x="-145733" y="39252"/>
              <a:ext cx="2179081" cy="862202"/>
            </a:xfrm>
            <a:custGeom>
              <a:avLst/>
              <a:gdLst/>
              <a:ahLst/>
              <a:cxnLst/>
              <a:rect l="l" t="t" r="r" b="b"/>
              <a:pathLst>
                <a:path w="15897" h="6290" extrusionOk="0">
                  <a:moveTo>
                    <a:pt x="12229" y="0"/>
                  </a:moveTo>
                  <a:cubicBezTo>
                    <a:pt x="11775" y="0"/>
                    <a:pt x="11325" y="308"/>
                    <a:pt x="11020" y="667"/>
                  </a:cubicBezTo>
                  <a:cubicBezTo>
                    <a:pt x="10253" y="1578"/>
                    <a:pt x="10043" y="2822"/>
                    <a:pt x="9853" y="4000"/>
                  </a:cubicBezTo>
                  <a:cubicBezTo>
                    <a:pt x="9876" y="3666"/>
                    <a:pt x="9887" y="3333"/>
                    <a:pt x="9787" y="3022"/>
                  </a:cubicBezTo>
                  <a:cubicBezTo>
                    <a:pt x="9676" y="2711"/>
                    <a:pt x="9421" y="2422"/>
                    <a:pt x="9098" y="2389"/>
                  </a:cubicBezTo>
                  <a:cubicBezTo>
                    <a:pt x="9077" y="2387"/>
                    <a:pt x="9055" y="2386"/>
                    <a:pt x="9034" y="2386"/>
                  </a:cubicBezTo>
                  <a:cubicBezTo>
                    <a:pt x="8715" y="2386"/>
                    <a:pt x="8422" y="2619"/>
                    <a:pt x="8276" y="2900"/>
                  </a:cubicBezTo>
                  <a:cubicBezTo>
                    <a:pt x="8110" y="3200"/>
                    <a:pt x="8076" y="3555"/>
                    <a:pt x="8043" y="3900"/>
                  </a:cubicBezTo>
                  <a:cubicBezTo>
                    <a:pt x="7920" y="3367"/>
                    <a:pt x="8043" y="2678"/>
                    <a:pt x="7565" y="2422"/>
                  </a:cubicBezTo>
                  <a:cubicBezTo>
                    <a:pt x="7476" y="2371"/>
                    <a:pt x="7379" y="2348"/>
                    <a:pt x="7281" y="2348"/>
                  </a:cubicBezTo>
                  <a:cubicBezTo>
                    <a:pt x="7059" y="2348"/>
                    <a:pt x="6830" y="2464"/>
                    <a:pt x="6676" y="2634"/>
                  </a:cubicBezTo>
                  <a:cubicBezTo>
                    <a:pt x="6443" y="2878"/>
                    <a:pt x="6343" y="3200"/>
                    <a:pt x="6243" y="3522"/>
                  </a:cubicBezTo>
                  <a:cubicBezTo>
                    <a:pt x="6177" y="3000"/>
                    <a:pt x="6110" y="2489"/>
                    <a:pt x="6021" y="1978"/>
                  </a:cubicBezTo>
                  <a:cubicBezTo>
                    <a:pt x="5899" y="1267"/>
                    <a:pt x="5676" y="479"/>
                    <a:pt x="5044" y="145"/>
                  </a:cubicBezTo>
                  <a:cubicBezTo>
                    <a:pt x="4856" y="48"/>
                    <a:pt x="4651" y="3"/>
                    <a:pt x="4446" y="3"/>
                  </a:cubicBezTo>
                  <a:cubicBezTo>
                    <a:pt x="4043" y="3"/>
                    <a:pt x="3634" y="173"/>
                    <a:pt x="3333" y="445"/>
                  </a:cubicBezTo>
                  <a:cubicBezTo>
                    <a:pt x="2889" y="867"/>
                    <a:pt x="2655" y="1478"/>
                    <a:pt x="2566" y="2078"/>
                  </a:cubicBezTo>
                  <a:cubicBezTo>
                    <a:pt x="2333" y="1667"/>
                    <a:pt x="1867" y="1390"/>
                    <a:pt x="1388" y="1390"/>
                  </a:cubicBezTo>
                  <a:cubicBezTo>
                    <a:pt x="911" y="1390"/>
                    <a:pt x="445" y="1678"/>
                    <a:pt x="222" y="2089"/>
                  </a:cubicBezTo>
                  <a:cubicBezTo>
                    <a:pt x="23" y="2456"/>
                    <a:pt x="0" y="2889"/>
                    <a:pt x="45" y="3289"/>
                  </a:cubicBezTo>
                  <a:cubicBezTo>
                    <a:pt x="134" y="4222"/>
                    <a:pt x="544" y="5233"/>
                    <a:pt x="1222" y="5888"/>
                  </a:cubicBezTo>
                  <a:cubicBezTo>
                    <a:pt x="1356" y="6011"/>
                    <a:pt x="1511" y="6088"/>
                    <a:pt x="1677" y="6144"/>
                  </a:cubicBezTo>
                  <a:cubicBezTo>
                    <a:pt x="1944" y="6230"/>
                    <a:pt x="2255" y="6254"/>
                    <a:pt x="2572" y="6254"/>
                  </a:cubicBezTo>
                  <a:cubicBezTo>
                    <a:pt x="2993" y="6254"/>
                    <a:pt x="3423" y="6211"/>
                    <a:pt x="3766" y="6211"/>
                  </a:cubicBezTo>
                  <a:lnTo>
                    <a:pt x="7421" y="6211"/>
                  </a:lnTo>
                  <a:cubicBezTo>
                    <a:pt x="8665" y="6211"/>
                    <a:pt x="9954" y="6290"/>
                    <a:pt x="11227" y="6290"/>
                  </a:cubicBezTo>
                  <a:cubicBezTo>
                    <a:pt x="11864" y="6290"/>
                    <a:pt x="12497" y="6270"/>
                    <a:pt x="13119" y="6211"/>
                  </a:cubicBezTo>
                  <a:cubicBezTo>
                    <a:pt x="14420" y="6088"/>
                    <a:pt x="15608" y="5177"/>
                    <a:pt x="15841" y="3844"/>
                  </a:cubicBezTo>
                  <a:cubicBezTo>
                    <a:pt x="15897" y="3511"/>
                    <a:pt x="15886" y="3133"/>
                    <a:pt x="15652" y="2878"/>
                  </a:cubicBezTo>
                  <a:cubicBezTo>
                    <a:pt x="15484" y="2689"/>
                    <a:pt x="15247" y="2619"/>
                    <a:pt x="14990" y="2619"/>
                  </a:cubicBezTo>
                  <a:cubicBezTo>
                    <a:pt x="14704" y="2619"/>
                    <a:pt x="14394" y="2706"/>
                    <a:pt x="14131" y="2811"/>
                  </a:cubicBezTo>
                  <a:cubicBezTo>
                    <a:pt x="13552" y="3041"/>
                    <a:pt x="12928" y="3395"/>
                    <a:pt x="12606" y="3894"/>
                  </a:cubicBezTo>
                  <a:lnTo>
                    <a:pt x="12606" y="3894"/>
                  </a:lnTo>
                  <a:cubicBezTo>
                    <a:pt x="12748" y="3463"/>
                    <a:pt x="12892" y="3032"/>
                    <a:pt x="13030" y="2600"/>
                  </a:cubicBezTo>
                  <a:cubicBezTo>
                    <a:pt x="13186" y="2145"/>
                    <a:pt x="13331" y="1678"/>
                    <a:pt x="13297" y="1190"/>
                  </a:cubicBezTo>
                  <a:cubicBezTo>
                    <a:pt x="13264" y="711"/>
                    <a:pt x="13008" y="212"/>
                    <a:pt x="12553" y="56"/>
                  </a:cubicBezTo>
                  <a:cubicBezTo>
                    <a:pt x="12446" y="18"/>
                    <a:pt x="12338" y="0"/>
                    <a:pt x="12229" y="0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reckle Face"/>
              <a:buNone/>
              <a:defRPr sz="3500">
                <a:solidFill>
                  <a:schemeClr val="dk1"/>
                </a:solidFill>
                <a:latin typeface="Freckle Face"/>
                <a:ea typeface="Freckle Face"/>
                <a:cs typeface="Freckle Face"/>
                <a:sym typeface="Freckle Fac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reckle Face"/>
              <a:buNone/>
              <a:defRPr sz="3500">
                <a:solidFill>
                  <a:schemeClr val="dk1"/>
                </a:solidFill>
                <a:latin typeface="Freckle Face"/>
                <a:ea typeface="Freckle Face"/>
                <a:cs typeface="Freckle Face"/>
                <a:sym typeface="Freckle Fac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reckle Face"/>
              <a:buNone/>
              <a:defRPr sz="3500">
                <a:solidFill>
                  <a:schemeClr val="dk1"/>
                </a:solidFill>
                <a:latin typeface="Freckle Face"/>
                <a:ea typeface="Freckle Face"/>
                <a:cs typeface="Freckle Face"/>
                <a:sym typeface="Freckle Fac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reckle Face"/>
              <a:buNone/>
              <a:defRPr sz="3500">
                <a:solidFill>
                  <a:schemeClr val="dk1"/>
                </a:solidFill>
                <a:latin typeface="Freckle Face"/>
                <a:ea typeface="Freckle Face"/>
                <a:cs typeface="Freckle Face"/>
                <a:sym typeface="Freckle Fac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reckle Face"/>
              <a:buNone/>
              <a:defRPr sz="3500">
                <a:solidFill>
                  <a:schemeClr val="dk1"/>
                </a:solidFill>
                <a:latin typeface="Freckle Face"/>
                <a:ea typeface="Freckle Face"/>
                <a:cs typeface="Freckle Face"/>
                <a:sym typeface="Freckle Fac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reckle Face"/>
              <a:buNone/>
              <a:defRPr sz="3500">
                <a:solidFill>
                  <a:schemeClr val="dk1"/>
                </a:solidFill>
                <a:latin typeface="Freckle Face"/>
                <a:ea typeface="Freckle Face"/>
                <a:cs typeface="Freckle Face"/>
                <a:sym typeface="Freckle Fac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reckle Face"/>
              <a:buNone/>
              <a:defRPr sz="3500">
                <a:solidFill>
                  <a:schemeClr val="dk1"/>
                </a:solidFill>
                <a:latin typeface="Freckle Face"/>
                <a:ea typeface="Freckle Face"/>
                <a:cs typeface="Freckle Face"/>
                <a:sym typeface="Freckle Fac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reckle Face"/>
              <a:buNone/>
              <a:defRPr sz="3500">
                <a:solidFill>
                  <a:schemeClr val="dk1"/>
                </a:solidFill>
                <a:latin typeface="Freckle Face"/>
                <a:ea typeface="Freckle Face"/>
                <a:cs typeface="Freckle Face"/>
                <a:sym typeface="Freckle Fac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reckle Face"/>
              <a:buNone/>
              <a:defRPr sz="3500">
                <a:solidFill>
                  <a:schemeClr val="dk1"/>
                </a:solidFill>
                <a:latin typeface="Freckle Face"/>
                <a:ea typeface="Freckle Face"/>
                <a:cs typeface="Freckle Face"/>
                <a:sym typeface="Freckle Fac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●"/>
              <a:defRPr sz="16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○"/>
              <a:defRPr sz="16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■"/>
              <a:defRPr sz="16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●"/>
              <a:defRPr sz="16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○"/>
              <a:defRPr sz="16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■"/>
              <a:defRPr sz="16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●"/>
              <a:defRPr sz="16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○"/>
              <a:defRPr sz="16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■"/>
              <a:defRPr sz="16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7" r:id="rId5"/>
    <p:sldLayoutId id="2147483658" r:id="rId6"/>
    <p:sldLayoutId id="2147483659" r:id="rId7"/>
    <p:sldLayoutId id="2147483661" r:id="rId8"/>
    <p:sldLayoutId id="2147483662" r:id="rId9"/>
    <p:sldLayoutId id="2147483667" r:id="rId10"/>
    <p:sldLayoutId id="2147483668" r:id="rId11"/>
    <p:sldLayoutId id="2147483669" r:id="rId12"/>
    <p:sldLayoutId id="2147483671" r:id="rId13"/>
    <p:sldLayoutId id="2147483672" r:id="rId14"/>
    <p:sldLayoutId id="214748367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0"/>
          <p:cNvSpPr/>
          <p:nvPr/>
        </p:nvSpPr>
        <p:spPr>
          <a:xfrm>
            <a:off x="1466691" y="3676725"/>
            <a:ext cx="3851225" cy="888599"/>
          </a:xfrm>
          <a:custGeom>
            <a:avLst/>
            <a:gdLst/>
            <a:ahLst/>
            <a:cxnLst/>
            <a:rect l="l" t="t" r="r" b="b"/>
            <a:pathLst>
              <a:path w="154049" h="17797" extrusionOk="0">
                <a:moveTo>
                  <a:pt x="3238" y="2578"/>
                </a:moveTo>
                <a:lnTo>
                  <a:pt x="7988" y="0"/>
                </a:lnTo>
                <a:lnTo>
                  <a:pt x="64769" y="249"/>
                </a:lnTo>
                <a:lnTo>
                  <a:pt x="83984" y="915"/>
                </a:lnTo>
                <a:lnTo>
                  <a:pt x="148029" y="536"/>
                </a:lnTo>
                <a:lnTo>
                  <a:pt x="151890" y="3318"/>
                </a:lnTo>
                <a:lnTo>
                  <a:pt x="154049" y="8715"/>
                </a:lnTo>
                <a:lnTo>
                  <a:pt x="151776" y="16300"/>
                </a:lnTo>
                <a:lnTo>
                  <a:pt x="144868" y="17797"/>
                </a:lnTo>
                <a:lnTo>
                  <a:pt x="110324" y="17797"/>
                </a:lnTo>
                <a:lnTo>
                  <a:pt x="80098" y="17215"/>
                </a:lnTo>
                <a:lnTo>
                  <a:pt x="9283" y="17631"/>
                </a:lnTo>
                <a:lnTo>
                  <a:pt x="2375" y="14886"/>
                </a:lnTo>
                <a:lnTo>
                  <a:pt x="0" y="7235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0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19" name="Google Shape;519;p30"/>
          <p:cNvSpPr txBox="1">
            <a:spLocks noGrp="1"/>
          </p:cNvSpPr>
          <p:nvPr>
            <p:ph type="ctrTitle"/>
          </p:nvPr>
        </p:nvSpPr>
        <p:spPr>
          <a:xfrm>
            <a:off x="705501" y="780525"/>
            <a:ext cx="5715000" cy="28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Topic</a:t>
            </a:r>
            <a:r>
              <a:rPr lang="pl-PL" dirty="0"/>
              <a:t> </a:t>
            </a:r>
            <a:r>
              <a:rPr lang="pl-PL" dirty="0" err="1"/>
              <a:t>Modelling</a:t>
            </a:r>
            <a:r>
              <a:rPr lang="pl-PL" dirty="0"/>
              <a:t> </a:t>
            </a:r>
            <a:r>
              <a:rPr lang="en" dirty="0"/>
              <a:t>Bigfoot </a:t>
            </a:r>
            <a:r>
              <a:rPr lang="pl-PL" dirty="0" err="1"/>
              <a:t>Sightings</a:t>
            </a:r>
            <a:r>
              <a:rPr lang="pl-PL" dirty="0"/>
              <a:t> Project</a:t>
            </a:r>
            <a:r>
              <a:rPr lang="en" dirty="0"/>
              <a:t> </a:t>
            </a:r>
            <a:endParaRPr dirty="0"/>
          </a:p>
        </p:txBody>
      </p:sp>
      <p:sp>
        <p:nvSpPr>
          <p:cNvPr id="520" name="Google Shape;520;p30"/>
          <p:cNvSpPr txBox="1">
            <a:spLocks noGrp="1"/>
          </p:cNvSpPr>
          <p:nvPr>
            <p:ph type="subTitle" idx="1"/>
          </p:nvPr>
        </p:nvSpPr>
        <p:spPr>
          <a:xfrm>
            <a:off x="1551531" y="3676726"/>
            <a:ext cx="3722493" cy="8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Topic</a:t>
            </a:r>
            <a:r>
              <a:rPr lang="pl-PL" dirty="0"/>
              <a:t> </a:t>
            </a:r>
            <a:r>
              <a:rPr lang="pl-PL" dirty="0" err="1"/>
              <a:t>Modelling</a:t>
            </a:r>
            <a:r>
              <a:rPr lang="pl-PL" dirty="0"/>
              <a:t> – </a:t>
            </a:r>
            <a:r>
              <a:rPr lang="pl-PL" dirty="0" err="1"/>
              <a:t>Autumn</a:t>
            </a:r>
            <a:r>
              <a:rPr lang="pl-PL" dirty="0"/>
              <a:t> 2025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/>
              <a:t>Wojciech Hrycenko</a:t>
            </a:r>
            <a:endParaRPr dirty="0"/>
          </a:p>
        </p:txBody>
      </p:sp>
      <p:grpSp>
        <p:nvGrpSpPr>
          <p:cNvPr id="521" name="Google Shape;521;p30"/>
          <p:cNvGrpSpPr/>
          <p:nvPr/>
        </p:nvGrpSpPr>
        <p:grpSpPr>
          <a:xfrm flipH="1">
            <a:off x="6286674" y="1039689"/>
            <a:ext cx="2769323" cy="5609122"/>
            <a:chOff x="5376275" y="3865225"/>
            <a:chExt cx="384100" cy="777975"/>
          </a:xfrm>
        </p:grpSpPr>
        <p:sp>
          <p:nvSpPr>
            <p:cNvPr id="522" name="Google Shape;522;p30"/>
            <p:cNvSpPr/>
            <p:nvPr/>
          </p:nvSpPr>
          <p:spPr>
            <a:xfrm>
              <a:off x="5655425" y="4064775"/>
              <a:ext cx="104950" cy="211575"/>
            </a:xfrm>
            <a:custGeom>
              <a:avLst/>
              <a:gdLst/>
              <a:ahLst/>
              <a:cxnLst/>
              <a:rect l="l" t="t" r="r" b="b"/>
              <a:pathLst>
                <a:path w="4198" h="8463" extrusionOk="0">
                  <a:moveTo>
                    <a:pt x="741" y="1"/>
                  </a:moveTo>
                  <a:cubicBezTo>
                    <a:pt x="1" y="1"/>
                    <a:pt x="545" y="3055"/>
                    <a:pt x="577" y="3435"/>
                  </a:cubicBezTo>
                  <a:cubicBezTo>
                    <a:pt x="633" y="4146"/>
                    <a:pt x="554" y="4857"/>
                    <a:pt x="599" y="5568"/>
                  </a:cubicBezTo>
                  <a:cubicBezTo>
                    <a:pt x="621" y="5879"/>
                    <a:pt x="665" y="6190"/>
                    <a:pt x="788" y="6468"/>
                  </a:cubicBezTo>
                  <a:cubicBezTo>
                    <a:pt x="976" y="6879"/>
                    <a:pt x="1321" y="7202"/>
                    <a:pt x="1687" y="7479"/>
                  </a:cubicBezTo>
                  <a:cubicBezTo>
                    <a:pt x="2188" y="7857"/>
                    <a:pt x="2743" y="8179"/>
                    <a:pt x="3332" y="8424"/>
                  </a:cubicBezTo>
                  <a:cubicBezTo>
                    <a:pt x="3375" y="8445"/>
                    <a:pt x="3428" y="8462"/>
                    <a:pt x="3478" y="8462"/>
                  </a:cubicBezTo>
                  <a:cubicBezTo>
                    <a:pt x="3505" y="8462"/>
                    <a:pt x="3531" y="8457"/>
                    <a:pt x="3554" y="8446"/>
                  </a:cubicBezTo>
                  <a:cubicBezTo>
                    <a:pt x="3610" y="8424"/>
                    <a:pt x="3632" y="8368"/>
                    <a:pt x="3654" y="8323"/>
                  </a:cubicBezTo>
                  <a:cubicBezTo>
                    <a:pt x="4020" y="7590"/>
                    <a:pt x="4198" y="6691"/>
                    <a:pt x="3854" y="5946"/>
                  </a:cubicBezTo>
                  <a:cubicBezTo>
                    <a:pt x="3665" y="5546"/>
                    <a:pt x="3343" y="5235"/>
                    <a:pt x="3087" y="4869"/>
                  </a:cubicBezTo>
                  <a:cubicBezTo>
                    <a:pt x="2709" y="4336"/>
                    <a:pt x="2465" y="3724"/>
                    <a:pt x="2254" y="3102"/>
                  </a:cubicBezTo>
                  <a:cubicBezTo>
                    <a:pt x="2065" y="2547"/>
                    <a:pt x="1910" y="1991"/>
                    <a:pt x="1699" y="1447"/>
                  </a:cubicBezTo>
                  <a:cubicBezTo>
                    <a:pt x="1554" y="1114"/>
                    <a:pt x="1243" y="169"/>
                    <a:pt x="865" y="25"/>
                  </a:cubicBezTo>
                  <a:cubicBezTo>
                    <a:pt x="820" y="9"/>
                    <a:pt x="779" y="1"/>
                    <a:pt x="741" y="1"/>
                  </a:cubicBezTo>
                  <a:close/>
                </a:path>
              </a:pathLst>
            </a:custGeom>
            <a:solidFill>
              <a:srgbClr val="633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0"/>
            <p:cNvSpPr/>
            <p:nvPr/>
          </p:nvSpPr>
          <p:spPr>
            <a:xfrm>
              <a:off x="5585700" y="4498900"/>
              <a:ext cx="156350" cy="118750"/>
            </a:xfrm>
            <a:custGeom>
              <a:avLst/>
              <a:gdLst/>
              <a:ahLst/>
              <a:cxnLst/>
              <a:rect l="l" t="t" r="r" b="b"/>
              <a:pathLst>
                <a:path w="6254" h="4750" extrusionOk="0">
                  <a:moveTo>
                    <a:pt x="322" y="1"/>
                  </a:moveTo>
                  <a:cubicBezTo>
                    <a:pt x="244" y="901"/>
                    <a:pt x="100" y="2390"/>
                    <a:pt x="22" y="3289"/>
                  </a:cubicBezTo>
                  <a:cubicBezTo>
                    <a:pt x="11" y="3456"/>
                    <a:pt x="0" y="3634"/>
                    <a:pt x="67" y="3778"/>
                  </a:cubicBezTo>
                  <a:cubicBezTo>
                    <a:pt x="188" y="4022"/>
                    <a:pt x="477" y="4100"/>
                    <a:pt x="744" y="4133"/>
                  </a:cubicBezTo>
                  <a:cubicBezTo>
                    <a:pt x="948" y="4158"/>
                    <a:pt x="1153" y="4170"/>
                    <a:pt x="1359" y="4170"/>
                  </a:cubicBezTo>
                  <a:cubicBezTo>
                    <a:pt x="1714" y="4170"/>
                    <a:pt x="2070" y="4133"/>
                    <a:pt x="2422" y="4056"/>
                  </a:cubicBezTo>
                  <a:cubicBezTo>
                    <a:pt x="2810" y="3978"/>
                    <a:pt x="3188" y="3856"/>
                    <a:pt x="3577" y="3844"/>
                  </a:cubicBezTo>
                  <a:cubicBezTo>
                    <a:pt x="3965" y="3844"/>
                    <a:pt x="4377" y="3978"/>
                    <a:pt x="4577" y="4311"/>
                  </a:cubicBezTo>
                  <a:cubicBezTo>
                    <a:pt x="4643" y="4422"/>
                    <a:pt x="4676" y="4555"/>
                    <a:pt x="4765" y="4656"/>
                  </a:cubicBezTo>
                  <a:cubicBezTo>
                    <a:pt x="4817" y="4714"/>
                    <a:pt x="4899" y="4749"/>
                    <a:pt x="4975" y="4749"/>
                  </a:cubicBezTo>
                  <a:cubicBezTo>
                    <a:pt x="5031" y="4749"/>
                    <a:pt x="5083" y="4731"/>
                    <a:pt x="5121" y="4689"/>
                  </a:cubicBezTo>
                  <a:cubicBezTo>
                    <a:pt x="5187" y="4611"/>
                    <a:pt x="5187" y="4489"/>
                    <a:pt x="5165" y="4389"/>
                  </a:cubicBezTo>
                  <a:cubicBezTo>
                    <a:pt x="5099" y="4034"/>
                    <a:pt x="4932" y="3711"/>
                    <a:pt x="4699" y="3445"/>
                  </a:cubicBezTo>
                  <a:lnTo>
                    <a:pt x="4699" y="3445"/>
                  </a:lnTo>
                  <a:cubicBezTo>
                    <a:pt x="4943" y="3711"/>
                    <a:pt x="5199" y="3967"/>
                    <a:pt x="5443" y="4234"/>
                  </a:cubicBezTo>
                  <a:cubicBezTo>
                    <a:pt x="5478" y="4269"/>
                    <a:pt x="5534" y="4310"/>
                    <a:pt x="5588" y="4310"/>
                  </a:cubicBezTo>
                  <a:cubicBezTo>
                    <a:pt x="5603" y="4310"/>
                    <a:pt x="5618" y="4307"/>
                    <a:pt x="5632" y="4300"/>
                  </a:cubicBezTo>
                  <a:cubicBezTo>
                    <a:pt x="5676" y="4267"/>
                    <a:pt x="5688" y="4200"/>
                    <a:pt x="5688" y="4145"/>
                  </a:cubicBezTo>
                  <a:cubicBezTo>
                    <a:pt x="5688" y="3789"/>
                    <a:pt x="5532" y="3445"/>
                    <a:pt x="5276" y="3222"/>
                  </a:cubicBezTo>
                  <a:lnTo>
                    <a:pt x="5276" y="3222"/>
                  </a:lnTo>
                  <a:cubicBezTo>
                    <a:pt x="5488" y="3400"/>
                    <a:pt x="5710" y="3567"/>
                    <a:pt x="5921" y="3745"/>
                  </a:cubicBezTo>
                  <a:cubicBezTo>
                    <a:pt x="5954" y="3767"/>
                    <a:pt x="5987" y="3800"/>
                    <a:pt x="6021" y="3800"/>
                  </a:cubicBezTo>
                  <a:cubicBezTo>
                    <a:pt x="6029" y="3802"/>
                    <a:pt x="6036" y="3802"/>
                    <a:pt x="6044" y="3802"/>
                  </a:cubicBezTo>
                  <a:cubicBezTo>
                    <a:pt x="6141" y="3802"/>
                    <a:pt x="6199" y="3671"/>
                    <a:pt x="6209" y="3567"/>
                  </a:cubicBezTo>
                  <a:cubicBezTo>
                    <a:pt x="6254" y="3111"/>
                    <a:pt x="5943" y="2711"/>
                    <a:pt x="5554" y="2523"/>
                  </a:cubicBezTo>
                  <a:cubicBezTo>
                    <a:pt x="5177" y="2323"/>
                    <a:pt x="4721" y="2289"/>
                    <a:pt x="4288" y="2267"/>
                  </a:cubicBezTo>
                  <a:cubicBezTo>
                    <a:pt x="3588" y="2223"/>
                    <a:pt x="2877" y="2167"/>
                    <a:pt x="2177" y="2123"/>
                  </a:cubicBezTo>
                  <a:cubicBezTo>
                    <a:pt x="1944" y="2111"/>
                    <a:pt x="1666" y="2056"/>
                    <a:pt x="1600" y="1834"/>
                  </a:cubicBezTo>
                  <a:cubicBezTo>
                    <a:pt x="1577" y="1756"/>
                    <a:pt x="1588" y="1667"/>
                    <a:pt x="1600" y="1590"/>
                  </a:cubicBezTo>
                  <a:cubicBezTo>
                    <a:pt x="1633" y="1257"/>
                    <a:pt x="1800" y="845"/>
                    <a:pt x="1544" y="667"/>
                  </a:cubicBezTo>
                  <a:cubicBezTo>
                    <a:pt x="1322" y="512"/>
                    <a:pt x="600" y="12"/>
                    <a:pt x="322" y="1"/>
                  </a:cubicBezTo>
                  <a:close/>
                </a:path>
              </a:pathLst>
            </a:custGeom>
            <a:solidFill>
              <a:srgbClr val="D37E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0"/>
            <p:cNvSpPr/>
            <p:nvPr/>
          </p:nvSpPr>
          <p:spPr>
            <a:xfrm>
              <a:off x="5625125" y="4538700"/>
              <a:ext cx="575" cy="5775"/>
            </a:xfrm>
            <a:custGeom>
              <a:avLst/>
              <a:gdLst/>
              <a:ahLst/>
              <a:cxnLst/>
              <a:rect l="l" t="t" r="r" b="b"/>
              <a:pathLst>
                <a:path w="23" h="231" extrusionOk="0">
                  <a:moveTo>
                    <a:pt x="22" y="1"/>
                  </a:moveTo>
                  <a:cubicBezTo>
                    <a:pt x="11" y="77"/>
                    <a:pt x="1" y="154"/>
                    <a:pt x="11" y="231"/>
                  </a:cubicBezTo>
                  <a:lnTo>
                    <a:pt x="23" y="231"/>
                  </a:lnTo>
                  <a:cubicBezTo>
                    <a:pt x="1" y="154"/>
                    <a:pt x="11" y="77"/>
                    <a:pt x="22" y="1"/>
                  </a:cubicBezTo>
                  <a:close/>
                </a:path>
              </a:pathLst>
            </a:custGeom>
            <a:solidFill>
              <a:srgbClr val="D9BB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0"/>
            <p:cNvSpPr/>
            <p:nvPr/>
          </p:nvSpPr>
          <p:spPr>
            <a:xfrm>
              <a:off x="5590400" y="4509450"/>
              <a:ext cx="37525" cy="35025"/>
            </a:xfrm>
            <a:custGeom>
              <a:avLst/>
              <a:gdLst/>
              <a:ahLst/>
              <a:cxnLst/>
              <a:rect l="l" t="t" r="r" b="b"/>
              <a:pathLst>
                <a:path w="1501" h="1401" extrusionOk="0">
                  <a:moveTo>
                    <a:pt x="434" y="1"/>
                  </a:moveTo>
                  <a:cubicBezTo>
                    <a:pt x="423" y="212"/>
                    <a:pt x="256" y="368"/>
                    <a:pt x="56" y="445"/>
                  </a:cubicBezTo>
                  <a:cubicBezTo>
                    <a:pt x="34" y="635"/>
                    <a:pt x="23" y="835"/>
                    <a:pt x="0" y="1045"/>
                  </a:cubicBezTo>
                  <a:cubicBezTo>
                    <a:pt x="111" y="946"/>
                    <a:pt x="223" y="823"/>
                    <a:pt x="334" y="701"/>
                  </a:cubicBezTo>
                  <a:cubicBezTo>
                    <a:pt x="356" y="667"/>
                    <a:pt x="400" y="645"/>
                    <a:pt x="434" y="645"/>
                  </a:cubicBezTo>
                  <a:cubicBezTo>
                    <a:pt x="479" y="645"/>
                    <a:pt x="523" y="679"/>
                    <a:pt x="545" y="723"/>
                  </a:cubicBezTo>
                  <a:cubicBezTo>
                    <a:pt x="734" y="1146"/>
                    <a:pt x="990" y="1401"/>
                    <a:pt x="1323" y="1401"/>
                  </a:cubicBezTo>
                  <a:lnTo>
                    <a:pt x="1400" y="1401"/>
                  </a:lnTo>
                  <a:cubicBezTo>
                    <a:pt x="1389" y="1323"/>
                    <a:pt x="1400" y="1245"/>
                    <a:pt x="1412" y="1168"/>
                  </a:cubicBezTo>
                  <a:cubicBezTo>
                    <a:pt x="1434" y="968"/>
                    <a:pt x="1501" y="756"/>
                    <a:pt x="1501" y="568"/>
                  </a:cubicBezTo>
                  <a:cubicBezTo>
                    <a:pt x="1489" y="512"/>
                    <a:pt x="1489" y="457"/>
                    <a:pt x="1478" y="412"/>
                  </a:cubicBezTo>
                  <a:cubicBezTo>
                    <a:pt x="1389" y="457"/>
                    <a:pt x="1301" y="479"/>
                    <a:pt x="1212" y="479"/>
                  </a:cubicBezTo>
                  <a:lnTo>
                    <a:pt x="1200" y="479"/>
                  </a:lnTo>
                  <a:cubicBezTo>
                    <a:pt x="889" y="479"/>
                    <a:pt x="600" y="268"/>
                    <a:pt x="434" y="1"/>
                  </a:cubicBezTo>
                  <a:close/>
                </a:path>
              </a:pathLst>
            </a:custGeom>
            <a:solidFill>
              <a:srgbClr val="C47B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0"/>
            <p:cNvSpPr/>
            <p:nvPr/>
          </p:nvSpPr>
          <p:spPr>
            <a:xfrm>
              <a:off x="5551525" y="4392500"/>
              <a:ext cx="120275" cy="129025"/>
            </a:xfrm>
            <a:custGeom>
              <a:avLst/>
              <a:gdLst/>
              <a:ahLst/>
              <a:cxnLst/>
              <a:rect l="l" t="t" r="r" b="b"/>
              <a:pathLst>
                <a:path w="4811" h="5161" extrusionOk="0">
                  <a:moveTo>
                    <a:pt x="4751" y="0"/>
                  </a:moveTo>
                  <a:cubicBezTo>
                    <a:pt x="4705" y="0"/>
                    <a:pt x="4230" y="295"/>
                    <a:pt x="3744" y="580"/>
                  </a:cubicBezTo>
                  <a:cubicBezTo>
                    <a:pt x="3256" y="869"/>
                    <a:pt x="2777" y="1158"/>
                    <a:pt x="2722" y="1158"/>
                  </a:cubicBezTo>
                  <a:cubicBezTo>
                    <a:pt x="2644" y="1158"/>
                    <a:pt x="2555" y="1158"/>
                    <a:pt x="2478" y="1169"/>
                  </a:cubicBezTo>
                  <a:cubicBezTo>
                    <a:pt x="2409" y="1169"/>
                    <a:pt x="2341" y="1170"/>
                    <a:pt x="2272" y="1170"/>
                  </a:cubicBezTo>
                  <a:cubicBezTo>
                    <a:pt x="2140" y="1170"/>
                    <a:pt x="2006" y="1165"/>
                    <a:pt x="1866" y="1136"/>
                  </a:cubicBezTo>
                  <a:cubicBezTo>
                    <a:pt x="1678" y="1097"/>
                    <a:pt x="1503" y="1071"/>
                    <a:pt x="1343" y="1071"/>
                  </a:cubicBezTo>
                  <a:cubicBezTo>
                    <a:pt x="947" y="1071"/>
                    <a:pt x="647" y="1233"/>
                    <a:pt x="489" y="1780"/>
                  </a:cubicBezTo>
                  <a:cubicBezTo>
                    <a:pt x="389" y="2124"/>
                    <a:pt x="400" y="2491"/>
                    <a:pt x="412" y="2846"/>
                  </a:cubicBezTo>
                  <a:cubicBezTo>
                    <a:pt x="323" y="2702"/>
                    <a:pt x="189" y="2580"/>
                    <a:pt x="34" y="2513"/>
                  </a:cubicBezTo>
                  <a:lnTo>
                    <a:pt x="34" y="2513"/>
                  </a:lnTo>
                  <a:cubicBezTo>
                    <a:pt x="133" y="3002"/>
                    <a:pt x="301" y="3469"/>
                    <a:pt x="523" y="3901"/>
                  </a:cubicBezTo>
                  <a:cubicBezTo>
                    <a:pt x="367" y="3735"/>
                    <a:pt x="200" y="3590"/>
                    <a:pt x="0" y="3479"/>
                  </a:cubicBezTo>
                  <a:lnTo>
                    <a:pt x="0" y="3479"/>
                  </a:lnTo>
                  <a:cubicBezTo>
                    <a:pt x="78" y="3913"/>
                    <a:pt x="267" y="4313"/>
                    <a:pt x="545" y="4657"/>
                  </a:cubicBezTo>
                  <a:cubicBezTo>
                    <a:pt x="733" y="4901"/>
                    <a:pt x="1000" y="5113"/>
                    <a:pt x="1300" y="5157"/>
                  </a:cubicBezTo>
                  <a:cubicBezTo>
                    <a:pt x="1323" y="5159"/>
                    <a:pt x="1345" y="5161"/>
                    <a:pt x="1368" y="5161"/>
                  </a:cubicBezTo>
                  <a:cubicBezTo>
                    <a:pt x="1661" y="5161"/>
                    <a:pt x="1968" y="4968"/>
                    <a:pt x="1989" y="4679"/>
                  </a:cubicBezTo>
                  <a:cubicBezTo>
                    <a:pt x="2155" y="4946"/>
                    <a:pt x="2444" y="5157"/>
                    <a:pt x="2767" y="5157"/>
                  </a:cubicBezTo>
                  <a:cubicBezTo>
                    <a:pt x="3000" y="5157"/>
                    <a:pt x="3244" y="5002"/>
                    <a:pt x="3333" y="4779"/>
                  </a:cubicBezTo>
                  <a:cubicBezTo>
                    <a:pt x="3367" y="4713"/>
                    <a:pt x="3377" y="4646"/>
                    <a:pt x="3377" y="4568"/>
                  </a:cubicBezTo>
                  <a:cubicBezTo>
                    <a:pt x="3427" y="4776"/>
                    <a:pt x="3635" y="4931"/>
                    <a:pt x="3845" y="4931"/>
                  </a:cubicBezTo>
                  <a:cubicBezTo>
                    <a:pt x="3871" y="4931"/>
                    <a:pt x="3896" y="4928"/>
                    <a:pt x="3922" y="4923"/>
                  </a:cubicBezTo>
                  <a:cubicBezTo>
                    <a:pt x="4566" y="4824"/>
                    <a:pt x="4288" y="3802"/>
                    <a:pt x="4255" y="3390"/>
                  </a:cubicBezTo>
                  <a:cubicBezTo>
                    <a:pt x="4199" y="2679"/>
                    <a:pt x="4811" y="714"/>
                    <a:pt x="4755" y="3"/>
                  </a:cubicBezTo>
                  <a:cubicBezTo>
                    <a:pt x="4755" y="1"/>
                    <a:pt x="4753" y="0"/>
                    <a:pt x="4751" y="0"/>
                  </a:cubicBezTo>
                  <a:close/>
                </a:path>
              </a:pathLst>
            </a:custGeom>
            <a:solidFill>
              <a:srgbClr val="804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5567350" y="4474475"/>
              <a:ext cx="56700" cy="46400"/>
            </a:xfrm>
            <a:custGeom>
              <a:avLst/>
              <a:gdLst/>
              <a:ahLst/>
              <a:cxnLst/>
              <a:rect l="l" t="t" r="r" b="b"/>
              <a:pathLst>
                <a:path w="2268" h="1856" extrusionOk="0">
                  <a:moveTo>
                    <a:pt x="1478" y="412"/>
                  </a:moveTo>
                  <a:cubicBezTo>
                    <a:pt x="1522" y="467"/>
                    <a:pt x="1545" y="556"/>
                    <a:pt x="1522" y="634"/>
                  </a:cubicBezTo>
                  <a:cubicBezTo>
                    <a:pt x="1522" y="678"/>
                    <a:pt x="1500" y="723"/>
                    <a:pt x="1489" y="767"/>
                  </a:cubicBezTo>
                  <a:cubicBezTo>
                    <a:pt x="1467" y="656"/>
                    <a:pt x="1467" y="533"/>
                    <a:pt x="1478" y="412"/>
                  </a:cubicBezTo>
                  <a:close/>
                  <a:moveTo>
                    <a:pt x="90" y="0"/>
                  </a:moveTo>
                  <a:cubicBezTo>
                    <a:pt x="11" y="345"/>
                    <a:pt x="1" y="701"/>
                    <a:pt x="56" y="1034"/>
                  </a:cubicBezTo>
                  <a:cubicBezTo>
                    <a:pt x="78" y="1167"/>
                    <a:pt x="123" y="1333"/>
                    <a:pt x="245" y="1422"/>
                  </a:cubicBezTo>
                  <a:lnTo>
                    <a:pt x="256" y="1434"/>
                  </a:lnTo>
                  <a:cubicBezTo>
                    <a:pt x="310" y="1467"/>
                    <a:pt x="372" y="1483"/>
                    <a:pt x="436" y="1483"/>
                  </a:cubicBezTo>
                  <a:cubicBezTo>
                    <a:pt x="542" y="1483"/>
                    <a:pt x="651" y="1439"/>
                    <a:pt x="734" y="1355"/>
                  </a:cubicBezTo>
                  <a:cubicBezTo>
                    <a:pt x="778" y="1323"/>
                    <a:pt x="811" y="1278"/>
                    <a:pt x="834" y="1222"/>
                  </a:cubicBezTo>
                  <a:lnTo>
                    <a:pt x="900" y="1289"/>
                  </a:lnTo>
                  <a:cubicBezTo>
                    <a:pt x="942" y="1318"/>
                    <a:pt x="989" y="1330"/>
                    <a:pt x="1035" y="1330"/>
                  </a:cubicBezTo>
                  <a:cubicBezTo>
                    <a:pt x="1113" y="1330"/>
                    <a:pt x="1190" y="1297"/>
                    <a:pt x="1245" y="1256"/>
                  </a:cubicBezTo>
                  <a:cubicBezTo>
                    <a:pt x="1345" y="1178"/>
                    <a:pt x="1401" y="1078"/>
                    <a:pt x="1456" y="989"/>
                  </a:cubicBezTo>
                  <a:cubicBezTo>
                    <a:pt x="1545" y="1333"/>
                    <a:pt x="1744" y="1634"/>
                    <a:pt x="2033" y="1834"/>
                  </a:cubicBezTo>
                  <a:lnTo>
                    <a:pt x="2078" y="1856"/>
                  </a:lnTo>
                  <a:lnTo>
                    <a:pt x="2267" y="1367"/>
                  </a:lnTo>
                  <a:lnTo>
                    <a:pt x="2200" y="1333"/>
                  </a:lnTo>
                  <a:lnTo>
                    <a:pt x="2033" y="1745"/>
                  </a:lnTo>
                  <a:cubicBezTo>
                    <a:pt x="1767" y="1545"/>
                    <a:pt x="1578" y="1234"/>
                    <a:pt x="1512" y="900"/>
                  </a:cubicBezTo>
                  <a:cubicBezTo>
                    <a:pt x="1545" y="822"/>
                    <a:pt x="1589" y="733"/>
                    <a:pt x="1600" y="645"/>
                  </a:cubicBezTo>
                  <a:cubicBezTo>
                    <a:pt x="1623" y="523"/>
                    <a:pt x="1589" y="367"/>
                    <a:pt x="1478" y="301"/>
                  </a:cubicBezTo>
                  <a:lnTo>
                    <a:pt x="1423" y="278"/>
                  </a:lnTo>
                  <a:lnTo>
                    <a:pt x="1411" y="333"/>
                  </a:lnTo>
                  <a:cubicBezTo>
                    <a:pt x="1389" y="511"/>
                    <a:pt x="1389" y="701"/>
                    <a:pt x="1423" y="878"/>
                  </a:cubicBezTo>
                  <a:cubicBezTo>
                    <a:pt x="1411" y="900"/>
                    <a:pt x="1411" y="923"/>
                    <a:pt x="1401" y="945"/>
                  </a:cubicBezTo>
                  <a:cubicBezTo>
                    <a:pt x="1345" y="1022"/>
                    <a:pt x="1289" y="1123"/>
                    <a:pt x="1201" y="1189"/>
                  </a:cubicBezTo>
                  <a:cubicBezTo>
                    <a:pt x="1155" y="1227"/>
                    <a:pt x="1090" y="1254"/>
                    <a:pt x="1028" y="1254"/>
                  </a:cubicBezTo>
                  <a:cubicBezTo>
                    <a:pt x="998" y="1254"/>
                    <a:pt x="970" y="1248"/>
                    <a:pt x="945" y="1234"/>
                  </a:cubicBezTo>
                  <a:lnTo>
                    <a:pt x="945" y="1222"/>
                  </a:lnTo>
                  <a:cubicBezTo>
                    <a:pt x="900" y="1200"/>
                    <a:pt x="878" y="1156"/>
                    <a:pt x="867" y="1111"/>
                  </a:cubicBezTo>
                  <a:cubicBezTo>
                    <a:pt x="890" y="1034"/>
                    <a:pt x="890" y="945"/>
                    <a:pt x="878" y="867"/>
                  </a:cubicBezTo>
                  <a:lnTo>
                    <a:pt x="834" y="678"/>
                  </a:lnTo>
                  <a:lnTo>
                    <a:pt x="801" y="867"/>
                  </a:lnTo>
                  <a:cubicBezTo>
                    <a:pt x="778" y="967"/>
                    <a:pt x="778" y="1044"/>
                    <a:pt x="789" y="1111"/>
                  </a:cubicBezTo>
                  <a:cubicBezTo>
                    <a:pt x="778" y="1189"/>
                    <a:pt x="734" y="1256"/>
                    <a:pt x="690" y="1311"/>
                  </a:cubicBezTo>
                  <a:cubicBezTo>
                    <a:pt x="625" y="1376"/>
                    <a:pt x="538" y="1410"/>
                    <a:pt x="454" y="1410"/>
                  </a:cubicBezTo>
                  <a:cubicBezTo>
                    <a:pt x="394" y="1410"/>
                    <a:pt x="336" y="1393"/>
                    <a:pt x="290" y="1355"/>
                  </a:cubicBezTo>
                  <a:cubicBezTo>
                    <a:pt x="189" y="1289"/>
                    <a:pt x="145" y="1133"/>
                    <a:pt x="134" y="1022"/>
                  </a:cubicBezTo>
                  <a:cubicBezTo>
                    <a:pt x="78" y="689"/>
                    <a:pt x="90" y="345"/>
                    <a:pt x="156" y="22"/>
                  </a:cubicBezTo>
                  <a:lnTo>
                    <a:pt x="90" y="0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0"/>
            <p:cNvSpPr/>
            <p:nvPr/>
          </p:nvSpPr>
          <p:spPr>
            <a:xfrm>
              <a:off x="5731225" y="4579150"/>
              <a:ext cx="10725" cy="13375"/>
            </a:xfrm>
            <a:custGeom>
              <a:avLst/>
              <a:gdLst/>
              <a:ahLst/>
              <a:cxnLst/>
              <a:rect l="l" t="t" r="r" b="b"/>
              <a:pathLst>
                <a:path w="429" h="535" extrusionOk="0">
                  <a:moveTo>
                    <a:pt x="375" y="1"/>
                  </a:moveTo>
                  <a:cubicBezTo>
                    <a:pt x="358" y="1"/>
                    <a:pt x="334" y="8"/>
                    <a:pt x="300" y="24"/>
                  </a:cubicBezTo>
                  <a:cubicBezTo>
                    <a:pt x="188" y="68"/>
                    <a:pt x="89" y="135"/>
                    <a:pt x="0" y="202"/>
                  </a:cubicBezTo>
                  <a:cubicBezTo>
                    <a:pt x="55" y="323"/>
                    <a:pt x="144" y="434"/>
                    <a:pt x="255" y="523"/>
                  </a:cubicBezTo>
                  <a:cubicBezTo>
                    <a:pt x="267" y="523"/>
                    <a:pt x="277" y="535"/>
                    <a:pt x="277" y="535"/>
                  </a:cubicBezTo>
                  <a:cubicBezTo>
                    <a:pt x="300" y="535"/>
                    <a:pt x="311" y="501"/>
                    <a:pt x="322" y="479"/>
                  </a:cubicBezTo>
                  <a:cubicBezTo>
                    <a:pt x="344" y="379"/>
                    <a:pt x="366" y="268"/>
                    <a:pt x="388" y="157"/>
                  </a:cubicBezTo>
                  <a:cubicBezTo>
                    <a:pt x="405" y="73"/>
                    <a:pt x="429" y="1"/>
                    <a:pt x="375" y="1"/>
                  </a:cubicBezTo>
                  <a:close/>
                </a:path>
              </a:pathLst>
            </a:custGeom>
            <a:solidFill>
              <a:srgbClr val="F7AD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0"/>
            <p:cNvSpPr/>
            <p:nvPr/>
          </p:nvSpPr>
          <p:spPr>
            <a:xfrm>
              <a:off x="5719550" y="4592825"/>
              <a:ext cx="7375" cy="10525"/>
            </a:xfrm>
            <a:custGeom>
              <a:avLst/>
              <a:gdLst/>
              <a:ahLst/>
              <a:cxnLst/>
              <a:rect l="l" t="t" r="r" b="b"/>
              <a:pathLst>
                <a:path w="295" h="421" extrusionOk="0">
                  <a:moveTo>
                    <a:pt x="262" y="0"/>
                  </a:moveTo>
                  <a:cubicBezTo>
                    <a:pt x="249" y="0"/>
                    <a:pt x="229" y="10"/>
                    <a:pt x="200" y="32"/>
                  </a:cubicBezTo>
                  <a:cubicBezTo>
                    <a:pt x="134" y="87"/>
                    <a:pt x="67" y="154"/>
                    <a:pt x="0" y="221"/>
                  </a:cubicBezTo>
                  <a:cubicBezTo>
                    <a:pt x="67" y="310"/>
                    <a:pt x="156" y="376"/>
                    <a:pt x="256" y="421"/>
                  </a:cubicBezTo>
                  <a:lnTo>
                    <a:pt x="278" y="421"/>
                  </a:lnTo>
                  <a:cubicBezTo>
                    <a:pt x="289" y="421"/>
                    <a:pt x="289" y="398"/>
                    <a:pt x="289" y="388"/>
                  </a:cubicBezTo>
                  <a:lnTo>
                    <a:pt x="289" y="121"/>
                  </a:lnTo>
                  <a:cubicBezTo>
                    <a:pt x="289" y="58"/>
                    <a:pt x="295" y="0"/>
                    <a:pt x="262" y="0"/>
                  </a:cubicBezTo>
                  <a:close/>
                </a:path>
              </a:pathLst>
            </a:custGeom>
            <a:solidFill>
              <a:srgbClr val="F7AD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5704000" y="4604650"/>
              <a:ext cx="8475" cy="12325"/>
            </a:xfrm>
            <a:custGeom>
              <a:avLst/>
              <a:gdLst/>
              <a:ahLst/>
              <a:cxnLst/>
              <a:rect l="l" t="t" r="r" b="b"/>
              <a:pathLst>
                <a:path w="339" h="493" extrusionOk="0">
                  <a:moveTo>
                    <a:pt x="302" y="0"/>
                  </a:moveTo>
                  <a:cubicBezTo>
                    <a:pt x="287" y="0"/>
                    <a:pt x="265" y="11"/>
                    <a:pt x="233" y="37"/>
                  </a:cubicBezTo>
                  <a:cubicBezTo>
                    <a:pt x="144" y="103"/>
                    <a:pt x="78" y="170"/>
                    <a:pt x="0" y="248"/>
                  </a:cubicBezTo>
                  <a:cubicBezTo>
                    <a:pt x="78" y="348"/>
                    <a:pt x="178" y="437"/>
                    <a:pt x="289" y="481"/>
                  </a:cubicBezTo>
                  <a:cubicBezTo>
                    <a:pt x="300" y="481"/>
                    <a:pt x="311" y="492"/>
                    <a:pt x="311" y="492"/>
                  </a:cubicBezTo>
                  <a:cubicBezTo>
                    <a:pt x="334" y="481"/>
                    <a:pt x="334" y="459"/>
                    <a:pt x="334" y="437"/>
                  </a:cubicBezTo>
                  <a:lnTo>
                    <a:pt x="334" y="137"/>
                  </a:lnTo>
                  <a:cubicBezTo>
                    <a:pt x="334" y="66"/>
                    <a:pt x="339" y="0"/>
                    <a:pt x="302" y="0"/>
                  </a:cubicBezTo>
                  <a:close/>
                </a:path>
              </a:pathLst>
            </a:custGeom>
            <a:solidFill>
              <a:srgbClr val="F7AD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5376275" y="3994925"/>
              <a:ext cx="339125" cy="457900"/>
            </a:xfrm>
            <a:custGeom>
              <a:avLst/>
              <a:gdLst/>
              <a:ahLst/>
              <a:cxnLst/>
              <a:rect l="l" t="t" r="r" b="b"/>
              <a:pathLst>
                <a:path w="13565" h="18316" extrusionOk="0">
                  <a:moveTo>
                    <a:pt x="7204" y="0"/>
                  </a:moveTo>
                  <a:cubicBezTo>
                    <a:pt x="6597" y="0"/>
                    <a:pt x="5997" y="99"/>
                    <a:pt x="5422" y="364"/>
                  </a:cubicBezTo>
                  <a:cubicBezTo>
                    <a:pt x="4556" y="764"/>
                    <a:pt x="3822" y="1397"/>
                    <a:pt x="3189" y="2108"/>
                  </a:cubicBezTo>
                  <a:cubicBezTo>
                    <a:pt x="1634" y="3819"/>
                    <a:pt x="601" y="6041"/>
                    <a:pt x="534" y="8352"/>
                  </a:cubicBezTo>
                  <a:cubicBezTo>
                    <a:pt x="523" y="8552"/>
                    <a:pt x="523" y="8751"/>
                    <a:pt x="623" y="8918"/>
                  </a:cubicBezTo>
                  <a:cubicBezTo>
                    <a:pt x="745" y="8796"/>
                    <a:pt x="867" y="8673"/>
                    <a:pt x="989" y="8562"/>
                  </a:cubicBezTo>
                  <a:lnTo>
                    <a:pt x="989" y="8562"/>
                  </a:lnTo>
                  <a:cubicBezTo>
                    <a:pt x="356" y="10018"/>
                    <a:pt x="1" y="11618"/>
                    <a:pt x="123" y="13206"/>
                  </a:cubicBezTo>
                  <a:cubicBezTo>
                    <a:pt x="179" y="13983"/>
                    <a:pt x="367" y="14750"/>
                    <a:pt x="678" y="15472"/>
                  </a:cubicBezTo>
                  <a:cubicBezTo>
                    <a:pt x="956" y="16116"/>
                    <a:pt x="1401" y="16994"/>
                    <a:pt x="1989" y="17405"/>
                  </a:cubicBezTo>
                  <a:cubicBezTo>
                    <a:pt x="3042" y="18128"/>
                    <a:pt x="4433" y="18316"/>
                    <a:pt x="5723" y="18316"/>
                  </a:cubicBezTo>
                  <a:cubicBezTo>
                    <a:pt x="5999" y="18316"/>
                    <a:pt x="6271" y="18307"/>
                    <a:pt x="6533" y="18294"/>
                  </a:cubicBezTo>
                  <a:cubicBezTo>
                    <a:pt x="7121" y="18261"/>
                    <a:pt x="7710" y="18205"/>
                    <a:pt x="8299" y="18138"/>
                  </a:cubicBezTo>
                  <a:cubicBezTo>
                    <a:pt x="9210" y="18038"/>
                    <a:pt x="10121" y="17861"/>
                    <a:pt x="11021" y="17783"/>
                  </a:cubicBezTo>
                  <a:cubicBezTo>
                    <a:pt x="11854" y="17727"/>
                    <a:pt x="12621" y="17350"/>
                    <a:pt x="13009" y="16583"/>
                  </a:cubicBezTo>
                  <a:cubicBezTo>
                    <a:pt x="13295" y="16030"/>
                    <a:pt x="13328" y="15386"/>
                    <a:pt x="13319" y="14751"/>
                  </a:cubicBezTo>
                  <a:lnTo>
                    <a:pt x="13319" y="14751"/>
                  </a:lnTo>
                  <a:cubicBezTo>
                    <a:pt x="13326" y="14770"/>
                    <a:pt x="13333" y="14788"/>
                    <a:pt x="13342" y="14805"/>
                  </a:cubicBezTo>
                  <a:cubicBezTo>
                    <a:pt x="13420" y="14617"/>
                    <a:pt x="13443" y="14417"/>
                    <a:pt x="13453" y="14217"/>
                  </a:cubicBezTo>
                  <a:cubicBezTo>
                    <a:pt x="13564" y="11806"/>
                    <a:pt x="11876" y="9773"/>
                    <a:pt x="11809" y="7429"/>
                  </a:cubicBezTo>
                  <a:cubicBezTo>
                    <a:pt x="11799" y="7063"/>
                    <a:pt x="11821" y="6696"/>
                    <a:pt x="11910" y="6308"/>
                  </a:cubicBezTo>
                  <a:cubicBezTo>
                    <a:pt x="11976" y="5996"/>
                    <a:pt x="12076" y="5685"/>
                    <a:pt x="12142" y="5363"/>
                  </a:cubicBezTo>
                  <a:cubicBezTo>
                    <a:pt x="12342" y="4274"/>
                    <a:pt x="11987" y="3130"/>
                    <a:pt x="11431" y="2163"/>
                  </a:cubicBezTo>
                  <a:cubicBezTo>
                    <a:pt x="10854" y="1164"/>
                    <a:pt x="10098" y="475"/>
                    <a:pt x="8977" y="220"/>
                  </a:cubicBezTo>
                  <a:cubicBezTo>
                    <a:pt x="8391" y="94"/>
                    <a:pt x="7794" y="0"/>
                    <a:pt x="7204" y="0"/>
                  </a:cubicBezTo>
                  <a:close/>
                </a:path>
              </a:pathLst>
            </a:custGeom>
            <a:solidFill>
              <a:srgbClr val="774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5520700" y="3995675"/>
              <a:ext cx="150000" cy="70000"/>
            </a:xfrm>
            <a:custGeom>
              <a:avLst/>
              <a:gdLst/>
              <a:ahLst/>
              <a:cxnLst/>
              <a:rect l="l" t="t" r="r" b="b"/>
              <a:pathLst>
                <a:path w="6000" h="2800" extrusionOk="0">
                  <a:moveTo>
                    <a:pt x="2267" y="23"/>
                  </a:moveTo>
                  <a:cubicBezTo>
                    <a:pt x="2578" y="67"/>
                    <a:pt x="2889" y="123"/>
                    <a:pt x="3200" y="190"/>
                  </a:cubicBezTo>
                  <a:cubicBezTo>
                    <a:pt x="4321" y="445"/>
                    <a:pt x="5077" y="1134"/>
                    <a:pt x="5654" y="2133"/>
                  </a:cubicBezTo>
                  <a:cubicBezTo>
                    <a:pt x="5788" y="2345"/>
                    <a:pt x="5899" y="2578"/>
                    <a:pt x="5999" y="2800"/>
                  </a:cubicBezTo>
                  <a:lnTo>
                    <a:pt x="5999" y="2800"/>
                  </a:lnTo>
                  <a:cubicBezTo>
                    <a:pt x="5899" y="2578"/>
                    <a:pt x="5788" y="2345"/>
                    <a:pt x="5654" y="2133"/>
                  </a:cubicBezTo>
                  <a:cubicBezTo>
                    <a:pt x="5077" y="1134"/>
                    <a:pt x="4321" y="445"/>
                    <a:pt x="3200" y="190"/>
                  </a:cubicBezTo>
                  <a:cubicBezTo>
                    <a:pt x="2889" y="123"/>
                    <a:pt x="2578" y="67"/>
                    <a:pt x="2267" y="23"/>
                  </a:cubicBezTo>
                  <a:close/>
                  <a:moveTo>
                    <a:pt x="823" y="1"/>
                  </a:moveTo>
                  <a:cubicBezTo>
                    <a:pt x="544" y="34"/>
                    <a:pt x="267" y="101"/>
                    <a:pt x="1" y="190"/>
                  </a:cubicBezTo>
                  <a:cubicBezTo>
                    <a:pt x="267" y="101"/>
                    <a:pt x="544" y="34"/>
                    <a:pt x="823" y="1"/>
                  </a:cubicBezTo>
                  <a:close/>
                  <a:moveTo>
                    <a:pt x="833" y="1"/>
                  </a:moveTo>
                  <a:lnTo>
                    <a:pt x="823" y="1"/>
                  </a:lnTo>
                  <a:close/>
                </a:path>
              </a:pathLst>
            </a:custGeom>
            <a:solidFill>
              <a:srgbClr val="D8CD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0"/>
            <p:cNvSpPr/>
            <p:nvPr/>
          </p:nvSpPr>
          <p:spPr>
            <a:xfrm>
              <a:off x="5670675" y="4065675"/>
              <a:ext cx="850" cy="2225"/>
            </a:xfrm>
            <a:custGeom>
              <a:avLst/>
              <a:gdLst/>
              <a:ahLst/>
              <a:cxnLst/>
              <a:rect l="l" t="t" r="r" b="b"/>
              <a:pathLst>
                <a:path w="34" h="89" extrusionOk="0">
                  <a:moveTo>
                    <a:pt x="0" y="0"/>
                  </a:moveTo>
                  <a:lnTo>
                    <a:pt x="0" y="0"/>
                  </a:lnTo>
                  <a:cubicBezTo>
                    <a:pt x="11" y="34"/>
                    <a:pt x="23" y="56"/>
                    <a:pt x="33" y="89"/>
                  </a:cubicBezTo>
                  <a:lnTo>
                    <a:pt x="33" y="89"/>
                  </a:lnTo>
                  <a:cubicBezTo>
                    <a:pt x="23" y="56"/>
                    <a:pt x="11" y="34"/>
                    <a:pt x="0" y="0"/>
                  </a:cubicBezTo>
                  <a:close/>
                </a:path>
              </a:pathLst>
            </a:custGeom>
            <a:solidFill>
              <a:srgbClr val="6131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0"/>
            <p:cNvSpPr/>
            <p:nvPr/>
          </p:nvSpPr>
          <p:spPr>
            <a:xfrm>
              <a:off x="5389625" y="4004000"/>
              <a:ext cx="122225" cy="200000"/>
            </a:xfrm>
            <a:custGeom>
              <a:avLst/>
              <a:gdLst/>
              <a:ahLst/>
              <a:cxnLst/>
              <a:rect l="l" t="t" r="r" b="b"/>
              <a:pathLst>
                <a:path w="4889" h="8000" extrusionOk="0">
                  <a:moveTo>
                    <a:pt x="1744" y="2889"/>
                  </a:moveTo>
                  <a:cubicBezTo>
                    <a:pt x="711" y="4389"/>
                    <a:pt x="55" y="6167"/>
                    <a:pt x="0" y="7989"/>
                  </a:cubicBezTo>
                  <a:lnTo>
                    <a:pt x="0" y="7999"/>
                  </a:lnTo>
                  <a:lnTo>
                    <a:pt x="0" y="7989"/>
                  </a:lnTo>
                  <a:cubicBezTo>
                    <a:pt x="55" y="6167"/>
                    <a:pt x="711" y="4389"/>
                    <a:pt x="1744" y="2889"/>
                  </a:cubicBezTo>
                  <a:close/>
                  <a:moveTo>
                    <a:pt x="4888" y="1"/>
                  </a:moveTo>
                  <a:lnTo>
                    <a:pt x="4888" y="1"/>
                  </a:lnTo>
                  <a:cubicBezTo>
                    <a:pt x="4232" y="301"/>
                    <a:pt x="3655" y="734"/>
                    <a:pt x="3133" y="1234"/>
                  </a:cubicBezTo>
                  <a:cubicBezTo>
                    <a:pt x="3655" y="734"/>
                    <a:pt x="4232" y="301"/>
                    <a:pt x="4888" y="1"/>
                  </a:cubicBezTo>
                  <a:close/>
                </a:path>
              </a:pathLst>
            </a:custGeom>
            <a:solidFill>
              <a:srgbClr val="D8CD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0"/>
            <p:cNvSpPr/>
            <p:nvPr/>
          </p:nvSpPr>
          <p:spPr>
            <a:xfrm>
              <a:off x="5671500" y="4103725"/>
              <a:ext cx="10025" cy="117475"/>
            </a:xfrm>
            <a:custGeom>
              <a:avLst/>
              <a:gdLst/>
              <a:ahLst/>
              <a:cxnLst/>
              <a:rect l="l" t="t" r="r" b="b"/>
              <a:pathLst>
                <a:path w="401" h="4699" extrusionOk="0">
                  <a:moveTo>
                    <a:pt x="0" y="3089"/>
                  </a:moveTo>
                  <a:cubicBezTo>
                    <a:pt x="12" y="3644"/>
                    <a:pt x="123" y="4177"/>
                    <a:pt x="278" y="4699"/>
                  </a:cubicBezTo>
                  <a:lnTo>
                    <a:pt x="278" y="4699"/>
                  </a:lnTo>
                  <a:cubicBezTo>
                    <a:pt x="123" y="4177"/>
                    <a:pt x="12" y="3644"/>
                    <a:pt x="0" y="3089"/>
                  </a:cubicBezTo>
                  <a:close/>
                  <a:moveTo>
                    <a:pt x="0" y="2933"/>
                  </a:moveTo>
                  <a:lnTo>
                    <a:pt x="0" y="3077"/>
                  </a:lnTo>
                  <a:lnTo>
                    <a:pt x="0" y="3089"/>
                  </a:lnTo>
                  <a:lnTo>
                    <a:pt x="0" y="3077"/>
                  </a:lnTo>
                  <a:lnTo>
                    <a:pt x="0" y="2933"/>
                  </a:lnTo>
                  <a:close/>
                  <a:moveTo>
                    <a:pt x="189" y="1588"/>
                  </a:moveTo>
                  <a:cubicBezTo>
                    <a:pt x="156" y="1711"/>
                    <a:pt x="123" y="1833"/>
                    <a:pt x="101" y="1956"/>
                  </a:cubicBezTo>
                  <a:cubicBezTo>
                    <a:pt x="34" y="2289"/>
                    <a:pt x="0" y="2610"/>
                    <a:pt x="0" y="2922"/>
                  </a:cubicBezTo>
                  <a:cubicBezTo>
                    <a:pt x="0" y="2610"/>
                    <a:pt x="34" y="2289"/>
                    <a:pt x="101" y="1956"/>
                  </a:cubicBezTo>
                  <a:cubicBezTo>
                    <a:pt x="123" y="1833"/>
                    <a:pt x="156" y="1711"/>
                    <a:pt x="189" y="1588"/>
                  </a:cubicBezTo>
                  <a:close/>
                  <a:moveTo>
                    <a:pt x="378" y="0"/>
                  </a:moveTo>
                  <a:lnTo>
                    <a:pt x="378" y="0"/>
                  </a:lnTo>
                  <a:cubicBezTo>
                    <a:pt x="400" y="344"/>
                    <a:pt x="389" y="678"/>
                    <a:pt x="333" y="1011"/>
                  </a:cubicBezTo>
                  <a:cubicBezTo>
                    <a:pt x="311" y="1100"/>
                    <a:pt x="301" y="1178"/>
                    <a:pt x="278" y="1255"/>
                  </a:cubicBezTo>
                  <a:cubicBezTo>
                    <a:pt x="301" y="1178"/>
                    <a:pt x="311" y="1100"/>
                    <a:pt x="333" y="1011"/>
                  </a:cubicBezTo>
                  <a:cubicBezTo>
                    <a:pt x="389" y="678"/>
                    <a:pt x="400" y="344"/>
                    <a:pt x="378" y="0"/>
                  </a:cubicBezTo>
                  <a:close/>
                </a:path>
              </a:pathLst>
            </a:custGeom>
            <a:solidFill>
              <a:srgbClr val="6131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0"/>
            <p:cNvSpPr/>
            <p:nvPr/>
          </p:nvSpPr>
          <p:spPr>
            <a:xfrm>
              <a:off x="5393225" y="4348675"/>
              <a:ext cx="319400" cy="89150"/>
            </a:xfrm>
            <a:custGeom>
              <a:avLst/>
              <a:gdLst/>
              <a:ahLst/>
              <a:cxnLst/>
              <a:rect l="l" t="t" r="r" b="b"/>
              <a:pathLst>
                <a:path w="12776" h="3566" extrusionOk="0">
                  <a:moveTo>
                    <a:pt x="10854" y="3555"/>
                  </a:moveTo>
                  <a:cubicBezTo>
                    <a:pt x="10842" y="3555"/>
                    <a:pt x="10832" y="3566"/>
                    <a:pt x="10809" y="3566"/>
                  </a:cubicBezTo>
                  <a:lnTo>
                    <a:pt x="10809" y="3566"/>
                  </a:lnTo>
                  <a:cubicBezTo>
                    <a:pt x="10832" y="3566"/>
                    <a:pt x="10842" y="3555"/>
                    <a:pt x="10854" y="3555"/>
                  </a:cubicBezTo>
                  <a:close/>
                  <a:moveTo>
                    <a:pt x="12342" y="2433"/>
                  </a:moveTo>
                  <a:lnTo>
                    <a:pt x="12331" y="2433"/>
                  </a:lnTo>
                  <a:lnTo>
                    <a:pt x="12342" y="2433"/>
                  </a:lnTo>
                  <a:close/>
                  <a:moveTo>
                    <a:pt x="12342" y="2422"/>
                  </a:moveTo>
                  <a:lnTo>
                    <a:pt x="12342" y="2433"/>
                  </a:lnTo>
                  <a:lnTo>
                    <a:pt x="12342" y="2422"/>
                  </a:lnTo>
                  <a:close/>
                  <a:moveTo>
                    <a:pt x="12342" y="2411"/>
                  </a:moveTo>
                  <a:lnTo>
                    <a:pt x="12342" y="2422"/>
                  </a:lnTo>
                  <a:lnTo>
                    <a:pt x="12342" y="2411"/>
                  </a:lnTo>
                  <a:close/>
                  <a:moveTo>
                    <a:pt x="12353" y="2411"/>
                  </a:moveTo>
                  <a:lnTo>
                    <a:pt x="12342" y="2411"/>
                  </a:lnTo>
                  <a:lnTo>
                    <a:pt x="12353" y="2411"/>
                  </a:lnTo>
                  <a:close/>
                  <a:moveTo>
                    <a:pt x="12353" y="2400"/>
                  </a:moveTo>
                  <a:lnTo>
                    <a:pt x="12353" y="2400"/>
                  </a:lnTo>
                  <a:lnTo>
                    <a:pt x="12353" y="2400"/>
                  </a:lnTo>
                  <a:close/>
                  <a:moveTo>
                    <a:pt x="12353" y="2388"/>
                  </a:moveTo>
                  <a:lnTo>
                    <a:pt x="12353" y="2400"/>
                  </a:lnTo>
                  <a:lnTo>
                    <a:pt x="12353" y="2388"/>
                  </a:lnTo>
                  <a:close/>
                  <a:moveTo>
                    <a:pt x="12365" y="2378"/>
                  </a:moveTo>
                  <a:lnTo>
                    <a:pt x="12365" y="2388"/>
                  </a:lnTo>
                  <a:lnTo>
                    <a:pt x="12365" y="2378"/>
                  </a:lnTo>
                  <a:close/>
                  <a:moveTo>
                    <a:pt x="12365" y="2378"/>
                  </a:moveTo>
                  <a:lnTo>
                    <a:pt x="12365" y="2378"/>
                  </a:lnTo>
                  <a:lnTo>
                    <a:pt x="12365" y="2378"/>
                  </a:lnTo>
                  <a:close/>
                  <a:moveTo>
                    <a:pt x="12365" y="2366"/>
                  </a:moveTo>
                  <a:lnTo>
                    <a:pt x="12365" y="2378"/>
                  </a:lnTo>
                  <a:lnTo>
                    <a:pt x="12365" y="2366"/>
                  </a:lnTo>
                  <a:close/>
                  <a:moveTo>
                    <a:pt x="12375" y="2355"/>
                  </a:moveTo>
                  <a:lnTo>
                    <a:pt x="12375" y="2366"/>
                  </a:lnTo>
                  <a:lnTo>
                    <a:pt x="12375" y="2355"/>
                  </a:lnTo>
                  <a:close/>
                  <a:moveTo>
                    <a:pt x="12375" y="2355"/>
                  </a:moveTo>
                  <a:lnTo>
                    <a:pt x="12375" y="2355"/>
                  </a:lnTo>
                  <a:lnTo>
                    <a:pt x="12375" y="2355"/>
                  </a:lnTo>
                  <a:close/>
                  <a:moveTo>
                    <a:pt x="12375" y="2344"/>
                  </a:moveTo>
                  <a:lnTo>
                    <a:pt x="12375" y="2344"/>
                  </a:lnTo>
                  <a:lnTo>
                    <a:pt x="12375" y="2344"/>
                  </a:lnTo>
                  <a:close/>
                  <a:moveTo>
                    <a:pt x="12387" y="2333"/>
                  </a:moveTo>
                  <a:lnTo>
                    <a:pt x="12387" y="2344"/>
                  </a:lnTo>
                  <a:lnTo>
                    <a:pt x="12387" y="2333"/>
                  </a:lnTo>
                  <a:close/>
                  <a:moveTo>
                    <a:pt x="12387" y="2333"/>
                  </a:moveTo>
                  <a:lnTo>
                    <a:pt x="12387" y="2333"/>
                  </a:lnTo>
                  <a:lnTo>
                    <a:pt x="12387" y="2333"/>
                  </a:lnTo>
                  <a:close/>
                  <a:moveTo>
                    <a:pt x="12387" y="2322"/>
                  </a:moveTo>
                  <a:lnTo>
                    <a:pt x="12387" y="2322"/>
                  </a:lnTo>
                  <a:lnTo>
                    <a:pt x="12387" y="2322"/>
                  </a:lnTo>
                  <a:close/>
                  <a:moveTo>
                    <a:pt x="12398" y="2311"/>
                  </a:moveTo>
                  <a:lnTo>
                    <a:pt x="12398" y="2311"/>
                  </a:lnTo>
                  <a:lnTo>
                    <a:pt x="12398" y="2311"/>
                  </a:lnTo>
                  <a:close/>
                  <a:moveTo>
                    <a:pt x="12398" y="2299"/>
                  </a:moveTo>
                  <a:lnTo>
                    <a:pt x="12398" y="2311"/>
                  </a:lnTo>
                  <a:lnTo>
                    <a:pt x="12398" y="2299"/>
                  </a:lnTo>
                  <a:close/>
                  <a:moveTo>
                    <a:pt x="12398" y="2299"/>
                  </a:moveTo>
                  <a:lnTo>
                    <a:pt x="12398" y="2299"/>
                  </a:lnTo>
                  <a:lnTo>
                    <a:pt x="12398" y="2299"/>
                  </a:lnTo>
                  <a:close/>
                  <a:moveTo>
                    <a:pt x="12409" y="2289"/>
                  </a:moveTo>
                  <a:lnTo>
                    <a:pt x="12398" y="2289"/>
                  </a:lnTo>
                  <a:lnTo>
                    <a:pt x="12409" y="2289"/>
                  </a:lnTo>
                  <a:close/>
                  <a:moveTo>
                    <a:pt x="234" y="1833"/>
                  </a:moveTo>
                  <a:lnTo>
                    <a:pt x="234" y="1833"/>
                  </a:lnTo>
                  <a:lnTo>
                    <a:pt x="234" y="1833"/>
                  </a:lnTo>
                  <a:close/>
                  <a:moveTo>
                    <a:pt x="0" y="1322"/>
                  </a:moveTo>
                  <a:cubicBezTo>
                    <a:pt x="67" y="1477"/>
                    <a:pt x="145" y="1655"/>
                    <a:pt x="234" y="1833"/>
                  </a:cubicBezTo>
                  <a:cubicBezTo>
                    <a:pt x="145" y="1655"/>
                    <a:pt x="67" y="1477"/>
                    <a:pt x="0" y="1322"/>
                  </a:cubicBezTo>
                  <a:close/>
                  <a:moveTo>
                    <a:pt x="12775" y="89"/>
                  </a:moveTo>
                  <a:cubicBezTo>
                    <a:pt x="12765" y="289"/>
                    <a:pt x="12742" y="478"/>
                    <a:pt x="12664" y="655"/>
                  </a:cubicBezTo>
                  <a:lnTo>
                    <a:pt x="12664" y="655"/>
                  </a:lnTo>
                  <a:cubicBezTo>
                    <a:pt x="12742" y="478"/>
                    <a:pt x="12765" y="289"/>
                    <a:pt x="12775" y="89"/>
                  </a:cubicBezTo>
                  <a:close/>
                  <a:moveTo>
                    <a:pt x="12775" y="55"/>
                  </a:moveTo>
                  <a:lnTo>
                    <a:pt x="12775" y="55"/>
                  </a:lnTo>
                  <a:lnTo>
                    <a:pt x="12775" y="55"/>
                  </a:lnTo>
                  <a:close/>
                  <a:moveTo>
                    <a:pt x="12775" y="45"/>
                  </a:moveTo>
                  <a:lnTo>
                    <a:pt x="12775" y="45"/>
                  </a:lnTo>
                  <a:lnTo>
                    <a:pt x="12775" y="45"/>
                  </a:lnTo>
                  <a:close/>
                  <a:moveTo>
                    <a:pt x="12775" y="33"/>
                  </a:moveTo>
                  <a:lnTo>
                    <a:pt x="12775" y="45"/>
                  </a:lnTo>
                  <a:lnTo>
                    <a:pt x="12775" y="33"/>
                  </a:lnTo>
                  <a:close/>
                  <a:moveTo>
                    <a:pt x="12775" y="33"/>
                  </a:moveTo>
                  <a:lnTo>
                    <a:pt x="12775" y="33"/>
                  </a:lnTo>
                  <a:lnTo>
                    <a:pt x="12775" y="33"/>
                  </a:lnTo>
                  <a:close/>
                  <a:moveTo>
                    <a:pt x="12775" y="23"/>
                  </a:moveTo>
                  <a:lnTo>
                    <a:pt x="12775" y="23"/>
                  </a:lnTo>
                  <a:lnTo>
                    <a:pt x="12775" y="23"/>
                  </a:lnTo>
                  <a:close/>
                  <a:moveTo>
                    <a:pt x="12775" y="23"/>
                  </a:moveTo>
                  <a:lnTo>
                    <a:pt x="12775" y="23"/>
                  </a:lnTo>
                  <a:lnTo>
                    <a:pt x="12775" y="23"/>
                  </a:lnTo>
                  <a:close/>
                  <a:moveTo>
                    <a:pt x="12775" y="11"/>
                  </a:moveTo>
                  <a:lnTo>
                    <a:pt x="12775" y="11"/>
                  </a:lnTo>
                  <a:lnTo>
                    <a:pt x="12775" y="11"/>
                  </a:lnTo>
                  <a:close/>
                  <a:moveTo>
                    <a:pt x="12775" y="0"/>
                  </a:moveTo>
                  <a:lnTo>
                    <a:pt x="12775" y="0"/>
                  </a:lnTo>
                  <a:close/>
                </a:path>
              </a:pathLst>
            </a:custGeom>
            <a:solidFill>
              <a:srgbClr val="D8CD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0"/>
            <p:cNvSpPr/>
            <p:nvPr/>
          </p:nvSpPr>
          <p:spPr>
            <a:xfrm>
              <a:off x="5617900" y="4437800"/>
              <a:ext cx="45575" cy="5875"/>
            </a:xfrm>
            <a:custGeom>
              <a:avLst/>
              <a:gdLst/>
              <a:ahLst/>
              <a:cxnLst/>
              <a:rect l="l" t="t" r="r" b="b"/>
              <a:pathLst>
                <a:path w="1823" h="235" extrusionOk="0">
                  <a:moveTo>
                    <a:pt x="1822" y="1"/>
                  </a:moveTo>
                  <a:cubicBezTo>
                    <a:pt x="1678" y="35"/>
                    <a:pt x="1522" y="57"/>
                    <a:pt x="1356" y="68"/>
                  </a:cubicBezTo>
                  <a:cubicBezTo>
                    <a:pt x="912" y="112"/>
                    <a:pt x="456" y="168"/>
                    <a:pt x="1" y="235"/>
                  </a:cubicBezTo>
                  <a:cubicBezTo>
                    <a:pt x="456" y="168"/>
                    <a:pt x="912" y="112"/>
                    <a:pt x="1356" y="68"/>
                  </a:cubicBezTo>
                  <a:cubicBezTo>
                    <a:pt x="1522" y="57"/>
                    <a:pt x="1678" y="35"/>
                    <a:pt x="1822" y="1"/>
                  </a:cubicBezTo>
                  <a:close/>
                </a:path>
              </a:pathLst>
            </a:custGeom>
            <a:solidFill>
              <a:srgbClr val="7744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0"/>
            <p:cNvSpPr/>
            <p:nvPr/>
          </p:nvSpPr>
          <p:spPr>
            <a:xfrm>
              <a:off x="5472650" y="4448650"/>
              <a:ext cx="66950" cy="4175"/>
            </a:xfrm>
            <a:custGeom>
              <a:avLst/>
              <a:gdLst/>
              <a:ahLst/>
              <a:cxnLst/>
              <a:rect l="l" t="t" r="r" b="b"/>
              <a:pathLst>
                <a:path w="2678" h="167" extrusionOk="0">
                  <a:moveTo>
                    <a:pt x="12" y="1"/>
                  </a:moveTo>
                  <a:cubicBezTo>
                    <a:pt x="634" y="122"/>
                    <a:pt x="1267" y="167"/>
                    <a:pt x="1878" y="167"/>
                  </a:cubicBezTo>
                  <a:cubicBezTo>
                    <a:pt x="2155" y="167"/>
                    <a:pt x="2422" y="156"/>
                    <a:pt x="2678" y="145"/>
                  </a:cubicBezTo>
                  <a:cubicBezTo>
                    <a:pt x="2422" y="156"/>
                    <a:pt x="2155" y="167"/>
                    <a:pt x="1878" y="167"/>
                  </a:cubicBezTo>
                  <a:cubicBezTo>
                    <a:pt x="1267" y="167"/>
                    <a:pt x="634" y="122"/>
                    <a:pt x="12" y="1"/>
                  </a:cubicBezTo>
                  <a:close/>
                  <a:moveTo>
                    <a:pt x="0" y="1"/>
                  </a:moveTo>
                  <a:lnTo>
                    <a:pt x="12" y="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D8CD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0"/>
            <p:cNvSpPr/>
            <p:nvPr/>
          </p:nvSpPr>
          <p:spPr>
            <a:xfrm>
              <a:off x="5378775" y="3994850"/>
              <a:ext cx="334400" cy="457975"/>
            </a:xfrm>
            <a:custGeom>
              <a:avLst/>
              <a:gdLst/>
              <a:ahLst/>
              <a:cxnLst/>
              <a:rect l="l" t="t" r="r" b="b"/>
              <a:pathLst>
                <a:path w="13376" h="18319" extrusionOk="0">
                  <a:moveTo>
                    <a:pt x="7099" y="1"/>
                  </a:moveTo>
                  <a:cubicBezTo>
                    <a:pt x="6900" y="1"/>
                    <a:pt x="6710" y="11"/>
                    <a:pt x="6510" y="34"/>
                  </a:cubicBezTo>
                  <a:lnTo>
                    <a:pt x="6500" y="34"/>
                  </a:lnTo>
                  <a:cubicBezTo>
                    <a:pt x="6221" y="67"/>
                    <a:pt x="5944" y="134"/>
                    <a:pt x="5678" y="223"/>
                  </a:cubicBezTo>
                  <a:cubicBezTo>
                    <a:pt x="5555" y="267"/>
                    <a:pt x="5444" y="312"/>
                    <a:pt x="5322" y="367"/>
                  </a:cubicBezTo>
                  <a:cubicBezTo>
                    <a:pt x="4666" y="667"/>
                    <a:pt x="4089" y="1100"/>
                    <a:pt x="3567" y="1600"/>
                  </a:cubicBezTo>
                  <a:cubicBezTo>
                    <a:pt x="3400" y="1767"/>
                    <a:pt x="3244" y="1934"/>
                    <a:pt x="3089" y="2111"/>
                  </a:cubicBezTo>
                  <a:cubicBezTo>
                    <a:pt x="2755" y="2467"/>
                    <a:pt x="2456" y="2845"/>
                    <a:pt x="2178" y="3255"/>
                  </a:cubicBezTo>
                  <a:cubicBezTo>
                    <a:pt x="1145" y="4755"/>
                    <a:pt x="489" y="6533"/>
                    <a:pt x="434" y="8355"/>
                  </a:cubicBezTo>
                  <a:lnTo>
                    <a:pt x="434" y="8365"/>
                  </a:lnTo>
                  <a:cubicBezTo>
                    <a:pt x="423" y="8555"/>
                    <a:pt x="434" y="8754"/>
                    <a:pt x="523" y="8921"/>
                  </a:cubicBezTo>
                  <a:cubicBezTo>
                    <a:pt x="645" y="8799"/>
                    <a:pt x="767" y="8676"/>
                    <a:pt x="889" y="8565"/>
                  </a:cubicBezTo>
                  <a:lnTo>
                    <a:pt x="889" y="8565"/>
                  </a:lnTo>
                  <a:cubicBezTo>
                    <a:pt x="345" y="9832"/>
                    <a:pt x="0" y="11198"/>
                    <a:pt x="0" y="12587"/>
                  </a:cubicBezTo>
                  <a:cubicBezTo>
                    <a:pt x="0" y="12787"/>
                    <a:pt x="0" y="12998"/>
                    <a:pt x="23" y="13209"/>
                  </a:cubicBezTo>
                  <a:cubicBezTo>
                    <a:pt x="79" y="13986"/>
                    <a:pt x="267" y="14753"/>
                    <a:pt x="578" y="15475"/>
                  </a:cubicBezTo>
                  <a:cubicBezTo>
                    <a:pt x="645" y="15630"/>
                    <a:pt x="723" y="15808"/>
                    <a:pt x="812" y="15986"/>
                  </a:cubicBezTo>
                  <a:cubicBezTo>
                    <a:pt x="1078" y="16531"/>
                    <a:pt x="1445" y="17097"/>
                    <a:pt x="1889" y="17408"/>
                  </a:cubicBezTo>
                  <a:cubicBezTo>
                    <a:pt x="2444" y="17786"/>
                    <a:pt x="3078" y="18019"/>
                    <a:pt x="3755" y="18153"/>
                  </a:cubicBezTo>
                  <a:lnTo>
                    <a:pt x="3767" y="18153"/>
                  </a:lnTo>
                  <a:cubicBezTo>
                    <a:pt x="4389" y="18274"/>
                    <a:pt x="5022" y="18319"/>
                    <a:pt x="5633" y="18319"/>
                  </a:cubicBezTo>
                  <a:cubicBezTo>
                    <a:pt x="5910" y="18319"/>
                    <a:pt x="6177" y="18308"/>
                    <a:pt x="6433" y="18297"/>
                  </a:cubicBezTo>
                  <a:cubicBezTo>
                    <a:pt x="7021" y="18264"/>
                    <a:pt x="7610" y="18208"/>
                    <a:pt x="8199" y="18141"/>
                  </a:cubicBezTo>
                  <a:cubicBezTo>
                    <a:pt x="8655" y="18097"/>
                    <a:pt x="9110" y="18019"/>
                    <a:pt x="9566" y="17953"/>
                  </a:cubicBezTo>
                  <a:cubicBezTo>
                    <a:pt x="10021" y="17886"/>
                    <a:pt x="10477" y="17830"/>
                    <a:pt x="10921" y="17786"/>
                  </a:cubicBezTo>
                  <a:cubicBezTo>
                    <a:pt x="11087" y="17775"/>
                    <a:pt x="11243" y="17753"/>
                    <a:pt x="11387" y="17719"/>
                  </a:cubicBezTo>
                  <a:cubicBezTo>
                    <a:pt x="11410" y="17719"/>
                    <a:pt x="11420" y="17708"/>
                    <a:pt x="11432" y="17708"/>
                  </a:cubicBezTo>
                  <a:cubicBezTo>
                    <a:pt x="12054" y="17553"/>
                    <a:pt x="12598" y="17197"/>
                    <a:pt x="12909" y="16586"/>
                  </a:cubicBezTo>
                  <a:lnTo>
                    <a:pt x="12920" y="16586"/>
                  </a:lnTo>
                  <a:lnTo>
                    <a:pt x="12920" y="16575"/>
                  </a:lnTo>
                  <a:lnTo>
                    <a:pt x="12920" y="16564"/>
                  </a:lnTo>
                  <a:lnTo>
                    <a:pt x="12931" y="16564"/>
                  </a:lnTo>
                  <a:lnTo>
                    <a:pt x="12931" y="16553"/>
                  </a:lnTo>
                  <a:lnTo>
                    <a:pt x="12931" y="16541"/>
                  </a:lnTo>
                  <a:lnTo>
                    <a:pt x="12943" y="16541"/>
                  </a:lnTo>
                  <a:lnTo>
                    <a:pt x="12943" y="16531"/>
                  </a:lnTo>
                  <a:lnTo>
                    <a:pt x="12943" y="16519"/>
                  </a:lnTo>
                  <a:lnTo>
                    <a:pt x="12953" y="16519"/>
                  </a:lnTo>
                  <a:lnTo>
                    <a:pt x="12953" y="16508"/>
                  </a:lnTo>
                  <a:lnTo>
                    <a:pt x="12953" y="16497"/>
                  </a:lnTo>
                  <a:lnTo>
                    <a:pt x="12965" y="16497"/>
                  </a:lnTo>
                  <a:lnTo>
                    <a:pt x="12965" y="16486"/>
                  </a:lnTo>
                  <a:lnTo>
                    <a:pt x="12965" y="16475"/>
                  </a:lnTo>
                  <a:lnTo>
                    <a:pt x="12976" y="16464"/>
                  </a:lnTo>
                  <a:lnTo>
                    <a:pt x="12976" y="16452"/>
                  </a:lnTo>
                  <a:lnTo>
                    <a:pt x="12976" y="16442"/>
                  </a:lnTo>
                  <a:lnTo>
                    <a:pt x="12987" y="16442"/>
                  </a:lnTo>
                  <a:cubicBezTo>
                    <a:pt x="13209" y="15919"/>
                    <a:pt x="13232" y="15331"/>
                    <a:pt x="13220" y="14754"/>
                  </a:cubicBezTo>
                  <a:lnTo>
                    <a:pt x="13220" y="14754"/>
                  </a:lnTo>
                  <a:cubicBezTo>
                    <a:pt x="13220" y="14765"/>
                    <a:pt x="13232" y="14787"/>
                    <a:pt x="13242" y="14808"/>
                  </a:cubicBezTo>
                  <a:cubicBezTo>
                    <a:pt x="13320" y="14631"/>
                    <a:pt x="13343" y="14442"/>
                    <a:pt x="13353" y="14242"/>
                  </a:cubicBezTo>
                  <a:lnTo>
                    <a:pt x="13353" y="14220"/>
                  </a:lnTo>
                  <a:lnTo>
                    <a:pt x="13353" y="14208"/>
                  </a:lnTo>
                  <a:lnTo>
                    <a:pt x="13353" y="14198"/>
                  </a:lnTo>
                  <a:lnTo>
                    <a:pt x="13353" y="14186"/>
                  </a:lnTo>
                  <a:lnTo>
                    <a:pt x="13353" y="14176"/>
                  </a:lnTo>
                  <a:lnTo>
                    <a:pt x="13353" y="14164"/>
                  </a:lnTo>
                  <a:lnTo>
                    <a:pt x="13353" y="14153"/>
                  </a:lnTo>
                  <a:cubicBezTo>
                    <a:pt x="13376" y="13553"/>
                    <a:pt x="13287" y="12976"/>
                    <a:pt x="13131" y="12409"/>
                  </a:cubicBezTo>
                  <a:cubicBezTo>
                    <a:pt x="13009" y="12776"/>
                    <a:pt x="12854" y="13131"/>
                    <a:pt x="12654" y="13475"/>
                  </a:cubicBezTo>
                  <a:cubicBezTo>
                    <a:pt x="11676" y="15253"/>
                    <a:pt x="9854" y="16364"/>
                    <a:pt x="7855" y="16364"/>
                  </a:cubicBezTo>
                  <a:cubicBezTo>
                    <a:pt x="7677" y="16364"/>
                    <a:pt x="7499" y="16353"/>
                    <a:pt x="7332" y="16331"/>
                  </a:cubicBezTo>
                  <a:cubicBezTo>
                    <a:pt x="5644" y="16164"/>
                    <a:pt x="3500" y="15230"/>
                    <a:pt x="4022" y="13186"/>
                  </a:cubicBezTo>
                  <a:cubicBezTo>
                    <a:pt x="4033" y="13142"/>
                    <a:pt x="4066" y="13109"/>
                    <a:pt x="4100" y="13109"/>
                  </a:cubicBezTo>
                  <a:cubicBezTo>
                    <a:pt x="4111" y="13109"/>
                    <a:pt x="4122" y="13120"/>
                    <a:pt x="4133" y="13120"/>
                  </a:cubicBezTo>
                  <a:cubicBezTo>
                    <a:pt x="4278" y="13164"/>
                    <a:pt x="4377" y="13198"/>
                    <a:pt x="4488" y="13198"/>
                  </a:cubicBezTo>
                  <a:cubicBezTo>
                    <a:pt x="4600" y="13198"/>
                    <a:pt x="4700" y="13154"/>
                    <a:pt x="4833" y="13031"/>
                  </a:cubicBezTo>
                  <a:cubicBezTo>
                    <a:pt x="4911" y="12942"/>
                    <a:pt x="4967" y="12831"/>
                    <a:pt x="5066" y="12776"/>
                  </a:cubicBezTo>
                  <a:cubicBezTo>
                    <a:pt x="5133" y="12742"/>
                    <a:pt x="5211" y="12720"/>
                    <a:pt x="5288" y="12720"/>
                  </a:cubicBezTo>
                  <a:cubicBezTo>
                    <a:pt x="5555" y="12720"/>
                    <a:pt x="5877" y="12909"/>
                    <a:pt x="6110" y="12954"/>
                  </a:cubicBezTo>
                  <a:cubicBezTo>
                    <a:pt x="6266" y="12976"/>
                    <a:pt x="6421" y="12986"/>
                    <a:pt x="6588" y="12986"/>
                  </a:cubicBezTo>
                  <a:cubicBezTo>
                    <a:pt x="7488" y="12986"/>
                    <a:pt x="8421" y="12620"/>
                    <a:pt x="9154" y="12154"/>
                  </a:cubicBezTo>
                  <a:cubicBezTo>
                    <a:pt x="10287" y="11409"/>
                    <a:pt x="11321" y="10310"/>
                    <a:pt x="11987" y="9054"/>
                  </a:cubicBezTo>
                  <a:cubicBezTo>
                    <a:pt x="11832" y="8532"/>
                    <a:pt x="11721" y="7999"/>
                    <a:pt x="11709" y="7444"/>
                  </a:cubicBezTo>
                  <a:lnTo>
                    <a:pt x="11709" y="7432"/>
                  </a:lnTo>
                  <a:lnTo>
                    <a:pt x="11709" y="7288"/>
                  </a:lnTo>
                  <a:lnTo>
                    <a:pt x="11709" y="7277"/>
                  </a:lnTo>
                  <a:cubicBezTo>
                    <a:pt x="11709" y="6965"/>
                    <a:pt x="11743" y="6644"/>
                    <a:pt x="11810" y="6311"/>
                  </a:cubicBezTo>
                  <a:cubicBezTo>
                    <a:pt x="11832" y="6188"/>
                    <a:pt x="11865" y="6066"/>
                    <a:pt x="11898" y="5943"/>
                  </a:cubicBezTo>
                  <a:cubicBezTo>
                    <a:pt x="11931" y="5832"/>
                    <a:pt x="11954" y="5721"/>
                    <a:pt x="11987" y="5610"/>
                  </a:cubicBezTo>
                  <a:cubicBezTo>
                    <a:pt x="12010" y="5533"/>
                    <a:pt x="12020" y="5455"/>
                    <a:pt x="12042" y="5366"/>
                  </a:cubicBezTo>
                  <a:cubicBezTo>
                    <a:pt x="12098" y="5033"/>
                    <a:pt x="12109" y="4699"/>
                    <a:pt x="12087" y="4355"/>
                  </a:cubicBezTo>
                  <a:lnTo>
                    <a:pt x="12087" y="4355"/>
                  </a:lnTo>
                  <a:cubicBezTo>
                    <a:pt x="11709" y="4388"/>
                    <a:pt x="11365" y="4566"/>
                    <a:pt x="11065" y="4788"/>
                  </a:cubicBezTo>
                  <a:cubicBezTo>
                    <a:pt x="10709" y="5055"/>
                    <a:pt x="10410" y="5400"/>
                    <a:pt x="10087" y="5699"/>
                  </a:cubicBezTo>
                  <a:cubicBezTo>
                    <a:pt x="9776" y="5988"/>
                    <a:pt x="9410" y="6255"/>
                    <a:pt x="8999" y="6255"/>
                  </a:cubicBezTo>
                  <a:cubicBezTo>
                    <a:pt x="8966" y="6255"/>
                    <a:pt x="8944" y="6244"/>
                    <a:pt x="8910" y="6244"/>
                  </a:cubicBezTo>
                  <a:cubicBezTo>
                    <a:pt x="8832" y="6232"/>
                    <a:pt x="8754" y="6222"/>
                    <a:pt x="8677" y="6222"/>
                  </a:cubicBezTo>
                  <a:lnTo>
                    <a:pt x="8621" y="6222"/>
                  </a:lnTo>
                  <a:cubicBezTo>
                    <a:pt x="8443" y="6244"/>
                    <a:pt x="8310" y="6377"/>
                    <a:pt x="8166" y="6488"/>
                  </a:cubicBezTo>
                  <a:cubicBezTo>
                    <a:pt x="7821" y="6766"/>
                    <a:pt x="7377" y="6921"/>
                    <a:pt x="6932" y="6921"/>
                  </a:cubicBezTo>
                  <a:cubicBezTo>
                    <a:pt x="6821" y="6921"/>
                    <a:pt x="6710" y="6910"/>
                    <a:pt x="6611" y="6899"/>
                  </a:cubicBezTo>
                  <a:cubicBezTo>
                    <a:pt x="6055" y="6799"/>
                    <a:pt x="5555" y="6466"/>
                    <a:pt x="5266" y="5988"/>
                  </a:cubicBezTo>
                  <a:cubicBezTo>
                    <a:pt x="5189" y="5877"/>
                    <a:pt x="5133" y="5744"/>
                    <a:pt x="5033" y="5655"/>
                  </a:cubicBezTo>
                  <a:cubicBezTo>
                    <a:pt x="4900" y="5521"/>
                    <a:pt x="4722" y="5466"/>
                    <a:pt x="4589" y="5355"/>
                  </a:cubicBezTo>
                  <a:cubicBezTo>
                    <a:pt x="4422" y="5222"/>
                    <a:pt x="4333" y="5055"/>
                    <a:pt x="4167" y="4921"/>
                  </a:cubicBezTo>
                  <a:cubicBezTo>
                    <a:pt x="3889" y="4699"/>
                    <a:pt x="3722" y="4444"/>
                    <a:pt x="3644" y="4099"/>
                  </a:cubicBezTo>
                  <a:cubicBezTo>
                    <a:pt x="3611" y="3978"/>
                    <a:pt x="3589" y="3855"/>
                    <a:pt x="3578" y="3733"/>
                  </a:cubicBezTo>
                  <a:cubicBezTo>
                    <a:pt x="4000" y="2622"/>
                    <a:pt x="4777" y="1667"/>
                    <a:pt x="5766" y="1023"/>
                  </a:cubicBezTo>
                  <a:cubicBezTo>
                    <a:pt x="6366" y="633"/>
                    <a:pt x="6900" y="411"/>
                    <a:pt x="7544" y="411"/>
                  </a:cubicBezTo>
                  <a:cubicBezTo>
                    <a:pt x="7677" y="411"/>
                    <a:pt x="7810" y="423"/>
                    <a:pt x="7944" y="445"/>
                  </a:cubicBezTo>
                  <a:cubicBezTo>
                    <a:pt x="8855" y="556"/>
                    <a:pt x="9754" y="823"/>
                    <a:pt x="10465" y="1433"/>
                  </a:cubicBezTo>
                  <a:cubicBezTo>
                    <a:pt x="10965" y="1845"/>
                    <a:pt x="11387" y="2356"/>
                    <a:pt x="11709" y="2922"/>
                  </a:cubicBezTo>
                  <a:cubicBezTo>
                    <a:pt x="11699" y="2889"/>
                    <a:pt x="11687" y="2867"/>
                    <a:pt x="11676" y="2833"/>
                  </a:cubicBezTo>
                  <a:cubicBezTo>
                    <a:pt x="11576" y="2611"/>
                    <a:pt x="11465" y="2378"/>
                    <a:pt x="11331" y="2166"/>
                  </a:cubicBezTo>
                  <a:cubicBezTo>
                    <a:pt x="10754" y="1167"/>
                    <a:pt x="9998" y="478"/>
                    <a:pt x="8877" y="223"/>
                  </a:cubicBezTo>
                  <a:cubicBezTo>
                    <a:pt x="8566" y="156"/>
                    <a:pt x="8255" y="100"/>
                    <a:pt x="7944" y="56"/>
                  </a:cubicBezTo>
                  <a:cubicBezTo>
                    <a:pt x="7666" y="23"/>
                    <a:pt x="7377" y="1"/>
                    <a:pt x="7099" y="1"/>
                  </a:cubicBezTo>
                  <a:close/>
                </a:path>
              </a:pathLst>
            </a:custGeom>
            <a:solidFill>
              <a:srgbClr val="703C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0"/>
            <p:cNvSpPr/>
            <p:nvPr/>
          </p:nvSpPr>
          <p:spPr>
            <a:xfrm>
              <a:off x="5671500" y="4067875"/>
              <a:ext cx="14750" cy="35875"/>
            </a:xfrm>
            <a:custGeom>
              <a:avLst/>
              <a:gdLst/>
              <a:ahLst/>
              <a:cxnLst/>
              <a:rect l="l" t="t" r="r" b="b"/>
              <a:pathLst>
                <a:path w="590" h="1435" extrusionOk="0">
                  <a:moveTo>
                    <a:pt x="0" y="1"/>
                  </a:moveTo>
                  <a:lnTo>
                    <a:pt x="0" y="1"/>
                  </a:lnTo>
                  <a:cubicBezTo>
                    <a:pt x="189" y="467"/>
                    <a:pt x="323" y="946"/>
                    <a:pt x="378" y="1434"/>
                  </a:cubicBezTo>
                  <a:lnTo>
                    <a:pt x="589" y="1434"/>
                  </a:lnTo>
                  <a:cubicBezTo>
                    <a:pt x="511" y="1146"/>
                    <a:pt x="422" y="857"/>
                    <a:pt x="301" y="590"/>
                  </a:cubicBezTo>
                  <a:cubicBezTo>
                    <a:pt x="212" y="390"/>
                    <a:pt x="111" y="190"/>
                    <a:pt x="0" y="1"/>
                  </a:cubicBezTo>
                  <a:close/>
                </a:path>
              </a:pathLst>
            </a:custGeom>
            <a:solidFill>
              <a:srgbClr val="6131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0"/>
            <p:cNvSpPr/>
            <p:nvPr/>
          </p:nvSpPr>
          <p:spPr>
            <a:xfrm>
              <a:off x="5671500" y="4067875"/>
              <a:ext cx="9450" cy="35875"/>
            </a:xfrm>
            <a:custGeom>
              <a:avLst/>
              <a:gdLst/>
              <a:ahLst/>
              <a:cxnLst/>
              <a:rect l="l" t="t" r="r" b="b"/>
              <a:pathLst>
                <a:path w="378" h="1435" extrusionOk="0">
                  <a:moveTo>
                    <a:pt x="0" y="1"/>
                  </a:moveTo>
                  <a:cubicBezTo>
                    <a:pt x="189" y="467"/>
                    <a:pt x="323" y="946"/>
                    <a:pt x="378" y="1434"/>
                  </a:cubicBezTo>
                  <a:lnTo>
                    <a:pt x="378" y="1434"/>
                  </a:lnTo>
                  <a:cubicBezTo>
                    <a:pt x="323" y="946"/>
                    <a:pt x="189" y="467"/>
                    <a:pt x="0" y="1"/>
                  </a:cubicBezTo>
                  <a:close/>
                </a:path>
              </a:pathLst>
            </a:custGeom>
            <a:solidFill>
              <a:srgbClr val="6030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0"/>
            <p:cNvSpPr/>
            <p:nvPr/>
          </p:nvSpPr>
          <p:spPr>
            <a:xfrm>
              <a:off x="5468200" y="4005125"/>
              <a:ext cx="212750" cy="162775"/>
            </a:xfrm>
            <a:custGeom>
              <a:avLst/>
              <a:gdLst/>
              <a:ahLst/>
              <a:cxnLst/>
              <a:rect l="l" t="t" r="r" b="b"/>
              <a:pathLst>
                <a:path w="8510" h="6511" extrusionOk="0">
                  <a:moveTo>
                    <a:pt x="3967" y="0"/>
                  </a:moveTo>
                  <a:cubicBezTo>
                    <a:pt x="3323" y="0"/>
                    <a:pt x="2789" y="222"/>
                    <a:pt x="2189" y="612"/>
                  </a:cubicBezTo>
                  <a:cubicBezTo>
                    <a:pt x="1200" y="1256"/>
                    <a:pt x="423" y="2211"/>
                    <a:pt x="1" y="3322"/>
                  </a:cubicBezTo>
                  <a:cubicBezTo>
                    <a:pt x="12" y="3444"/>
                    <a:pt x="34" y="3567"/>
                    <a:pt x="67" y="3688"/>
                  </a:cubicBezTo>
                  <a:cubicBezTo>
                    <a:pt x="145" y="4033"/>
                    <a:pt x="312" y="4288"/>
                    <a:pt x="590" y="4510"/>
                  </a:cubicBezTo>
                  <a:cubicBezTo>
                    <a:pt x="756" y="4644"/>
                    <a:pt x="845" y="4811"/>
                    <a:pt x="1012" y="4944"/>
                  </a:cubicBezTo>
                  <a:cubicBezTo>
                    <a:pt x="1145" y="5055"/>
                    <a:pt x="1323" y="5110"/>
                    <a:pt x="1456" y="5244"/>
                  </a:cubicBezTo>
                  <a:cubicBezTo>
                    <a:pt x="1556" y="5333"/>
                    <a:pt x="1612" y="5466"/>
                    <a:pt x="1689" y="5577"/>
                  </a:cubicBezTo>
                  <a:cubicBezTo>
                    <a:pt x="1978" y="6055"/>
                    <a:pt x="2478" y="6388"/>
                    <a:pt x="3034" y="6488"/>
                  </a:cubicBezTo>
                  <a:cubicBezTo>
                    <a:pt x="3133" y="6499"/>
                    <a:pt x="3244" y="6510"/>
                    <a:pt x="3355" y="6510"/>
                  </a:cubicBezTo>
                  <a:cubicBezTo>
                    <a:pt x="3800" y="6510"/>
                    <a:pt x="4244" y="6355"/>
                    <a:pt x="4589" y="6077"/>
                  </a:cubicBezTo>
                  <a:cubicBezTo>
                    <a:pt x="4733" y="5966"/>
                    <a:pt x="4866" y="5833"/>
                    <a:pt x="5044" y="5811"/>
                  </a:cubicBezTo>
                  <a:lnTo>
                    <a:pt x="5100" y="5811"/>
                  </a:lnTo>
                  <a:cubicBezTo>
                    <a:pt x="5177" y="5811"/>
                    <a:pt x="5255" y="5821"/>
                    <a:pt x="5333" y="5833"/>
                  </a:cubicBezTo>
                  <a:cubicBezTo>
                    <a:pt x="5367" y="5833"/>
                    <a:pt x="5389" y="5844"/>
                    <a:pt x="5422" y="5844"/>
                  </a:cubicBezTo>
                  <a:cubicBezTo>
                    <a:pt x="5833" y="5844"/>
                    <a:pt x="6199" y="5577"/>
                    <a:pt x="6510" y="5288"/>
                  </a:cubicBezTo>
                  <a:cubicBezTo>
                    <a:pt x="6833" y="4989"/>
                    <a:pt x="7132" y="4644"/>
                    <a:pt x="7488" y="4377"/>
                  </a:cubicBezTo>
                  <a:cubicBezTo>
                    <a:pt x="7788" y="4155"/>
                    <a:pt x="8132" y="3977"/>
                    <a:pt x="8510" y="3944"/>
                  </a:cubicBezTo>
                  <a:cubicBezTo>
                    <a:pt x="8455" y="3456"/>
                    <a:pt x="8321" y="2977"/>
                    <a:pt x="8132" y="2511"/>
                  </a:cubicBezTo>
                  <a:cubicBezTo>
                    <a:pt x="7810" y="1945"/>
                    <a:pt x="7388" y="1434"/>
                    <a:pt x="6888" y="1022"/>
                  </a:cubicBezTo>
                  <a:cubicBezTo>
                    <a:pt x="6177" y="412"/>
                    <a:pt x="5278" y="145"/>
                    <a:pt x="4367" y="34"/>
                  </a:cubicBezTo>
                  <a:cubicBezTo>
                    <a:pt x="4233" y="12"/>
                    <a:pt x="4100" y="0"/>
                    <a:pt x="3967" y="0"/>
                  </a:cubicBezTo>
                  <a:close/>
                </a:path>
              </a:pathLst>
            </a:custGeom>
            <a:solidFill>
              <a:srgbClr val="6B38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0"/>
            <p:cNvSpPr/>
            <p:nvPr/>
          </p:nvSpPr>
          <p:spPr>
            <a:xfrm>
              <a:off x="5599025" y="4325050"/>
              <a:ext cx="87500" cy="97775"/>
            </a:xfrm>
            <a:custGeom>
              <a:avLst/>
              <a:gdLst/>
              <a:ahLst/>
              <a:cxnLst/>
              <a:rect l="l" t="t" r="r" b="b"/>
              <a:pathLst>
                <a:path w="3500" h="3911" extrusionOk="0">
                  <a:moveTo>
                    <a:pt x="3410" y="1"/>
                  </a:moveTo>
                  <a:cubicBezTo>
                    <a:pt x="3377" y="12"/>
                    <a:pt x="3355" y="12"/>
                    <a:pt x="3333" y="23"/>
                  </a:cubicBezTo>
                  <a:cubicBezTo>
                    <a:pt x="3400" y="201"/>
                    <a:pt x="3422" y="401"/>
                    <a:pt x="3422" y="534"/>
                  </a:cubicBezTo>
                  <a:cubicBezTo>
                    <a:pt x="3432" y="1323"/>
                    <a:pt x="3066" y="2111"/>
                    <a:pt x="2455" y="2622"/>
                  </a:cubicBezTo>
                  <a:cubicBezTo>
                    <a:pt x="2422" y="2501"/>
                    <a:pt x="2400" y="2390"/>
                    <a:pt x="2400" y="2267"/>
                  </a:cubicBezTo>
                  <a:cubicBezTo>
                    <a:pt x="2410" y="2190"/>
                    <a:pt x="2410" y="2123"/>
                    <a:pt x="2400" y="2045"/>
                  </a:cubicBezTo>
                  <a:lnTo>
                    <a:pt x="2355" y="1701"/>
                  </a:lnTo>
                  <a:lnTo>
                    <a:pt x="2322" y="2045"/>
                  </a:lnTo>
                  <a:lnTo>
                    <a:pt x="2322" y="2256"/>
                  </a:lnTo>
                  <a:cubicBezTo>
                    <a:pt x="2277" y="2545"/>
                    <a:pt x="2066" y="2789"/>
                    <a:pt x="1877" y="2956"/>
                  </a:cubicBezTo>
                  <a:cubicBezTo>
                    <a:pt x="1455" y="3333"/>
                    <a:pt x="922" y="3600"/>
                    <a:pt x="356" y="3689"/>
                  </a:cubicBezTo>
                  <a:cubicBezTo>
                    <a:pt x="233" y="3711"/>
                    <a:pt x="67" y="3745"/>
                    <a:pt x="0" y="3878"/>
                  </a:cubicBezTo>
                  <a:lnTo>
                    <a:pt x="67" y="3911"/>
                  </a:lnTo>
                  <a:cubicBezTo>
                    <a:pt x="122" y="3811"/>
                    <a:pt x="255" y="3789"/>
                    <a:pt x="378" y="3767"/>
                  </a:cubicBezTo>
                  <a:cubicBezTo>
                    <a:pt x="944" y="3667"/>
                    <a:pt x="1499" y="3400"/>
                    <a:pt x="1933" y="3012"/>
                  </a:cubicBezTo>
                  <a:cubicBezTo>
                    <a:pt x="2089" y="2867"/>
                    <a:pt x="2255" y="2678"/>
                    <a:pt x="2344" y="2456"/>
                  </a:cubicBezTo>
                  <a:cubicBezTo>
                    <a:pt x="2355" y="2533"/>
                    <a:pt x="2378" y="2622"/>
                    <a:pt x="2400" y="2701"/>
                  </a:cubicBezTo>
                  <a:lnTo>
                    <a:pt x="2422" y="2745"/>
                  </a:lnTo>
                  <a:lnTo>
                    <a:pt x="2466" y="2711"/>
                  </a:lnTo>
                  <a:cubicBezTo>
                    <a:pt x="3111" y="2200"/>
                    <a:pt x="3499" y="1356"/>
                    <a:pt x="3499" y="534"/>
                  </a:cubicBezTo>
                  <a:cubicBezTo>
                    <a:pt x="3488" y="390"/>
                    <a:pt x="3477" y="190"/>
                    <a:pt x="3410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0"/>
            <p:cNvSpPr/>
            <p:nvPr/>
          </p:nvSpPr>
          <p:spPr>
            <a:xfrm>
              <a:off x="5447100" y="3865225"/>
              <a:ext cx="249700" cy="287900"/>
            </a:xfrm>
            <a:custGeom>
              <a:avLst/>
              <a:gdLst/>
              <a:ahLst/>
              <a:cxnLst/>
              <a:rect l="l" t="t" r="r" b="b"/>
              <a:pathLst>
                <a:path w="9988" h="11516" extrusionOk="0">
                  <a:moveTo>
                    <a:pt x="5919" y="0"/>
                  </a:moveTo>
                  <a:cubicBezTo>
                    <a:pt x="5640" y="0"/>
                    <a:pt x="5360" y="34"/>
                    <a:pt x="5110" y="86"/>
                  </a:cubicBezTo>
                  <a:cubicBezTo>
                    <a:pt x="4589" y="187"/>
                    <a:pt x="4078" y="387"/>
                    <a:pt x="3633" y="676"/>
                  </a:cubicBezTo>
                  <a:cubicBezTo>
                    <a:pt x="3522" y="753"/>
                    <a:pt x="2506" y="1548"/>
                    <a:pt x="2610" y="1685"/>
                  </a:cubicBezTo>
                  <a:lnTo>
                    <a:pt x="2610" y="1685"/>
                  </a:lnTo>
                  <a:cubicBezTo>
                    <a:pt x="2478" y="1518"/>
                    <a:pt x="2488" y="1219"/>
                    <a:pt x="2278" y="1108"/>
                  </a:cubicBezTo>
                  <a:cubicBezTo>
                    <a:pt x="2145" y="1231"/>
                    <a:pt x="2122" y="1464"/>
                    <a:pt x="2222" y="1619"/>
                  </a:cubicBezTo>
                  <a:cubicBezTo>
                    <a:pt x="2056" y="1464"/>
                    <a:pt x="1878" y="1330"/>
                    <a:pt x="1678" y="1231"/>
                  </a:cubicBezTo>
                  <a:cubicBezTo>
                    <a:pt x="1610" y="1193"/>
                    <a:pt x="1558" y="1176"/>
                    <a:pt x="1520" y="1176"/>
                  </a:cubicBezTo>
                  <a:cubicBezTo>
                    <a:pt x="1230" y="1176"/>
                    <a:pt x="1685" y="2129"/>
                    <a:pt x="1656" y="2286"/>
                  </a:cubicBezTo>
                  <a:cubicBezTo>
                    <a:pt x="1600" y="2542"/>
                    <a:pt x="1234" y="2853"/>
                    <a:pt x="1089" y="3086"/>
                  </a:cubicBezTo>
                  <a:cubicBezTo>
                    <a:pt x="901" y="3386"/>
                    <a:pt x="745" y="3697"/>
                    <a:pt x="600" y="4019"/>
                  </a:cubicBezTo>
                  <a:cubicBezTo>
                    <a:pt x="234" y="4852"/>
                    <a:pt x="0" y="5863"/>
                    <a:pt x="467" y="6641"/>
                  </a:cubicBezTo>
                  <a:cubicBezTo>
                    <a:pt x="589" y="6441"/>
                    <a:pt x="701" y="6241"/>
                    <a:pt x="822" y="6041"/>
                  </a:cubicBezTo>
                  <a:lnTo>
                    <a:pt x="822" y="6041"/>
                  </a:lnTo>
                  <a:cubicBezTo>
                    <a:pt x="412" y="6729"/>
                    <a:pt x="1222" y="8496"/>
                    <a:pt x="1933" y="8741"/>
                  </a:cubicBezTo>
                  <a:cubicBezTo>
                    <a:pt x="1947" y="8745"/>
                    <a:pt x="1962" y="8747"/>
                    <a:pt x="1976" y="8747"/>
                  </a:cubicBezTo>
                  <a:cubicBezTo>
                    <a:pt x="2082" y="8747"/>
                    <a:pt x="2191" y="8633"/>
                    <a:pt x="2270" y="8633"/>
                  </a:cubicBezTo>
                  <a:cubicBezTo>
                    <a:pt x="2281" y="8633"/>
                    <a:pt x="2291" y="8635"/>
                    <a:pt x="2300" y="8640"/>
                  </a:cubicBezTo>
                  <a:cubicBezTo>
                    <a:pt x="2444" y="8718"/>
                    <a:pt x="2589" y="9096"/>
                    <a:pt x="2711" y="9240"/>
                  </a:cubicBezTo>
                  <a:cubicBezTo>
                    <a:pt x="3100" y="9707"/>
                    <a:pt x="3611" y="10062"/>
                    <a:pt x="4133" y="10362"/>
                  </a:cubicBezTo>
                  <a:cubicBezTo>
                    <a:pt x="4315" y="10474"/>
                    <a:pt x="4516" y="10576"/>
                    <a:pt x="4719" y="10576"/>
                  </a:cubicBezTo>
                  <a:cubicBezTo>
                    <a:pt x="4738" y="10576"/>
                    <a:pt x="4758" y="10575"/>
                    <a:pt x="4777" y="10573"/>
                  </a:cubicBezTo>
                  <a:cubicBezTo>
                    <a:pt x="5011" y="10551"/>
                    <a:pt x="5233" y="10318"/>
                    <a:pt x="5144" y="10106"/>
                  </a:cubicBezTo>
                  <a:lnTo>
                    <a:pt x="5144" y="10106"/>
                  </a:lnTo>
                  <a:cubicBezTo>
                    <a:pt x="5577" y="10785"/>
                    <a:pt x="6233" y="11373"/>
                    <a:pt x="7021" y="11496"/>
                  </a:cubicBezTo>
                  <a:cubicBezTo>
                    <a:pt x="7107" y="11509"/>
                    <a:pt x="7195" y="11515"/>
                    <a:pt x="7283" y="11515"/>
                  </a:cubicBezTo>
                  <a:cubicBezTo>
                    <a:pt x="8007" y="11515"/>
                    <a:pt x="8741" y="11077"/>
                    <a:pt x="8910" y="10373"/>
                  </a:cubicBezTo>
                  <a:cubicBezTo>
                    <a:pt x="8974" y="10412"/>
                    <a:pt x="9044" y="10429"/>
                    <a:pt x="9115" y="10429"/>
                  </a:cubicBezTo>
                  <a:cubicBezTo>
                    <a:pt x="9330" y="10429"/>
                    <a:pt x="9554" y="10273"/>
                    <a:pt x="9654" y="10074"/>
                  </a:cubicBezTo>
                  <a:cubicBezTo>
                    <a:pt x="9798" y="9795"/>
                    <a:pt x="9776" y="9474"/>
                    <a:pt x="9765" y="9173"/>
                  </a:cubicBezTo>
                  <a:lnTo>
                    <a:pt x="9632" y="7141"/>
                  </a:lnTo>
                  <a:cubicBezTo>
                    <a:pt x="9743" y="7141"/>
                    <a:pt x="9865" y="7129"/>
                    <a:pt x="9988" y="7129"/>
                  </a:cubicBezTo>
                  <a:cubicBezTo>
                    <a:pt x="9843" y="7129"/>
                    <a:pt x="9221" y="5075"/>
                    <a:pt x="9143" y="4852"/>
                  </a:cubicBezTo>
                  <a:cubicBezTo>
                    <a:pt x="9299" y="4774"/>
                    <a:pt x="9332" y="4652"/>
                    <a:pt x="9321" y="4475"/>
                  </a:cubicBezTo>
                  <a:cubicBezTo>
                    <a:pt x="9243" y="3275"/>
                    <a:pt x="8510" y="2142"/>
                    <a:pt x="7443" y="1586"/>
                  </a:cubicBezTo>
                  <a:cubicBezTo>
                    <a:pt x="7566" y="1553"/>
                    <a:pt x="7665" y="1475"/>
                    <a:pt x="7732" y="1364"/>
                  </a:cubicBezTo>
                  <a:cubicBezTo>
                    <a:pt x="7554" y="1219"/>
                    <a:pt x="7321" y="1120"/>
                    <a:pt x="7088" y="1075"/>
                  </a:cubicBezTo>
                  <a:cubicBezTo>
                    <a:pt x="7288" y="831"/>
                    <a:pt x="7233" y="587"/>
                    <a:pt x="7088" y="397"/>
                  </a:cubicBezTo>
                  <a:cubicBezTo>
                    <a:pt x="6977" y="253"/>
                    <a:pt x="6810" y="153"/>
                    <a:pt x="6655" y="98"/>
                  </a:cubicBezTo>
                  <a:cubicBezTo>
                    <a:pt x="6427" y="29"/>
                    <a:pt x="6173" y="0"/>
                    <a:pt x="5919" y="0"/>
                  </a:cubicBezTo>
                  <a:close/>
                </a:path>
              </a:pathLst>
            </a:custGeom>
            <a:solidFill>
              <a:srgbClr val="804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0"/>
            <p:cNvSpPr/>
            <p:nvPr/>
          </p:nvSpPr>
          <p:spPr>
            <a:xfrm>
              <a:off x="5519600" y="3910750"/>
              <a:ext cx="153875" cy="134175"/>
            </a:xfrm>
            <a:custGeom>
              <a:avLst/>
              <a:gdLst/>
              <a:ahLst/>
              <a:cxnLst/>
              <a:rect l="l" t="t" r="r" b="b"/>
              <a:pathLst>
                <a:path w="6155" h="5367" extrusionOk="0">
                  <a:moveTo>
                    <a:pt x="3415" y="0"/>
                  </a:moveTo>
                  <a:cubicBezTo>
                    <a:pt x="3139" y="0"/>
                    <a:pt x="2872" y="185"/>
                    <a:pt x="2744" y="432"/>
                  </a:cubicBezTo>
                  <a:cubicBezTo>
                    <a:pt x="2677" y="554"/>
                    <a:pt x="2711" y="765"/>
                    <a:pt x="2544" y="776"/>
                  </a:cubicBezTo>
                  <a:cubicBezTo>
                    <a:pt x="2541" y="776"/>
                    <a:pt x="2539" y="776"/>
                    <a:pt x="2537" y="776"/>
                  </a:cubicBezTo>
                  <a:cubicBezTo>
                    <a:pt x="2424" y="776"/>
                    <a:pt x="2219" y="498"/>
                    <a:pt x="2077" y="465"/>
                  </a:cubicBezTo>
                  <a:cubicBezTo>
                    <a:pt x="2001" y="446"/>
                    <a:pt x="1924" y="437"/>
                    <a:pt x="1847" y="437"/>
                  </a:cubicBezTo>
                  <a:cubicBezTo>
                    <a:pt x="1698" y="437"/>
                    <a:pt x="1550" y="469"/>
                    <a:pt x="1410" y="521"/>
                  </a:cubicBezTo>
                  <a:cubicBezTo>
                    <a:pt x="822" y="731"/>
                    <a:pt x="344" y="1254"/>
                    <a:pt x="211" y="1854"/>
                  </a:cubicBezTo>
                  <a:cubicBezTo>
                    <a:pt x="122" y="2232"/>
                    <a:pt x="156" y="2632"/>
                    <a:pt x="111" y="3009"/>
                  </a:cubicBezTo>
                  <a:cubicBezTo>
                    <a:pt x="89" y="3242"/>
                    <a:pt x="45" y="3476"/>
                    <a:pt x="22" y="3698"/>
                  </a:cubicBezTo>
                  <a:cubicBezTo>
                    <a:pt x="0" y="3987"/>
                    <a:pt x="11" y="4253"/>
                    <a:pt x="133" y="4508"/>
                  </a:cubicBezTo>
                  <a:cubicBezTo>
                    <a:pt x="311" y="4864"/>
                    <a:pt x="689" y="5075"/>
                    <a:pt x="1077" y="5197"/>
                  </a:cubicBezTo>
                  <a:cubicBezTo>
                    <a:pt x="1444" y="5314"/>
                    <a:pt x="1824" y="5367"/>
                    <a:pt x="2206" y="5367"/>
                  </a:cubicBezTo>
                  <a:cubicBezTo>
                    <a:pt x="2588" y="5367"/>
                    <a:pt x="2971" y="5314"/>
                    <a:pt x="3343" y="5219"/>
                  </a:cubicBezTo>
                  <a:cubicBezTo>
                    <a:pt x="4088" y="5019"/>
                    <a:pt x="4777" y="4664"/>
                    <a:pt x="5410" y="4231"/>
                  </a:cubicBezTo>
                  <a:cubicBezTo>
                    <a:pt x="5621" y="4086"/>
                    <a:pt x="5832" y="3920"/>
                    <a:pt x="5932" y="3698"/>
                  </a:cubicBezTo>
                  <a:cubicBezTo>
                    <a:pt x="6154" y="3242"/>
                    <a:pt x="5910" y="2698"/>
                    <a:pt x="5632" y="2264"/>
                  </a:cubicBezTo>
                  <a:cubicBezTo>
                    <a:pt x="5221" y="1642"/>
                    <a:pt x="4765" y="1043"/>
                    <a:pt x="4254" y="499"/>
                  </a:cubicBezTo>
                  <a:cubicBezTo>
                    <a:pt x="4044" y="287"/>
                    <a:pt x="3822" y="65"/>
                    <a:pt x="3521" y="10"/>
                  </a:cubicBezTo>
                  <a:cubicBezTo>
                    <a:pt x="3486" y="3"/>
                    <a:pt x="3450" y="0"/>
                    <a:pt x="3415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0"/>
            <p:cNvSpPr/>
            <p:nvPr/>
          </p:nvSpPr>
          <p:spPr>
            <a:xfrm>
              <a:off x="5601800" y="3922025"/>
              <a:ext cx="36125" cy="13700"/>
            </a:xfrm>
            <a:custGeom>
              <a:avLst/>
              <a:gdLst/>
              <a:ahLst/>
              <a:cxnLst/>
              <a:rect l="l" t="t" r="r" b="b"/>
              <a:pathLst>
                <a:path w="1445" h="548" extrusionOk="0">
                  <a:moveTo>
                    <a:pt x="203" y="0"/>
                  </a:moveTo>
                  <a:cubicBezTo>
                    <a:pt x="146" y="0"/>
                    <a:pt x="88" y="4"/>
                    <a:pt x="33" y="14"/>
                  </a:cubicBezTo>
                  <a:cubicBezTo>
                    <a:pt x="23" y="169"/>
                    <a:pt x="11" y="325"/>
                    <a:pt x="0" y="492"/>
                  </a:cubicBezTo>
                  <a:lnTo>
                    <a:pt x="111" y="492"/>
                  </a:lnTo>
                  <a:cubicBezTo>
                    <a:pt x="321" y="476"/>
                    <a:pt x="536" y="457"/>
                    <a:pt x="748" y="457"/>
                  </a:cubicBezTo>
                  <a:cubicBezTo>
                    <a:pt x="975" y="457"/>
                    <a:pt x="1199" y="478"/>
                    <a:pt x="1411" y="547"/>
                  </a:cubicBezTo>
                  <a:lnTo>
                    <a:pt x="1444" y="448"/>
                  </a:lnTo>
                  <a:cubicBezTo>
                    <a:pt x="1189" y="258"/>
                    <a:pt x="911" y="114"/>
                    <a:pt x="611" y="48"/>
                  </a:cubicBezTo>
                  <a:cubicBezTo>
                    <a:pt x="485" y="24"/>
                    <a:pt x="343" y="0"/>
                    <a:pt x="203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0"/>
            <p:cNvSpPr/>
            <p:nvPr/>
          </p:nvSpPr>
          <p:spPr>
            <a:xfrm>
              <a:off x="5540975" y="3935125"/>
              <a:ext cx="33350" cy="35325"/>
            </a:xfrm>
            <a:custGeom>
              <a:avLst/>
              <a:gdLst/>
              <a:ahLst/>
              <a:cxnLst/>
              <a:rect l="l" t="t" r="r" b="b"/>
              <a:pathLst>
                <a:path w="1334" h="1413" extrusionOk="0">
                  <a:moveTo>
                    <a:pt x="1011" y="1"/>
                  </a:moveTo>
                  <a:cubicBezTo>
                    <a:pt x="822" y="112"/>
                    <a:pt x="656" y="290"/>
                    <a:pt x="511" y="445"/>
                  </a:cubicBezTo>
                  <a:cubicBezTo>
                    <a:pt x="278" y="712"/>
                    <a:pt x="111" y="1023"/>
                    <a:pt x="0" y="1356"/>
                  </a:cubicBezTo>
                  <a:cubicBezTo>
                    <a:pt x="22" y="1378"/>
                    <a:pt x="44" y="1390"/>
                    <a:pt x="78" y="1412"/>
                  </a:cubicBezTo>
                  <a:cubicBezTo>
                    <a:pt x="367" y="1012"/>
                    <a:pt x="811" y="723"/>
                    <a:pt x="1234" y="445"/>
                  </a:cubicBezTo>
                  <a:cubicBezTo>
                    <a:pt x="1266" y="412"/>
                    <a:pt x="1300" y="390"/>
                    <a:pt x="1333" y="356"/>
                  </a:cubicBezTo>
                  <a:cubicBezTo>
                    <a:pt x="1222" y="245"/>
                    <a:pt x="1111" y="123"/>
                    <a:pt x="1011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5587075" y="3963925"/>
              <a:ext cx="27225" cy="21225"/>
            </a:xfrm>
            <a:custGeom>
              <a:avLst/>
              <a:gdLst/>
              <a:ahLst/>
              <a:cxnLst/>
              <a:rect l="l" t="t" r="r" b="b"/>
              <a:pathLst>
                <a:path w="1089" h="849" extrusionOk="0">
                  <a:moveTo>
                    <a:pt x="818" y="1"/>
                  </a:moveTo>
                  <a:cubicBezTo>
                    <a:pt x="713" y="1"/>
                    <a:pt x="629" y="81"/>
                    <a:pt x="589" y="171"/>
                  </a:cubicBezTo>
                  <a:cubicBezTo>
                    <a:pt x="567" y="226"/>
                    <a:pt x="567" y="282"/>
                    <a:pt x="556" y="337"/>
                  </a:cubicBezTo>
                  <a:cubicBezTo>
                    <a:pt x="475" y="271"/>
                    <a:pt x="375" y="236"/>
                    <a:pt x="274" y="236"/>
                  </a:cubicBezTo>
                  <a:cubicBezTo>
                    <a:pt x="207" y="236"/>
                    <a:pt x="140" y="251"/>
                    <a:pt x="78" y="282"/>
                  </a:cubicBezTo>
                  <a:cubicBezTo>
                    <a:pt x="56" y="293"/>
                    <a:pt x="34" y="305"/>
                    <a:pt x="22" y="327"/>
                  </a:cubicBezTo>
                  <a:cubicBezTo>
                    <a:pt x="12" y="349"/>
                    <a:pt x="0" y="382"/>
                    <a:pt x="0" y="416"/>
                  </a:cubicBezTo>
                  <a:cubicBezTo>
                    <a:pt x="12" y="515"/>
                    <a:pt x="101" y="593"/>
                    <a:pt x="167" y="648"/>
                  </a:cubicBezTo>
                  <a:cubicBezTo>
                    <a:pt x="300" y="749"/>
                    <a:pt x="422" y="848"/>
                    <a:pt x="578" y="848"/>
                  </a:cubicBezTo>
                  <a:cubicBezTo>
                    <a:pt x="589" y="848"/>
                    <a:pt x="600" y="848"/>
                    <a:pt x="622" y="838"/>
                  </a:cubicBezTo>
                  <a:lnTo>
                    <a:pt x="612" y="760"/>
                  </a:lnTo>
                  <a:cubicBezTo>
                    <a:pt x="604" y="760"/>
                    <a:pt x="596" y="761"/>
                    <a:pt x="588" y="761"/>
                  </a:cubicBezTo>
                  <a:cubicBezTo>
                    <a:pt x="463" y="761"/>
                    <a:pt x="338" y="676"/>
                    <a:pt x="222" y="582"/>
                  </a:cubicBezTo>
                  <a:cubicBezTo>
                    <a:pt x="156" y="537"/>
                    <a:pt x="101" y="482"/>
                    <a:pt x="89" y="404"/>
                  </a:cubicBezTo>
                  <a:lnTo>
                    <a:pt x="89" y="382"/>
                  </a:lnTo>
                  <a:lnTo>
                    <a:pt x="111" y="360"/>
                  </a:lnTo>
                  <a:cubicBezTo>
                    <a:pt x="159" y="336"/>
                    <a:pt x="212" y="325"/>
                    <a:pt x="265" y="325"/>
                  </a:cubicBezTo>
                  <a:cubicBezTo>
                    <a:pt x="385" y="325"/>
                    <a:pt x="506" y="382"/>
                    <a:pt x="567" y="482"/>
                  </a:cubicBezTo>
                  <a:lnTo>
                    <a:pt x="667" y="616"/>
                  </a:lnTo>
                  <a:lnTo>
                    <a:pt x="656" y="449"/>
                  </a:lnTo>
                  <a:cubicBezTo>
                    <a:pt x="644" y="371"/>
                    <a:pt x="634" y="271"/>
                    <a:pt x="667" y="204"/>
                  </a:cubicBezTo>
                  <a:cubicBezTo>
                    <a:pt x="696" y="146"/>
                    <a:pt x="750" y="89"/>
                    <a:pt x="807" y="89"/>
                  </a:cubicBezTo>
                  <a:cubicBezTo>
                    <a:pt x="816" y="89"/>
                    <a:pt x="825" y="90"/>
                    <a:pt x="834" y="93"/>
                  </a:cubicBezTo>
                  <a:cubicBezTo>
                    <a:pt x="900" y="105"/>
                    <a:pt x="945" y="182"/>
                    <a:pt x="967" y="249"/>
                  </a:cubicBezTo>
                  <a:cubicBezTo>
                    <a:pt x="1000" y="404"/>
                    <a:pt x="967" y="582"/>
                    <a:pt x="933" y="727"/>
                  </a:cubicBezTo>
                  <a:lnTo>
                    <a:pt x="1022" y="749"/>
                  </a:lnTo>
                  <a:cubicBezTo>
                    <a:pt x="1056" y="582"/>
                    <a:pt x="1089" y="404"/>
                    <a:pt x="1044" y="226"/>
                  </a:cubicBezTo>
                  <a:cubicBezTo>
                    <a:pt x="1011" y="105"/>
                    <a:pt x="945" y="26"/>
                    <a:pt x="856" y="4"/>
                  </a:cubicBezTo>
                  <a:cubicBezTo>
                    <a:pt x="843" y="2"/>
                    <a:pt x="830" y="1"/>
                    <a:pt x="818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5600950" y="3983200"/>
              <a:ext cx="14200" cy="9450"/>
            </a:xfrm>
            <a:custGeom>
              <a:avLst/>
              <a:gdLst/>
              <a:ahLst/>
              <a:cxnLst/>
              <a:rect l="l" t="t" r="r" b="b"/>
              <a:pathLst>
                <a:path w="568" h="378" extrusionOk="0">
                  <a:moveTo>
                    <a:pt x="456" y="0"/>
                  </a:moveTo>
                  <a:cubicBezTo>
                    <a:pt x="334" y="0"/>
                    <a:pt x="212" y="45"/>
                    <a:pt x="112" y="100"/>
                  </a:cubicBezTo>
                  <a:cubicBezTo>
                    <a:pt x="79" y="122"/>
                    <a:pt x="45" y="144"/>
                    <a:pt x="23" y="178"/>
                  </a:cubicBezTo>
                  <a:cubicBezTo>
                    <a:pt x="1" y="222"/>
                    <a:pt x="12" y="267"/>
                    <a:pt x="23" y="322"/>
                  </a:cubicBezTo>
                  <a:cubicBezTo>
                    <a:pt x="23" y="333"/>
                    <a:pt x="34" y="344"/>
                    <a:pt x="45" y="356"/>
                  </a:cubicBezTo>
                  <a:cubicBezTo>
                    <a:pt x="57" y="378"/>
                    <a:pt x="89" y="378"/>
                    <a:pt x="123" y="378"/>
                  </a:cubicBezTo>
                  <a:cubicBezTo>
                    <a:pt x="234" y="366"/>
                    <a:pt x="356" y="344"/>
                    <a:pt x="467" y="311"/>
                  </a:cubicBezTo>
                  <a:cubicBezTo>
                    <a:pt x="568" y="277"/>
                    <a:pt x="568" y="200"/>
                    <a:pt x="556" y="100"/>
                  </a:cubicBezTo>
                  <a:cubicBezTo>
                    <a:pt x="545" y="67"/>
                    <a:pt x="545" y="33"/>
                    <a:pt x="523" y="22"/>
                  </a:cubicBezTo>
                  <a:cubicBezTo>
                    <a:pt x="501" y="11"/>
                    <a:pt x="479" y="0"/>
                    <a:pt x="456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0"/>
            <p:cNvSpPr/>
            <p:nvPr/>
          </p:nvSpPr>
          <p:spPr>
            <a:xfrm>
              <a:off x="5585400" y="3983175"/>
              <a:ext cx="13900" cy="13525"/>
            </a:xfrm>
            <a:custGeom>
              <a:avLst/>
              <a:gdLst/>
              <a:ahLst/>
              <a:cxnLst/>
              <a:rect l="l" t="t" r="r" b="b"/>
              <a:pathLst>
                <a:path w="556" h="541" extrusionOk="0">
                  <a:moveTo>
                    <a:pt x="86" y="0"/>
                  </a:moveTo>
                  <a:cubicBezTo>
                    <a:pt x="69" y="0"/>
                    <a:pt x="52" y="13"/>
                    <a:pt x="45" y="34"/>
                  </a:cubicBezTo>
                  <a:cubicBezTo>
                    <a:pt x="12" y="179"/>
                    <a:pt x="0" y="323"/>
                    <a:pt x="12" y="468"/>
                  </a:cubicBezTo>
                  <a:cubicBezTo>
                    <a:pt x="12" y="490"/>
                    <a:pt x="12" y="512"/>
                    <a:pt x="23" y="534"/>
                  </a:cubicBezTo>
                  <a:lnTo>
                    <a:pt x="34" y="534"/>
                  </a:lnTo>
                  <a:cubicBezTo>
                    <a:pt x="85" y="538"/>
                    <a:pt x="135" y="540"/>
                    <a:pt x="184" y="540"/>
                  </a:cubicBezTo>
                  <a:cubicBezTo>
                    <a:pt x="285" y="540"/>
                    <a:pt x="381" y="530"/>
                    <a:pt x="479" y="501"/>
                  </a:cubicBezTo>
                  <a:cubicBezTo>
                    <a:pt x="501" y="490"/>
                    <a:pt x="534" y="478"/>
                    <a:pt x="556" y="478"/>
                  </a:cubicBezTo>
                  <a:cubicBezTo>
                    <a:pt x="479" y="401"/>
                    <a:pt x="400" y="334"/>
                    <a:pt x="334" y="256"/>
                  </a:cubicBezTo>
                  <a:cubicBezTo>
                    <a:pt x="301" y="234"/>
                    <a:pt x="178" y="101"/>
                    <a:pt x="112" y="12"/>
                  </a:cubicBezTo>
                  <a:cubicBezTo>
                    <a:pt x="104" y="4"/>
                    <a:pt x="95" y="0"/>
                    <a:pt x="86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5621225" y="3968075"/>
              <a:ext cx="11150" cy="17625"/>
            </a:xfrm>
            <a:custGeom>
              <a:avLst/>
              <a:gdLst/>
              <a:ahLst/>
              <a:cxnLst/>
              <a:rect l="l" t="t" r="r" b="b"/>
              <a:pathLst>
                <a:path w="446" h="705" extrusionOk="0">
                  <a:moveTo>
                    <a:pt x="71" y="1"/>
                  </a:moveTo>
                  <a:cubicBezTo>
                    <a:pt x="53" y="1"/>
                    <a:pt x="34" y="14"/>
                    <a:pt x="34" y="38"/>
                  </a:cubicBezTo>
                  <a:lnTo>
                    <a:pt x="34" y="361"/>
                  </a:lnTo>
                  <a:cubicBezTo>
                    <a:pt x="23" y="472"/>
                    <a:pt x="12" y="583"/>
                    <a:pt x="1" y="682"/>
                  </a:cubicBezTo>
                  <a:lnTo>
                    <a:pt x="1" y="705"/>
                  </a:lnTo>
                  <a:cubicBezTo>
                    <a:pt x="56" y="638"/>
                    <a:pt x="145" y="594"/>
                    <a:pt x="212" y="549"/>
                  </a:cubicBezTo>
                  <a:cubicBezTo>
                    <a:pt x="290" y="505"/>
                    <a:pt x="367" y="450"/>
                    <a:pt x="445" y="394"/>
                  </a:cubicBezTo>
                  <a:lnTo>
                    <a:pt x="445" y="371"/>
                  </a:lnTo>
                  <a:cubicBezTo>
                    <a:pt x="445" y="349"/>
                    <a:pt x="434" y="339"/>
                    <a:pt x="412" y="316"/>
                  </a:cubicBezTo>
                  <a:cubicBezTo>
                    <a:pt x="323" y="194"/>
                    <a:pt x="212" y="94"/>
                    <a:pt x="90" y="5"/>
                  </a:cubicBezTo>
                  <a:cubicBezTo>
                    <a:pt x="84" y="2"/>
                    <a:pt x="78" y="1"/>
                    <a:pt x="71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0"/>
            <p:cNvSpPr/>
            <p:nvPr/>
          </p:nvSpPr>
          <p:spPr>
            <a:xfrm>
              <a:off x="5584850" y="3977075"/>
              <a:ext cx="48350" cy="20050"/>
            </a:xfrm>
            <a:custGeom>
              <a:avLst/>
              <a:gdLst/>
              <a:ahLst/>
              <a:cxnLst/>
              <a:rect l="l" t="t" r="r" b="b"/>
              <a:pathLst>
                <a:path w="1934" h="802" extrusionOk="0">
                  <a:moveTo>
                    <a:pt x="1889" y="1"/>
                  </a:moveTo>
                  <a:cubicBezTo>
                    <a:pt x="1389" y="467"/>
                    <a:pt x="711" y="734"/>
                    <a:pt x="12" y="734"/>
                  </a:cubicBezTo>
                  <a:cubicBezTo>
                    <a:pt x="12" y="756"/>
                    <a:pt x="12" y="778"/>
                    <a:pt x="0" y="801"/>
                  </a:cubicBezTo>
                  <a:cubicBezTo>
                    <a:pt x="19" y="801"/>
                    <a:pt x="37" y="801"/>
                    <a:pt x="55" y="801"/>
                  </a:cubicBezTo>
                  <a:cubicBezTo>
                    <a:pt x="569" y="801"/>
                    <a:pt x="1071" y="658"/>
                    <a:pt x="1500" y="389"/>
                  </a:cubicBezTo>
                  <a:cubicBezTo>
                    <a:pt x="1656" y="300"/>
                    <a:pt x="1800" y="189"/>
                    <a:pt x="1933" y="56"/>
                  </a:cubicBezTo>
                  <a:cubicBezTo>
                    <a:pt x="1923" y="45"/>
                    <a:pt x="1911" y="23"/>
                    <a:pt x="1889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0"/>
            <p:cNvSpPr/>
            <p:nvPr/>
          </p:nvSpPr>
          <p:spPr>
            <a:xfrm>
              <a:off x="5476825" y="3976775"/>
              <a:ext cx="53900" cy="51525"/>
            </a:xfrm>
            <a:custGeom>
              <a:avLst/>
              <a:gdLst/>
              <a:ahLst/>
              <a:cxnLst/>
              <a:rect l="l" t="t" r="r" b="b"/>
              <a:pathLst>
                <a:path w="2156" h="2061" extrusionOk="0">
                  <a:moveTo>
                    <a:pt x="606" y="1"/>
                  </a:moveTo>
                  <a:cubicBezTo>
                    <a:pt x="536" y="1"/>
                    <a:pt x="467" y="11"/>
                    <a:pt x="400" y="35"/>
                  </a:cubicBezTo>
                  <a:cubicBezTo>
                    <a:pt x="144" y="134"/>
                    <a:pt x="0" y="435"/>
                    <a:pt x="33" y="712"/>
                  </a:cubicBezTo>
                  <a:cubicBezTo>
                    <a:pt x="67" y="979"/>
                    <a:pt x="245" y="1223"/>
                    <a:pt x="478" y="1379"/>
                  </a:cubicBezTo>
                  <a:cubicBezTo>
                    <a:pt x="566" y="1435"/>
                    <a:pt x="667" y="1490"/>
                    <a:pt x="766" y="1546"/>
                  </a:cubicBezTo>
                  <a:cubicBezTo>
                    <a:pt x="933" y="1657"/>
                    <a:pt x="1077" y="1801"/>
                    <a:pt x="1245" y="1912"/>
                  </a:cubicBezTo>
                  <a:cubicBezTo>
                    <a:pt x="1397" y="2010"/>
                    <a:pt x="1561" y="2061"/>
                    <a:pt x="1704" y="2061"/>
                  </a:cubicBezTo>
                  <a:cubicBezTo>
                    <a:pt x="1967" y="2061"/>
                    <a:pt x="2156" y="1887"/>
                    <a:pt x="2055" y="1512"/>
                  </a:cubicBezTo>
                  <a:cubicBezTo>
                    <a:pt x="1922" y="968"/>
                    <a:pt x="1578" y="413"/>
                    <a:pt x="1077" y="134"/>
                  </a:cubicBezTo>
                  <a:cubicBezTo>
                    <a:pt x="930" y="57"/>
                    <a:pt x="767" y="1"/>
                    <a:pt x="606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0"/>
            <p:cNvSpPr/>
            <p:nvPr/>
          </p:nvSpPr>
          <p:spPr>
            <a:xfrm>
              <a:off x="5484875" y="3985075"/>
              <a:ext cx="37175" cy="35575"/>
            </a:xfrm>
            <a:custGeom>
              <a:avLst/>
              <a:gdLst/>
              <a:ahLst/>
              <a:cxnLst/>
              <a:rect l="l" t="t" r="r" b="b"/>
              <a:pathLst>
                <a:path w="1487" h="1423" extrusionOk="0">
                  <a:moveTo>
                    <a:pt x="419" y="0"/>
                  </a:moveTo>
                  <a:cubicBezTo>
                    <a:pt x="370" y="0"/>
                    <a:pt x="323" y="8"/>
                    <a:pt x="278" y="25"/>
                  </a:cubicBezTo>
                  <a:cubicBezTo>
                    <a:pt x="100" y="91"/>
                    <a:pt x="0" y="303"/>
                    <a:pt x="22" y="491"/>
                  </a:cubicBezTo>
                  <a:cubicBezTo>
                    <a:pt x="44" y="681"/>
                    <a:pt x="167" y="836"/>
                    <a:pt x="323" y="947"/>
                  </a:cubicBezTo>
                  <a:cubicBezTo>
                    <a:pt x="389" y="992"/>
                    <a:pt x="456" y="1024"/>
                    <a:pt x="523" y="1069"/>
                  </a:cubicBezTo>
                  <a:cubicBezTo>
                    <a:pt x="644" y="1147"/>
                    <a:pt x="745" y="1236"/>
                    <a:pt x="856" y="1313"/>
                  </a:cubicBezTo>
                  <a:cubicBezTo>
                    <a:pt x="963" y="1385"/>
                    <a:pt x="1080" y="1422"/>
                    <a:pt x="1180" y="1422"/>
                  </a:cubicBezTo>
                  <a:cubicBezTo>
                    <a:pt x="1359" y="1422"/>
                    <a:pt x="1486" y="1303"/>
                    <a:pt x="1422" y="1047"/>
                  </a:cubicBezTo>
                  <a:cubicBezTo>
                    <a:pt x="1322" y="669"/>
                    <a:pt x="1089" y="281"/>
                    <a:pt x="745" y="91"/>
                  </a:cubicBezTo>
                  <a:cubicBezTo>
                    <a:pt x="645" y="38"/>
                    <a:pt x="529" y="0"/>
                    <a:pt x="419" y="0"/>
                  </a:cubicBezTo>
                  <a:close/>
                </a:path>
              </a:pathLst>
            </a:custGeom>
            <a:solidFill>
              <a:srgbClr val="D671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5490975" y="3990675"/>
              <a:ext cx="21975" cy="19750"/>
            </a:xfrm>
            <a:custGeom>
              <a:avLst/>
              <a:gdLst/>
              <a:ahLst/>
              <a:cxnLst/>
              <a:rect l="l" t="t" r="r" b="b"/>
              <a:pathLst>
                <a:path w="879" h="790" extrusionOk="0">
                  <a:moveTo>
                    <a:pt x="12" y="1"/>
                  </a:moveTo>
                  <a:lnTo>
                    <a:pt x="0" y="89"/>
                  </a:lnTo>
                  <a:cubicBezTo>
                    <a:pt x="367" y="123"/>
                    <a:pt x="711" y="634"/>
                    <a:pt x="812" y="790"/>
                  </a:cubicBezTo>
                  <a:lnTo>
                    <a:pt x="878" y="745"/>
                  </a:lnTo>
                  <a:cubicBezTo>
                    <a:pt x="745" y="534"/>
                    <a:pt x="400" y="45"/>
                    <a:pt x="12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5495425" y="4001225"/>
              <a:ext cx="13075" cy="4475"/>
            </a:xfrm>
            <a:custGeom>
              <a:avLst/>
              <a:gdLst/>
              <a:ahLst/>
              <a:cxnLst/>
              <a:rect l="l" t="t" r="r" b="b"/>
              <a:pathLst>
                <a:path w="523" h="179" extrusionOk="0">
                  <a:moveTo>
                    <a:pt x="0" y="1"/>
                  </a:moveTo>
                  <a:lnTo>
                    <a:pt x="0" y="79"/>
                  </a:lnTo>
                  <a:cubicBezTo>
                    <a:pt x="167" y="90"/>
                    <a:pt x="333" y="123"/>
                    <a:pt x="489" y="178"/>
                  </a:cubicBezTo>
                  <a:lnTo>
                    <a:pt x="523" y="101"/>
                  </a:lnTo>
                  <a:cubicBezTo>
                    <a:pt x="356" y="35"/>
                    <a:pt x="178" y="1"/>
                    <a:pt x="0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5636500" y="3924050"/>
              <a:ext cx="33075" cy="54700"/>
            </a:xfrm>
            <a:custGeom>
              <a:avLst/>
              <a:gdLst/>
              <a:ahLst/>
              <a:cxnLst/>
              <a:rect l="l" t="t" r="r" b="b"/>
              <a:pathLst>
                <a:path w="1323" h="2188" extrusionOk="0">
                  <a:moveTo>
                    <a:pt x="681" y="0"/>
                  </a:moveTo>
                  <a:cubicBezTo>
                    <a:pt x="623" y="0"/>
                    <a:pt x="565" y="11"/>
                    <a:pt x="511" y="33"/>
                  </a:cubicBezTo>
                  <a:cubicBezTo>
                    <a:pt x="323" y="111"/>
                    <a:pt x="212" y="311"/>
                    <a:pt x="145" y="500"/>
                  </a:cubicBezTo>
                  <a:cubicBezTo>
                    <a:pt x="0" y="977"/>
                    <a:pt x="134" y="1533"/>
                    <a:pt x="368" y="1955"/>
                  </a:cubicBezTo>
                  <a:cubicBezTo>
                    <a:pt x="466" y="2118"/>
                    <a:pt x="580" y="2187"/>
                    <a:pt x="690" y="2187"/>
                  </a:cubicBezTo>
                  <a:cubicBezTo>
                    <a:pt x="879" y="2187"/>
                    <a:pt x="1055" y="1984"/>
                    <a:pt x="1111" y="1710"/>
                  </a:cubicBezTo>
                  <a:cubicBezTo>
                    <a:pt x="1156" y="1533"/>
                    <a:pt x="1156" y="1355"/>
                    <a:pt x="1200" y="1189"/>
                  </a:cubicBezTo>
                  <a:cubicBezTo>
                    <a:pt x="1222" y="1100"/>
                    <a:pt x="1256" y="999"/>
                    <a:pt x="1267" y="910"/>
                  </a:cubicBezTo>
                  <a:cubicBezTo>
                    <a:pt x="1323" y="678"/>
                    <a:pt x="1289" y="422"/>
                    <a:pt x="1145" y="233"/>
                  </a:cubicBezTo>
                  <a:cubicBezTo>
                    <a:pt x="1037" y="92"/>
                    <a:pt x="855" y="0"/>
                    <a:pt x="681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0"/>
            <p:cNvSpPr/>
            <p:nvPr/>
          </p:nvSpPr>
          <p:spPr>
            <a:xfrm>
              <a:off x="5643725" y="3932150"/>
              <a:ext cx="21125" cy="35225"/>
            </a:xfrm>
            <a:custGeom>
              <a:avLst/>
              <a:gdLst/>
              <a:ahLst/>
              <a:cxnLst/>
              <a:rect l="l" t="t" r="r" b="b"/>
              <a:pathLst>
                <a:path w="845" h="1409" extrusionOk="0">
                  <a:moveTo>
                    <a:pt x="406" y="0"/>
                  </a:moveTo>
                  <a:cubicBezTo>
                    <a:pt x="366" y="0"/>
                    <a:pt x="327" y="7"/>
                    <a:pt x="289" y="20"/>
                  </a:cubicBezTo>
                  <a:cubicBezTo>
                    <a:pt x="167" y="75"/>
                    <a:pt x="79" y="209"/>
                    <a:pt x="45" y="342"/>
                  </a:cubicBezTo>
                  <a:cubicBezTo>
                    <a:pt x="12" y="442"/>
                    <a:pt x="0" y="542"/>
                    <a:pt x="0" y="642"/>
                  </a:cubicBezTo>
                  <a:cubicBezTo>
                    <a:pt x="34" y="687"/>
                    <a:pt x="56" y="720"/>
                    <a:pt x="89" y="764"/>
                  </a:cubicBezTo>
                  <a:cubicBezTo>
                    <a:pt x="212" y="909"/>
                    <a:pt x="356" y="1065"/>
                    <a:pt x="467" y="1220"/>
                  </a:cubicBezTo>
                  <a:cubicBezTo>
                    <a:pt x="511" y="1287"/>
                    <a:pt x="556" y="1342"/>
                    <a:pt x="600" y="1408"/>
                  </a:cubicBezTo>
                  <a:cubicBezTo>
                    <a:pt x="645" y="1353"/>
                    <a:pt x="689" y="1275"/>
                    <a:pt x="711" y="1176"/>
                  </a:cubicBezTo>
                  <a:cubicBezTo>
                    <a:pt x="733" y="1065"/>
                    <a:pt x="745" y="942"/>
                    <a:pt x="767" y="820"/>
                  </a:cubicBezTo>
                  <a:cubicBezTo>
                    <a:pt x="778" y="754"/>
                    <a:pt x="800" y="698"/>
                    <a:pt x="822" y="631"/>
                  </a:cubicBezTo>
                  <a:cubicBezTo>
                    <a:pt x="845" y="465"/>
                    <a:pt x="822" y="287"/>
                    <a:pt x="733" y="164"/>
                  </a:cubicBezTo>
                  <a:cubicBezTo>
                    <a:pt x="658" y="63"/>
                    <a:pt x="531" y="0"/>
                    <a:pt x="406" y="0"/>
                  </a:cubicBezTo>
                  <a:close/>
                </a:path>
              </a:pathLst>
            </a:custGeom>
            <a:solidFill>
              <a:srgbClr val="D671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0"/>
            <p:cNvSpPr/>
            <p:nvPr/>
          </p:nvSpPr>
          <p:spPr>
            <a:xfrm>
              <a:off x="5649575" y="3935425"/>
              <a:ext cx="6400" cy="22500"/>
            </a:xfrm>
            <a:custGeom>
              <a:avLst/>
              <a:gdLst/>
              <a:ahLst/>
              <a:cxnLst/>
              <a:rect l="l" t="t" r="r" b="b"/>
              <a:pathLst>
                <a:path w="256" h="900" extrusionOk="0">
                  <a:moveTo>
                    <a:pt x="188" y="0"/>
                  </a:moveTo>
                  <a:cubicBezTo>
                    <a:pt x="0" y="245"/>
                    <a:pt x="33" y="667"/>
                    <a:pt x="77" y="900"/>
                  </a:cubicBezTo>
                  <a:lnTo>
                    <a:pt x="166" y="889"/>
                  </a:lnTo>
                  <a:cubicBezTo>
                    <a:pt x="122" y="667"/>
                    <a:pt x="89" y="278"/>
                    <a:pt x="255" y="67"/>
                  </a:cubicBezTo>
                  <a:lnTo>
                    <a:pt x="188" y="0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0"/>
            <p:cNvSpPr/>
            <p:nvPr/>
          </p:nvSpPr>
          <p:spPr>
            <a:xfrm>
              <a:off x="5651500" y="3944575"/>
              <a:ext cx="8075" cy="10325"/>
            </a:xfrm>
            <a:custGeom>
              <a:avLst/>
              <a:gdLst/>
              <a:ahLst/>
              <a:cxnLst/>
              <a:rect l="l" t="t" r="r" b="b"/>
              <a:pathLst>
                <a:path w="323" h="413" extrusionOk="0">
                  <a:moveTo>
                    <a:pt x="256" y="1"/>
                  </a:moveTo>
                  <a:cubicBezTo>
                    <a:pt x="145" y="112"/>
                    <a:pt x="67" y="234"/>
                    <a:pt x="0" y="378"/>
                  </a:cubicBezTo>
                  <a:lnTo>
                    <a:pt x="79" y="412"/>
                  </a:lnTo>
                  <a:cubicBezTo>
                    <a:pt x="145" y="279"/>
                    <a:pt x="223" y="168"/>
                    <a:pt x="323" y="57"/>
                  </a:cubicBezTo>
                  <a:lnTo>
                    <a:pt x="256" y="1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0"/>
            <p:cNvSpPr/>
            <p:nvPr/>
          </p:nvSpPr>
          <p:spPr>
            <a:xfrm>
              <a:off x="5483475" y="4028725"/>
              <a:ext cx="151375" cy="103350"/>
            </a:xfrm>
            <a:custGeom>
              <a:avLst/>
              <a:gdLst/>
              <a:ahLst/>
              <a:cxnLst/>
              <a:rect l="l" t="t" r="r" b="b"/>
              <a:pathLst>
                <a:path w="6055" h="4134" extrusionOk="0">
                  <a:moveTo>
                    <a:pt x="112" y="1"/>
                  </a:moveTo>
                  <a:lnTo>
                    <a:pt x="1" y="12"/>
                  </a:lnTo>
                  <a:cubicBezTo>
                    <a:pt x="78" y="534"/>
                    <a:pt x="312" y="1034"/>
                    <a:pt x="678" y="1411"/>
                  </a:cubicBezTo>
                  <a:cubicBezTo>
                    <a:pt x="723" y="1445"/>
                    <a:pt x="767" y="1490"/>
                    <a:pt x="834" y="1512"/>
                  </a:cubicBezTo>
                  <a:cubicBezTo>
                    <a:pt x="848" y="1514"/>
                    <a:pt x="862" y="1516"/>
                    <a:pt x="877" y="1516"/>
                  </a:cubicBezTo>
                  <a:cubicBezTo>
                    <a:pt x="922" y="1516"/>
                    <a:pt x="970" y="1503"/>
                    <a:pt x="1011" y="1478"/>
                  </a:cubicBezTo>
                  <a:cubicBezTo>
                    <a:pt x="1045" y="1456"/>
                    <a:pt x="1090" y="1411"/>
                    <a:pt x="1112" y="1367"/>
                  </a:cubicBezTo>
                  <a:cubicBezTo>
                    <a:pt x="1423" y="2056"/>
                    <a:pt x="1956" y="2656"/>
                    <a:pt x="2589" y="3045"/>
                  </a:cubicBezTo>
                  <a:cubicBezTo>
                    <a:pt x="2654" y="3085"/>
                    <a:pt x="2744" y="3132"/>
                    <a:pt x="2831" y="3132"/>
                  </a:cubicBezTo>
                  <a:cubicBezTo>
                    <a:pt x="2862" y="3132"/>
                    <a:pt x="2893" y="3126"/>
                    <a:pt x="2922" y="3111"/>
                  </a:cubicBezTo>
                  <a:cubicBezTo>
                    <a:pt x="3011" y="3067"/>
                    <a:pt x="3067" y="2989"/>
                    <a:pt x="3089" y="2845"/>
                  </a:cubicBezTo>
                  <a:cubicBezTo>
                    <a:pt x="3100" y="2778"/>
                    <a:pt x="3111" y="2712"/>
                    <a:pt x="3111" y="2645"/>
                  </a:cubicBezTo>
                  <a:cubicBezTo>
                    <a:pt x="3134" y="2689"/>
                    <a:pt x="3167" y="2722"/>
                    <a:pt x="3200" y="2756"/>
                  </a:cubicBezTo>
                  <a:cubicBezTo>
                    <a:pt x="3556" y="3167"/>
                    <a:pt x="3933" y="3589"/>
                    <a:pt x="4422" y="3867"/>
                  </a:cubicBezTo>
                  <a:cubicBezTo>
                    <a:pt x="4733" y="4045"/>
                    <a:pt x="5067" y="4133"/>
                    <a:pt x="5378" y="4133"/>
                  </a:cubicBezTo>
                  <a:cubicBezTo>
                    <a:pt x="5622" y="4133"/>
                    <a:pt x="5855" y="4077"/>
                    <a:pt x="6055" y="3966"/>
                  </a:cubicBezTo>
                  <a:lnTo>
                    <a:pt x="6000" y="3855"/>
                  </a:lnTo>
                  <a:cubicBezTo>
                    <a:pt x="5804" y="3964"/>
                    <a:pt x="5591" y="4008"/>
                    <a:pt x="5380" y="4008"/>
                  </a:cubicBezTo>
                  <a:cubicBezTo>
                    <a:pt x="5052" y="4008"/>
                    <a:pt x="4728" y="3902"/>
                    <a:pt x="4477" y="3766"/>
                  </a:cubicBezTo>
                  <a:cubicBezTo>
                    <a:pt x="4011" y="3500"/>
                    <a:pt x="3645" y="3078"/>
                    <a:pt x="3289" y="2678"/>
                  </a:cubicBezTo>
                  <a:cubicBezTo>
                    <a:pt x="3223" y="2600"/>
                    <a:pt x="3156" y="2512"/>
                    <a:pt x="3100" y="2423"/>
                  </a:cubicBezTo>
                  <a:cubicBezTo>
                    <a:pt x="3089" y="2312"/>
                    <a:pt x="3055" y="2189"/>
                    <a:pt x="3011" y="2078"/>
                  </a:cubicBezTo>
                  <a:lnTo>
                    <a:pt x="2934" y="1867"/>
                  </a:lnTo>
                  <a:lnTo>
                    <a:pt x="2900" y="2100"/>
                  </a:lnTo>
                  <a:cubicBezTo>
                    <a:pt x="2878" y="2233"/>
                    <a:pt x="2922" y="2356"/>
                    <a:pt x="2978" y="2467"/>
                  </a:cubicBezTo>
                  <a:cubicBezTo>
                    <a:pt x="3000" y="2589"/>
                    <a:pt x="2989" y="2712"/>
                    <a:pt x="2967" y="2823"/>
                  </a:cubicBezTo>
                  <a:cubicBezTo>
                    <a:pt x="2956" y="2922"/>
                    <a:pt x="2922" y="2978"/>
                    <a:pt x="2878" y="3000"/>
                  </a:cubicBezTo>
                  <a:cubicBezTo>
                    <a:pt x="2862" y="3008"/>
                    <a:pt x="2844" y="3012"/>
                    <a:pt x="2826" y="3012"/>
                  </a:cubicBezTo>
                  <a:cubicBezTo>
                    <a:pt x="2769" y="3012"/>
                    <a:pt x="2706" y="2978"/>
                    <a:pt x="2656" y="2944"/>
                  </a:cubicBezTo>
                  <a:cubicBezTo>
                    <a:pt x="1967" y="2522"/>
                    <a:pt x="1423" y="1856"/>
                    <a:pt x="1134" y="1112"/>
                  </a:cubicBezTo>
                  <a:cubicBezTo>
                    <a:pt x="1112" y="1045"/>
                    <a:pt x="1090" y="979"/>
                    <a:pt x="1067" y="923"/>
                  </a:cubicBezTo>
                  <a:lnTo>
                    <a:pt x="956" y="967"/>
                  </a:lnTo>
                  <a:cubicBezTo>
                    <a:pt x="967" y="1023"/>
                    <a:pt x="989" y="1078"/>
                    <a:pt x="1011" y="1145"/>
                  </a:cubicBezTo>
                  <a:cubicBezTo>
                    <a:pt x="1023" y="1179"/>
                    <a:pt x="1023" y="1223"/>
                    <a:pt x="1023" y="1256"/>
                  </a:cubicBezTo>
                  <a:cubicBezTo>
                    <a:pt x="1011" y="1312"/>
                    <a:pt x="979" y="1356"/>
                    <a:pt x="945" y="1378"/>
                  </a:cubicBezTo>
                  <a:cubicBezTo>
                    <a:pt x="923" y="1389"/>
                    <a:pt x="890" y="1401"/>
                    <a:pt x="867" y="1401"/>
                  </a:cubicBezTo>
                  <a:cubicBezTo>
                    <a:pt x="834" y="1389"/>
                    <a:pt x="801" y="1356"/>
                    <a:pt x="767" y="1322"/>
                  </a:cubicBezTo>
                  <a:cubicBezTo>
                    <a:pt x="423" y="967"/>
                    <a:pt x="189" y="500"/>
                    <a:pt x="112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0"/>
            <p:cNvSpPr/>
            <p:nvPr/>
          </p:nvSpPr>
          <p:spPr>
            <a:xfrm>
              <a:off x="5469875" y="4529575"/>
              <a:ext cx="162750" cy="113625"/>
            </a:xfrm>
            <a:custGeom>
              <a:avLst/>
              <a:gdLst/>
              <a:ahLst/>
              <a:cxnLst/>
              <a:rect l="l" t="t" r="r" b="b"/>
              <a:pathLst>
                <a:path w="6510" h="4545" extrusionOk="0">
                  <a:moveTo>
                    <a:pt x="825" y="0"/>
                  </a:moveTo>
                  <a:cubicBezTo>
                    <a:pt x="712" y="0"/>
                    <a:pt x="596" y="4"/>
                    <a:pt x="489" y="7"/>
                  </a:cubicBezTo>
                  <a:cubicBezTo>
                    <a:pt x="385" y="7"/>
                    <a:pt x="287" y="12"/>
                    <a:pt x="206" y="12"/>
                  </a:cubicBezTo>
                  <a:cubicBezTo>
                    <a:pt x="166" y="12"/>
                    <a:pt x="130" y="11"/>
                    <a:pt x="101" y="7"/>
                  </a:cubicBezTo>
                  <a:cubicBezTo>
                    <a:pt x="78" y="741"/>
                    <a:pt x="45" y="1474"/>
                    <a:pt x="22" y="2207"/>
                  </a:cubicBezTo>
                  <a:cubicBezTo>
                    <a:pt x="0" y="2807"/>
                    <a:pt x="12" y="3217"/>
                    <a:pt x="667" y="3417"/>
                  </a:cubicBezTo>
                  <a:cubicBezTo>
                    <a:pt x="1355" y="3629"/>
                    <a:pt x="2078" y="3573"/>
                    <a:pt x="2789" y="3607"/>
                  </a:cubicBezTo>
                  <a:cubicBezTo>
                    <a:pt x="3488" y="3629"/>
                    <a:pt x="4244" y="3762"/>
                    <a:pt x="4799" y="4239"/>
                  </a:cubicBezTo>
                  <a:cubicBezTo>
                    <a:pt x="4888" y="4328"/>
                    <a:pt x="4977" y="4429"/>
                    <a:pt x="5100" y="4484"/>
                  </a:cubicBezTo>
                  <a:cubicBezTo>
                    <a:pt x="5187" y="4525"/>
                    <a:pt x="5254" y="4544"/>
                    <a:pt x="5305" y="4544"/>
                  </a:cubicBezTo>
                  <a:cubicBezTo>
                    <a:pt x="5717" y="4544"/>
                    <a:pt x="5058" y="3330"/>
                    <a:pt x="4900" y="3162"/>
                  </a:cubicBezTo>
                  <a:lnTo>
                    <a:pt x="4900" y="3162"/>
                  </a:lnTo>
                  <a:cubicBezTo>
                    <a:pt x="5177" y="3451"/>
                    <a:pt x="5444" y="3728"/>
                    <a:pt x="5722" y="4017"/>
                  </a:cubicBezTo>
                  <a:cubicBezTo>
                    <a:pt x="5765" y="4061"/>
                    <a:pt x="5823" y="4105"/>
                    <a:pt x="5879" y="4105"/>
                  </a:cubicBezTo>
                  <a:cubicBezTo>
                    <a:pt x="5893" y="4105"/>
                    <a:pt x="5908" y="4102"/>
                    <a:pt x="5922" y="4095"/>
                  </a:cubicBezTo>
                  <a:cubicBezTo>
                    <a:pt x="5966" y="4062"/>
                    <a:pt x="5977" y="3995"/>
                    <a:pt x="5966" y="3940"/>
                  </a:cubicBezTo>
                  <a:cubicBezTo>
                    <a:pt x="5955" y="3555"/>
                    <a:pt x="5780" y="3181"/>
                    <a:pt x="5497" y="2936"/>
                  </a:cubicBezTo>
                  <a:lnTo>
                    <a:pt x="5497" y="2936"/>
                  </a:lnTo>
                  <a:cubicBezTo>
                    <a:pt x="5728" y="3133"/>
                    <a:pt x="5969" y="3320"/>
                    <a:pt x="6199" y="3518"/>
                  </a:cubicBezTo>
                  <a:cubicBezTo>
                    <a:pt x="6233" y="3540"/>
                    <a:pt x="6266" y="3573"/>
                    <a:pt x="6299" y="3573"/>
                  </a:cubicBezTo>
                  <a:cubicBezTo>
                    <a:pt x="6308" y="3574"/>
                    <a:pt x="6316" y="3575"/>
                    <a:pt x="6324" y="3575"/>
                  </a:cubicBezTo>
                  <a:cubicBezTo>
                    <a:pt x="6430" y="3575"/>
                    <a:pt x="6488" y="3443"/>
                    <a:pt x="6488" y="3328"/>
                  </a:cubicBezTo>
                  <a:cubicBezTo>
                    <a:pt x="6510" y="2851"/>
                    <a:pt x="6166" y="2407"/>
                    <a:pt x="5755" y="2195"/>
                  </a:cubicBezTo>
                  <a:cubicBezTo>
                    <a:pt x="5332" y="1973"/>
                    <a:pt x="4866" y="1929"/>
                    <a:pt x="4411" y="1884"/>
                  </a:cubicBezTo>
                  <a:cubicBezTo>
                    <a:pt x="3666" y="1818"/>
                    <a:pt x="2933" y="1751"/>
                    <a:pt x="2189" y="1684"/>
                  </a:cubicBezTo>
                  <a:cubicBezTo>
                    <a:pt x="1945" y="1662"/>
                    <a:pt x="1644" y="1595"/>
                    <a:pt x="1567" y="1351"/>
                  </a:cubicBezTo>
                  <a:cubicBezTo>
                    <a:pt x="1545" y="1274"/>
                    <a:pt x="1545" y="1173"/>
                    <a:pt x="1555" y="1084"/>
                  </a:cubicBezTo>
                  <a:cubicBezTo>
                    <a:pt x="1578" y="741"/>
                    <a:pt x="1722" y="307"/>
                    <a:pt x="1444" y="96"/>
                  </a:cubicBezTo>
                  <a:cubicBezTo>
                    <a:pt x="1336" y="19"/>
                    <a:pt x="1086" y="0"/>
                    <a:pt x="825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0"/>
            <p:cNvSpPr/>
            <p:nvPr/>
          </p:nvSpPr>
          <p:spPr>
            <a:xfrm>
              <a:off x="5594275" y="4627675"/>
              <a:ext cx="10325" cy="12350"/>
            </a:xfrm>
            <a:custGeom>
              <a:avLst/>
              <a:gdLst/>
              <a:ahLst/>
              <a:cxnLst/>
              <a:rect l="l" t="t" r="r" b="b"/>
              <a:pathLst>
                <a:path w="413" h="494" extrusionOk="0">
                  <a:moveTo>
                    <a:pt x="228" y="1"/>
                  </a:moveTo>
                  <a:cubicBezTo>
                    <a:pt x="210" y="1"/>
                    <a:pt x="187" y="18"/>
                    <a:pt x="156" y="60"/>
                  </a:cubicBezTo>
                  <a:cubicBezTo>
                    <a:pt x="101" y="149"/>
                    <a:pt x="45" y="238"/>
                    <a:pt x="1" y="338"/>
                  </a:cubicBezTo>
                  <a:cubicBezTo>
                    <a:pt x="112" y="426"/>
                    <a:pt x="245" y="471"/>
                    <a:pt x="379" y="493"/>
                  </a:cubicBezTo>
                  <a:lnTo>
                    <a:pt x="401" y="493"/>
                  </a:lnTo>
                  <a:cubicBezTo>
                    <a:pt x="412" y="482"/>
                    <a:pt x="412" y="460"/>
                    <a:pt x="401" y="438"/>
                  </a:cubicBezTo>
                  <a:cubicBezTo>
                    <a:pt x="368" y="338"/>
                    <a:pt x="334" y="238"/>
                    <a:pt x="301" y="127"/>
                  </a:cubicBezTo>
                  <a:cubicBezTo>
                    <a:pt x="279" y="61"/>
                    <a:pt x="262" y="1"/>
                    <a:pt x="228" y="1"/>
                  </a:cubicBezTo>
                  <a:close/>
                </a:path>
              </a:pathLst>
            </a:custGeom>
            <a:solidFill>
              <a:srgbClr val="F7AD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0"/>
            <p:cNvSpPr/>
            <p:nvPr/>
          </p:nvSpPr>
          <p:spPr>
            <a:xfrm>
              <a:off x="5471525" y="4529450"/>
              <a:ext cx="38925" cy="36425"/>
            </a:xfrm>
            <a:custGeom>
              <a:avLst/>
              <a:gdLst/>
              <a:ahLst/>
              <a:cxnLst/>
              <a:rect l="l" t="t" r="r" b="b"/>
              <a:pathLst>
                <a:path w="1557" h="1457" extrusionOk="0">
                  <a:moveTo>
                    <a:pt x="1501" y="1368"/>
                  </a:moveTo>
                  <a:cubicBezTo>
                    <a:pt x="1523" y="1400"/>
                    <a:pt x="1534" y="1434"/>
                    <a:pt x="1556" y="1456"/>
                  </a:cubicBezTo>
                  <a:lnTo>
                    <a:pt x="1556" y="1456"/>
                  </a:lnTo>
                  <a:cubicBezTo>
                    <a:pt x="1534" y="1434"/>
                    <a:pt x="1523" y="1400"/>
                    <a:pt x="1501" y="1368"/>
                  </a:cubicBezTo>
                  <a:close/>
                  <a:moveTo>
                    <a:pt x="1501" y="1368"/>
                  </a:moveTo>
                  <a:lnTo>
                    <a:pt x="1501" y="1368"/>
                  </a:lnTo>
                  <a:lnTo>
                    <a:pt x="1501" y="1368"/>
                  </a:lnTo>
                  <a:close/>
                  <a:moveTo>
                    <a:pt x="1479" y="1212"/>
                  </a:moveTo>
                  <a:lnTo>
                    <a:pt x="1479" y="1267"/>
                  </a:lnTo>
                  <a:lnTo>
                    <a:pt x="1479" y="1212"/>
                  </a:lnTo>
                  <a:close/>
                  <a:moveTo>
                    <a:pt x="35" y="12"/>
                  </a:moveTo>
                  <a:cubicBezTo>
                    <a:pt x="23" y="334"/>
                    <a:pt x="12" y="645"/>
                    <a:pt x="1" y="956"/>
                  </a:cubicBezTo>
                  <a:lnTo>
                    <a:pt x="1" y="956"/>
                  </a:lnTo>
                  <a:cubicBezTo>
                    <a:pt x="12" y="645"/>
                    <a:pt x="23" y="334"/>
                    <a:pt x="35" y="12"/>
                  </a:cubicBezTo>
                  <a:lnTo>
                    <a:pt x="35" y="12"/>
                  </a:lnTo>
                  <a:close/>
                  <a:moveTo>
                    <a:pt x="267" y="12"/>
                  </a:moveTo>
                  <a:cubicBezTo>
                    <a:pt x="212" y="23"/>
                    <a:pt x="168" y="23"/>
                    <a:pt x="123" y="23"/>
                  </a:cubicBezTo>
                  <a:lnTo>
                    <a:pt x="123" y="23"/>
                  </a:lnTo>
                  <a:cubicBezTo>
                    <a:pt x="168" y="23"/>
                    <a:pt x="212" y="23"/>
                    <a:pt x="267" y="12"/>
                  </a:cubicBezTo>
                  <a:close/>
                  <a:moveTo>
                    <a:pt x="768" y="1"/>
                  </a:moveTo>
                  <a:lnTo>
                    <a:pt x="667" y="1"/>
                  </a:lnTo>
                  <a:lnTo>
                    <a:pt x="768" y="1"/>
                  </a:lnTo>
                  <a:cubicBezTo>
                    <a:pt x="1023" y="1"/>
                    <a:pt x="1267" y="23"/>
                    <a:pt x="1378" y="101"/>
                  </a:cubicBezTo>
                  <a:cubicBezTo>
                    <a:pt x="1423" y="134"/>
                    <a:pt x="1457" y="168"/>
                    <a:pt x="1479" y="212"/>
                  </a:cubicBezTo>
                  <a:cubicBezTo>
                    <a:pt x="1457" y="168"/>
                    <a:pt x="1423" y="134"/>
                    <a:pt x="1378" y="101"/>
                  </a:cubicBezTo>
                  <a:cubicBezTo>
                    <a:pt x="1267" y="23"/>
                    <a:pt x="1023" y="1"/>
                    <a:pt x="768" y="1"/>
                  </a:cubicBezTo>
                  <a:close/>
                </a:path>
              </a:pathLst>
            </a:custGeom>
            <a:solidFill>
              <a:srgbClr val="D9BB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0"/>
            <p:cNvSpPr/>
            <p:nvPr/>
          </p:nvSpPr>
          <p:spPr>
            <a:xfrm>
              <a:off x="5471525" y="4529450"/>
              <a:ext cx="40575" cy="51675"/>
            </a:xfrm>
            <a:custGeom>
              <a:avLst/>
              <a:gdLst/>
              <a:ahLst/>
              <a:cxnLst/>
              <a:rect l="l" t="t" r="r" b="b"/>
              <a:pathLst>
                <a:path w="1623" h="2067" extrusionOk="0">
                  <a:moveTo>
                    <a:pt x="667" y="1"/>
                  </a:moveTo>
                  <a:cubicBezTo>
                    <a:pt x="578" y="1"/>
                    <a:pt x="501" y="12"/>
                    <a:pt x="423" y="12"/>
                  </a:cubicBezTo>
                  <a:lnTo>
                    <a:pt x="267" y="12"/>
                  </a:lnTo>
                  <a:cubicBezTo>
                    <a:pt x="212" y="23"/>
                    <a:pt x="168" y="23"/>
                    <a:pt x="123" y="23"/>
                  </a:cubicBezTo>
                  <a:cubicBezTo>
                    <a:pt x="90" y="23"/>
                    <a:pt x="57" y="23"/>
                    <a:pt x="35" y="12"/>
                  </a:cubicBezTo>
                  <a:cubicBezTo>
                    <a:pt x="23" y="334"/>
                    <a:pt x="12" y="645"/>
                    <a:pt x="1" y="956"/>
                  </a:cubicBezTo>
                  <a:cubicBezTo>
                    <a:pt x="112" y="1356"/>
                    <a:pt x="223" y="1901"/>
                    <a:pt x="623" y="2034"/>
                  </a:cubicBezTo>
                  <a:cubicBezTo>
                    <a:pt x="679" y="2067"/>
                    <a:pt x="746" y="2067"/>
                    <a:pt x="801" y="2067"/>
                  </a:cubicBezTo>
                  <a:cubicBezTo>
                    <a:pt x="1112" y="2067"/>
                    <a:pt x="1368" y="1778"/>
                    <a:pt x="1556" y="1456"/>
                  </a:cubicBezTo>
                  <a:cubicBezTo>
                    <a:pt x="1534" y="1434"/>
                    <a:pt x="1523" y="1400"/>
                    <a:pt x="1501" y="1368"/>
                  </a:cubicBezTo>
                  <a:lnTo>
                    <a:pt x="1501" y="1356"/>
                  </a:lnTo>
                  <a:cubicBezTo>
                    <a:pt x="1489" y="1334"/>
                    <a:pt x="1489" y="1301"/>
                    <a:pt x="1479" y="1267"/>
                  </a:cubicBezTo>
                  <a:lnTo>
                    <a:pt x="1479" y="1212"/>
                  </a:lnTo>
                  <a:cubicBezTo>
                    <a:pt x="1479" y="1168"/>
                    <a:pt x="1489" y="1134"/>
                    <a:pt x="1489" y="1089"/>
                  </a:cubicBezTo>
                  <a:cubicBezTo>
                    <a:pt x="1512" y="790"/>
                    <a:pt x="1623" y="434"/>
                    <a:pt x="1479" y="212"/>
                  </a:cubicBezTo>
                  <a:cubicBezTo>
                    <a:pt x="1457" y="168"/>
                    <a:pt x="1423" y="134"/>
                    <a:pt x="1378" y="101"/>
                  </a:cubicBezTo>
                  <a:cubicBezTo>
                    <a:pt x="1267" y="23"/>
                    <a:pt x="1023" y="1"/>
                    <a:pt x="768" y="1"/>
                  </a:cubicBezTo>
                  <a:close/>
                </a:path>
              </a:pathLst>
            </a:custGeom>
            <a:solidFill>
              <a:srgbClr val="CD85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0"/>
            <p:cNvSpPr/>
            <p:nvPr/>
          </p:nvSpPr>
          <p:spPr>
            <a:xfrm>
              <a:off x="5422950" y="4398475"/>
              <a:ext cx="128325" cy="151800"/>
            </a:xfrm>
            <a:custGeom>
              <a:avLst/>
              <a:gdLst/>
              <a:ahLst/>
              <a:cxnLst/>
              <a:rect l="l" t="t" r="r" b="b"/>
              <a:pathLst>
                <a:path w="5133" h="6072" extrusionOk="0">
                  <a:moveTo>
                    <a:pt x="1035" y="0"/>
                  </a:moveTo>
                  <a:cubicBezTo>
                    <a:pt x="717" y="0"/>
                    <a:pt x="481" y="190"/>
                    <a:pt x="389" y="707"/>
                  </a:cubicBezTo>
                  <a:cubicBezTo>
                    <a:pt x="289" y="1218"/>
                    <a:pt x="489" y="2963"/>
                    <a:pt x="455" y="3485"/>
                  </a:cubicBezTo>
                  <a:cubicBezTo>
                    <a:pt x="311" y="3351"/>
                    <a:pt x="178" y="3185"/>
                    <a:pt x="89" y="3007"/>
                  </a:cubicBezTo>
                  <a:lnTo>
                    <a:pt x="89" y="3007"/>
                  </a:lnTo>
                  <a:cubicBezTo>
                    <a:pt x="11" y="3541"/>
                    <a:pt x="122" y="4096"/>
                    <a:pt x="400" y="4563"/>
                  </a:cubicBezTo>
                  <a:cubicBezTo>
                    <a:pt x="255" y="4451"/>
                    <a:pt x="134" y="4307"/>
                    <a:pt x="33" y="4151"/>
                  </a:cubicBezTo>
                  <a:lnTo>
                    <a:pt x="33" y="4151"/>
                  </a:lnTo>
                  <a:cubicBezTo>
                    <a:pt x="0" y="4707"/>
                    <a:pt x="378" y="5185"/>
                    <a:pt x="766" y="5573"/>
                  </a:cubicBezTo>
                  <a:cubicBezTo>
                    <a:pt x="1048" y="5854"/>
                    <a:pt x="1620" y="6037"/>
                    <a:pt x="2138" y="6037"/>
                  </a:cubicBezTo>
                  <a:cubicBezTo>
                    <a:pt x="2519" y="6037"/>
                    <a:pt x="2871" y="5938"/>
                    <a:pt x="3055" y="5706"/>
                  </a:cubicBezTo>
                  <a:cubicBezTo>
                    <a:pt x="3077" y="5785"/>
                    <a:pt x="3111" y="5862"/>
                    <a:pt x="3166" y="5918"/>
                  </a:cubicBezTo>
                  <a:cubicBezTo>
                    <a:pt x="3265" y="6016"/>
                    <a:pt x="3407" y="6072"/>
                    <a:pt x="3551" y="6072"/>
                  </a:cubicBezTo>
                  <a:cubicBezTo>
                    <a:pt x="3586" y="6072"/>
                    <a:pt x="3620" y="6068"/>
                    <a:pt x="3655" y="6062"/>
                  </a:cubicBezTo>
                  <a:cubicBezTo>
                    <a:pt x="3911" y="6007"/>
                    <a:pt x="4099" y="5795"/>
                    <a:pt x="4210" y="5562"/>
                  </a:cubicBezTo>
                  <a:cubicBezTo>
                    <a:pt x="4310" y="5329"/>
                    <a:pt x="4343" y="5074"/>
                    <a:pt x="4366" y="4818"/>
                  </a:cubicBezTo>
                  <a:cubicBezTo>
                    <a:pt x="4466" y="3884"/>
                    <a:pt x="5133" y="1696"/>
                    <a:pt x="3955" y="1385"/>
                  </a:cubicBezTo>
                  <a:cubicBezTo>
                    <a:pt x="3108" y="1164"/>
                    <a:pt x="1821" y="0"/>
                    <a:pt x="1035" y="0"/>
                  </a:cubicBezTo>
                  <a:close/>
                </a:path>
              </a:pathLst>
            </a:custGeom>
            <a:solidFill>
              <a:srgbClr val="774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0"/>
            <p:cNvSpPr/>
            <p:nvPr/>
          </p:nvSpPr>
          <p:spPr>
            <a:xfrm>
              <a:off x="5439600" y="4474750"/>
              <a:ext cx="57500" cy="68000"/>
            </a:xfrm>
            <a:custGeom>
              <a:avLst/>
              <a:gdLst/>
              <a:ahLst/>
              <a:cxnLst/>
              <a:rect l="l" t="t" r="r" b="b"/>
              <a:pathLst>
                <a:path w="2300" h="2720" extrusionOk="0">
                  <a:moveTo>
                    <a:pt x="1633" y="1556"/>
                  </a:moveTo>
                  <a:cubicBezTo>
                    <a:pt x="1645" y="1556"/>
                    <a:pt x="1667" y="1556"/>
                    <a:pt x="1678" y="1567"/>
                  </a:cubicBezTo>
                  <a:cubicBezTo>
                    <a:pt x="1722" y="1578"/>
                    <a:pt x="1756" y="1623"/>
                    <a:pt x="1767" y="1667"/>
                  </a:cubicBezTo>
                  <a:cubicBezTo>
                    <a:pt x="1778" y="1744"/>
                    <a:pt x="1734" y="1833"/>
                    <a:pt x="1678" y="1911"/>
                  </a:cubicBezTo>
                  <a:cubicBezTo>
                    <a:pt x="1667" y="1934"/>
                    <a:pt x="1656" y="1956"/>
                    <a:pt x="1645" y="1967"/>
                  </a:cubicBezTo>
                  <a:cubicBezTo>
                    <a:pt x="1623" y="1889"/>
                    <a:pt x="1600" y="1811"/>
                    <a:pt x="1589" y="1734"/>
                  </a:cubicBezTo>
                  <a:cubicBezTo>
                    <a:pt x="1578" y="1645"/>
                    <a:pt x="1589" y="1600"/>
                    <a:pt x="1611" y="1567"/>
                  </a:cubicBezTo>
                  <a:cubicBezTo>
                    <a:pt x="1623" y="1567"/>
                    <a:pt x="1623" y="1556"/>
                    <a:pt x="1633" y="1556"/>
                  </a:cubicBezTo>
                  <a:close/>
                  <a:moveTo>
                    <a:pt x="290" y="1"/>
                  </a:moveTo>
                  <a:lnTo>
                    <a:pt x="290" y="1"/>
                  </a:lnTo>
                  <a:cubicBezTo>
                    <a:pt x="1" y="712"/>
                    <a:pt x="34" y="1544"/>
                    <a:pt x="367" y="2233"/>
                  </a:cubicBezTo>
                  <a:cubicBezTo>
                    <a:pt x="467" y="2455"/>
                    <a:pt x="601" y="2566"/>
                    <a:pt x="745" y="2566"/>
                  </a:cubicBezTo>
                  <a:cubicBezTo>
                    <a:pt x="934" y="2566"/>
                    <a:pt x="1045" y="2378"/>
                    <a:pt x="1112" y="2233"/>
                  </a:cubicBezTo>
                  <a:cubicBezTo>
                    <a:pt x="1134" y="2178"/>
                    <a:pt x="1167" y="2111"/>
                    <a:pt x="1189" y="2033"/>
                  </a:cubicBezTo>
                  <a:cubicBezTo>
                    <a:pt x="1245" y="2122"/>
                    <a:pt x="1334" y="2189"/>
                    <a:pt x="1433" y="2189"/>
                  </a:cubicBezTo>
                  <a:cubicBezTo>
                    <a:pt x="1500" y="2189"/>
                    <a:pt x="1556" y="2156"/>
                    <a:pt x="1611" y="2122"/>
                  </a:cubicBezTo>
                  <a:cubicBezTo>
                    <a:pt x="1633" y="2211"/>
                    <a:pt x="1667" y="2300"/>
                    <a:pt x="1712" y="2389"/>
                  </a:cubicBezTo>
                  <a:cubicBezTo>
                    <a:pt x="1756" y="2478"/>
                    <a:pt x="1811" y="2578"/>
                    <a:pt x="1900" y="2645"/>
                  </a:cubicBezTo>
                  <a:cubicBezTo>
                    <a:pt x="1959" y="2695"/>
                    <a:pt x="2023" y="2720"/>
                    <a:pt x="2089" y="2720"/>
                  </a:cubicBezTo>
                  <a:cubicBezTo>
                    <a:pt x="2111" y="2720"/>
                    <a:pt x="2134" y="2717"/>
                    <a:pt x="2156" y="2711"/>
                  </a:cubicBezTo>
                  <a:cubicBezTo>
                    <a:pt x="2178" y="2700"/>
                    <a:pt x="2200" y="2689"/>
                    <a:pt x="2211" y="2678"/>
                  </a:cubicBezTo>
                  <a:cubicBezTo>
                    <a:pt x="2267" y="2645"/>
                    <a:pt x="2300" y="2578"/>
                    <a:pt x="2300" y="2500"/>
                  </a:cubicBezTo>
                  <a:cubicBezTo>
                    <a:pt x="2300" y="2445"/>
                    <a:pt x="2267" y="2389"/>
                    <a:pt x="2223" y="2356"/>
                  </a:cubicBezTo>
                  <a:lnTo>
                    <a:pt x="2178" y="2422"/>
                  </a:lnTo>
                  <a:cubicBezTo>
                    <a:pt x="2211" y="2433"/>
                    <a:pt x="2223" y="2467"/>
                    <a:pt x="2223" y="2500"/>
                  </a:cubicBezTo>
                  <a:cubicBezTo>
                    <a:pt x="2223" y="2544"/>
                    <a:pt x="2200" y="2589"/>
                    <a:pt x="2167" y="2611"/>
                  </a:cubicBezTo>
                  <a:cubicBezTo>
                    <a:pt x="2142" y="2632"/>
                    <a:pt x="2112" y="2640"/>
                    <a:pt x="2082" y="2640"/>
                  </a:cubicBezTo>
                  <a:cubicBezTo>
                    <a:pt x="2032" y="2640"/>
                    <a:pt x="1979" y="2617"/>
                    <a:pt x="1944" y="2589"/>
                  </a:cubicBezTo>
                  <a:cubicBezTo>
                    <a:pt x="1867" y="2534"/>
                    <a:pt x="1823" y="2433"/>
                    <a:pt x="1778" y="2356"/>
                  </a:cubicBezTo>
                  <a:cubicBezTo>
                    <a:pt x="1734" y="2255"/>
                    <a:pt x="1700" y="2156"/>
                    <a:pt x="1667" y="2055"/>
                  </a:cubicBezTo>
                  <a:cubicBezTo>
                    <a:pt x="1700" y="2023"/>
                    <a:pt x="1722" y="1989"/>
                    <a:pt x="1744" y="1956"/>
                  </a:cubicBezTo>
                  <a:cubicBezTo>
                    <a:pt x="1800" y="1867"/>
                    <a:pt x="1855" y="1767"/>
                    <a:pt x="1833" y="1656"/>
                  </a:cubicBezTo>
                  <a:cubicBezTo>
                    <a:pt x="1823" y="1578"/>
                    <a:pt x="1767" y="1512"/>
                    <a:pt x="1700" y="1489"/>
                  </a:cubicBezTo>
                  <a:cubicBezTo>
                    <a:pt x="1684" y="1485"/>
                    <a:pt x="1666" y="1482"/>
                    <a:pt x="1648" y="1482"/>
                  </a:cubicBezTo>
                  <a:cubicBezTo>
                    <a:pt x="1618" y="1482"/>
                    <a:pt x="1588" y="1490"/>
                    <a:pt x="1567" y="1512"/>
                  </a:cubicBezTo>
                  <a:cubicBezTo>
                    <a:pt x="1500" y="1567"/>
                    <a:pt x="1500" y="1678"/>
                    <a:pt x="1512" y="1744"/>
                  </a:cubicBezTo>
                  <a:lnTo>
                    <a:pt x="1578" y="2045"/>
                  </a:lnTo>
                  <a:cubicBezTo>
                    <a:pt x="1544" y="2078"/>
                    <a:pt x="1489" y="2111"/>
                    <a:pt x="1433" y="2111"/>
                  </a:cubicBezTo>
                  <a:cubicBezTo>
                    <a:pt x="1344" y="2111"/>
                    <a:pt x="1256" y="2033"/>
                    <a:pt x="1223" y="1944"/>
                  </a:cubicBezTo>
                  <a:cubicBezTo>
                    <a:pt x="1223" y="1934"/>
                    <a:pt x="1211" y="1934"/>
                    <a:pt x="1211" y="1922"/>
                  </a:cubicBezTo>
                  <a:cubicBezTo>
                    <a:pt x="1233" y="1823"/>
                    <a:pt x="1223" y="1712"/>
                    <a:pt x="1167" y="1611"/>
                  </a:cubicBezTo>
                  <a:lnTo>
                    <a:pt x="1089" y="1478"/>
                  </a:lnTo>
                  <a:lnTo>
                    <a:pt x="1100" y="1633"/>
                  </a:lnTo>
                  <a:cubicBezTo>
                    <a:pt x="1100" y="1722"/>
                    <a:pt x="1100" y="1833"/>
                    <a:pt x="1134" y="1934"/>
                  </a:cubicBezTo>
                  <a:cubicBezTo>
                    <a:pt x="1122" y="2023"/>
                    <a:pt x="1078" y="2122"/>
                    <a:pt x="1045" y="2200"/>
                  </a:cubicBezTo>
                  <a:cubicBezTo>
                    <a:pt x="945" y="2400"/>
                    <a:pt x="856" y="2489"/>
                    <a:pt x="745" y="2489"/>
                  </a:cubicBezTo>
                  <a:cubicBezTo>
                    <a:pt x="601" y="2489"/>
                    <a:pt x="500" y="2334"/>
                    <a:pt x="434" y="2200"/>
                  </a:cubicBezTo>
                  <a:cubicBezTo>
                    <a:pt x="112" y="1522"/>
                    <a:pt x="78" y="712"/>
                    <a:pt x="356" y="34"/>
                  </a:cubicBezTo>
                  <a:lnTo>
                    <a:pt x="290" y="1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0"/>
            <p:cNvSpPr/>
            <p:nvPr/>
          </p:nvSpPr>
          <p:spPr>
            <a:xfrm>
              <a:off x="5619575" y="4599400"/>
              <a:ext cx="11400" cy="13675"/>
            </a:xfrm>
            <a:custGeom>
              <a:avLst/>
              <a:gdLst/>
              <a:ahLst/>
              <a:cxnLst/>
              <a:rect l="l" t="t" r="r" b="b"/>
              <a:pathLst>
                <a:path w="456" h="547" extrusionOk="0">
                  <a:moveTo>
                    <a:pt x="237" y="0"/>
                  </a:moveTo>
                  <a:cubicBezTo>
                    <a:pt x="219" y="0"/>
                    <a:pt x="197" y="20"/>
                    <a:pt x="166" y="69"/>
                  </a:cubicBezTo>
                  <a:cubicBezTo>
                    <a:pt x="100" y="169"/>
                    <a:pt x="45" y="269"/>
                    <a:pt x="0" y="391"/>
                  </a:cubicBezTo>
                  <a:cubicBezTo>
                    <a:pt x="122" y="480"/>
                    <a:pt x="267" y="535"/>
                    <a:pt x="411" y="547"/>
                  </a:cubicBezTo>
                  <a:lnTo>
                    <a:pt x="445" y="547"/>
                  </a:lnTo>
                  <a:cubicBezTo>
                    <a:pt x="455" y="535"/>
                    <a:pt x="455" y="503"/>
                    <a:pt x="445" y="480"/>
                  </a:cubicBezTo>
                  <a:cubicBezTo>
                    <a:pt x="400" y="369"/>
                    <a:pt x="366" y="258"/>
                    <a:pt x="322" y="147"/>
                  </a:cubicBezTo>
                  <a:cubicBezTo>
                    <a:pt x="293" y="74"/>
                    <a:pt x="273" y="0"/>
                    <a:pt x="237" y="0"/>
                  </a:cubicBezTo>
                  <a:close/>
                </a:path>
              </a:pathLst>
            </a:custGeom>
            <a:solidFill>
              <a:srgbClr val="F7AD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0"/>
            <p:cNvSpPr/>
            <p:nvPr/>
          </p:nvSpPr>
          <p:spPr>
            <a:xfrm>
              <a:off x="5608725" y="4616250"/>
              <a:ext cx="8350" cy="11000"/>
            </a:xfrm>
            <a:custGeom>
              <a:avLst/>
              <a:gdLst/>
              <a:ahLst/>
              <a:cxnLst/>
              <a:rect l="l" t="t" r="r" b="b"/>
              <a:pathLst>
                <a:path w="334" h="440" extrusionOk="0">
                  <a:moveTo>
                    <a:pt x="217" y="0"/>
                  </a:moveTo>
                  <a:cubicBezTo>
                    <a:pt x="203" y="0"/>
                    <a:pt x="184" y="11"/>
                    <a:pt x="156" y="39"/>
                  </a:cubicBezTo>
                  <a:cubicBezTo>
                    <a:pt x="101" y="106"/>
                    <a:pt x="45" y="184"/>
                    <a:pt x="1" y="273"/>
                  </a:cubicBezTo>
                  <a:cubicBezTo>
                    <a:pt x="89" y="350"/>
                    <a:pt x="190" y="406"/>
                    <a:pt x="301" y="439"/>
                  </a:cubicBezTo>
                  <a:lnTo>
                    <a:pt x="323" y="439"/>
                  </a:lnTo>
                  <a:cubicBezTo>
                    <a:pt x="334" y="428"/>
                    <a:pt x="334" y="406"/>
                    <a:pt x="334" y="395"/>
                  </a:cubicBezTo>
                  <a:cubicBezTo>
                    <a:pt x="312" y="295"/>
                    <a:pt x="289" y="206"/>
                    <a:pt x="267" y="117"/>
                  </a:cubicBezTo>
                  <a:cubicBezTo>
                    <a:pt x="252" y="56"/>
                    <a:pt x="247" y="0"/>
                    <a:pt x="217" y="0"/>
                  </a:cubicBezTo>
                  <a:close/>
                </a:path>
              </a:pathLst>
            </a:custGeom>
            <a:solidFill>
              <a:srgbClr val="F7AD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0"/>
            <p:cNvSpPr/>
            <p:nvPr/>
          </p:nvSpPr>
          <p:spPr>
            <a:xfrm>
              <a:off x="5450150" y="4405325"/>
              <a:ext cx="11400" cy="21125"/>
            </a:xfrm>
            <a:custGeom>
              <a:avLst/>
              <a:gdLst/>
              <a:ahLst/>
              <a:cxnLst/>
              <a:rect l="l" t="t" r="r" b="b"/>
              <a:pathLst>
                <a:path w="456" h="845" extrusionOk="0">
                  <a:moveTo>
                    <a:pt x="367" y="1"/>
                  </a:moveTo>
                  <a:cubicBezTo>
                    <a:pt x="156" y="223"/>
                    <a:pt x="34" y="522"/>
                    <a:pt x="1" y="833"/>
                  </a:cubicBezTo>
                  <a:lnTo>
                    <a:pt x="123" y="845"/>
                  </a:lnTo>
                  <a:cubicBezTo>
                    <a:pt x="145" y="567"/>
                    <a:pt x="268" y="289"/>
                    <a:pt x="456" y="89"/>
                  </a:cubicBezTo>
                  <a:lnTo>
                    <a:pt x="367" y="1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0"/>
            <p:cNvSpPr/>
            <p:nvPr/>
          </p:nvSpPr>
          <p:spPr>
            <a:xfrm>
              <a:off x="5461525" y="4426425"/>
              <a:ext cx="5875" cy="15575"/>
            </a:xfrm>
            <a:custGeom>
              <a:avLst/>
              <a:gdLst/>
              <a:ahLst/>
              <a:cxnLst/>
              <a:rect l="l" t="t" r="r" b="b"/>
              <a:pathLst>
                <a:path w="235" h="623" extrusionOk="0">
                  <a:moveTo>
                    <a:pt x="124" y="1"/>
                  </a:moveTo>
                  <a:cubicBezTo>
                    <a:pt x="35" y="201"/>
                    <a:pt x="1" y="411"/>
                    <a:pt x="23" y="623"/>
                  </a:cubicBezTo>
                  <a:lnTo>
                    <a:pt x="146" y="611"/>
                  </a:lnTo>
                  <a:cubicBezTo>
                    <a:pt x="124" y="423"/>
                    <a:pt x="156" y="223"/>
                    <a:pt x="235" y="45"/>
                  </a:cubicBezTo>
                  <a:lnTo>
                    <a:pt x="124" y="1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0"/>
            <p:cNvSpPr/>
            <p:nvPr/>
          </p:nvSpPr>
          <p:spPr>
            <a:xfrm>
              <a:off x="5449875" y="4444775"/>
              <a:ext cx="3900" cy="6950"/>
            </a:xfrm>
            <a:custGeom>
              <a:avLst/>
              <a:gdLst/>
              <a:ahLst/>
              <a:cxnLst/>
              <a:rect l="l" t="t" r="r" b="b"/>
              <a:pathLst>
                <a:path w="156" h="278" extrusionOk="0">
                  <a:moveTo>
                    <a:pt x="111" y="0"/>
                  </a:moveTo>
                  <a:lnTo>
                    <a:pt x="0" y="44"/>
                  </a:lnTo>
                  <a:cubicBezTo>
                    <a:pt x="23" y="111"/>
                    <a:pt x="34" y="178"/>
                    <a:pt x="12" y="244"/>
                  </a:cubicBezTo>
                  <a:lnTo>
                    <a:pt x="134" y="277"/>
                  </a:lnTo>
                  <a:cubicBezTo>
                    <a:pt x="156" y="188"/>
                    <a:pt x="145" y="89"/>
                    <a:pt x="111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0"/>
            <p:cNvSpPr/>
            <p:nvPr/>
          </p:nvSpPr>
          <p:spPr>
            <a:xfrm>
              <a:off x="5465150" y="4460575"/>
              <a:ext cx="3075" cy="3375"/>
            </a:xfrm>
            <a:custGeom>
              <a:avLst/>
              <a:gdLst/>
              <a:ahLst/>
              <a:cxnLst/>
              <a:rect l="l" t="t" r="r" b="b"/>
              <a:pathLst>
                <a:path w="123" h="135" extrusionOk="0">
                  <a:moveTo>
                    <a:pt x="1" y="1"/>
                  </a:moveTo>
                  <a:lnTo>
                    <a:pt x="1" y="134"/>
                  </a:lnTo>
                  <a:lnTo>
                    <a:pt x="123" y="134"/>
                  </a:lnTo>
                  <a:lnTo>
                    <a:pt x="123" y="1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0"/>
            <p:cNvSpPr/>
            <p:nvPr/>
          </p:nvSpPr>
          <p:spPr>
            <a:xfrm>
              <a:off x="5671225" y="4107325"/>
              <a:ext cx="4175" cy="8075"/>
            </a:xfrm>
            <a:custGeom>
              <a:avLst/>
              <a:gdLst/>
              <a:ahLst/>
              <a:cxnLst/>
              <a:rect l="l" t="t" r="r" b="b"/>
              <a:pathLst>
                <a:path w="167" h="323" extrusionOk="0">
                  <a:moveTo>
                    <a:pt x="100" y="0"/>
                  </a:moveTo>
                  <a:lnTo>
                    <a:pt x="23" y="89"/>
                  </a:lnTo>
                  <a:cubicBezTo>
                    <a:pt x="33" y="101"/>
                    <a:pt x="45" y="134"/>
                    <a:pt x="33" y="156"/>
                  </a:cubicBezTo>
                  <a:cubicBezTo>
                    <a:pt x="33" y="190"/>
                    <a:pt x="23" y="212"/>
                    <a:pt x="1" y="223"/>
                  </a:cubicBezTo>
                  <a:lnTo>
                    <a:pt x="56" y="323"/>
                  </a:lnTo>
                  <a:cubicBezTo>
                    <a:pt x="112" y="301"/>
                    <a:pt x="144" y="245"/>
                    <a:pt x="156" y="178"/>
                  </a:cubicBezTo>
                  <a:cubicBezTo>
                    <a:pt x="167" y="111"/>
                    <a:pt x="144" y="45"/>
                    <a:pt x="100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0"/>
            <p:cNvSpPr/>
            <p:nvPr/>
          </p:nvSpPr>
          <p:spPr>
            <a:xfrm>
              <a:off x="5677050" y="4091775"/>
              <a:ext cx="3650" cy="6675"/>
            </a:xfrm>
            <a:custGeom>
              <a:avLst/>
              <a:gdLst/>
              <a:ahLst/>
              <a:cxnLst/>
              <a:rect l="l" t="t" r="r" b="b"/>
              <a:pathLst>
                <a:path w="146" h="267" extrusionOk="0">
                  <a:moveTo>
                    <a:pt x="89" y="0"/>
                  </a:moveTo>
                  <a:lnTo>
                    <a:pt x="0" y="78"/>
                  </a:lnTo>
                  <a:cubicBezTo>
                    <a:pt x="12" y="89"/>
                    <a:pt x="23" y="111"/>
                    <a:pt x="23" y="134"/>
                  </a:cubicBezTo>
                  <a:cubicBezTo>
                    <a:pt x="23" y="145"/>
                    <a:pt x="12" y="167"/>
                    <a:pt x="0" y="178"/>
                  </a:cubicBezTo>
                  <a:lnTo>
                    <a:pt x="67" y="267"/>
                  </a:lnTo>
                  <a:cubicBezTo>
                    <a:pt x="111" y="245"/>
                    <a:pt x="134" y="190"/>
                    <a:pt x="145" y="134"/>
                  </a:cubicBezTo>
                  <a:cubicBezTo>
                    <a:pt x="145" y="78"/>
                    <a:pt x="123" y="34"/>
                    <a:pt x="89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0"/>
            <p:cNvSpPr/>
            <p:nvPr/>
          </p:nvSpPr>
          <p:spPr>
            <a:xfrm>
              <a:off x="5550400" y="3967900"/>
              <a:ext cx="26975" cy="23925"/>
            </a:xfrm>
            <a:custGeom>
              <a:avLst/>
              <a:gdLst/>
              <a:ahLst/>
              <a:cxnLst/>
              <a:rect l="l" t="t" r="r" b="b"/>
              <a:pathLst>
                <a:path w="1079" h="957" extrusionOk="0">
                  <a:moveTo>
                    <a:pt x="901" y="1"/>
                  </a:moveTo>
                  <a:lnTo>
                    <a:pt x="834" y="45"/>
                  </a:lnTo>
                  <a:cubicBezTo>
                    <a:pt x="934" y="212"/>
                    <a:pt x="990" y="356"/>
                    <a:pt x="990" y="501"/>
                  </a:cubicBezTo>
                  <a:cubicBezTo>
                    <a:pt x="990" y="634"/>
                    <a:pt x="901" y="812"/>
                    <a:pt x="756" y="857"/>
                  </a:cubicBezTo>
                  <a:cubicBezTo>
                    <a:pt x="729" y="864"/>
                    <a:pt x="701" y="867"/>
                    <a:pt x="672" y="867"/>
                  </a:cubicBezTo>
                  <a:cubicBezTo>
                    <a:pt x="568" y="867"/>
                    <a:pt x="454" y="823"/>
                    <a:pt x="368" y="745"/>
                  </a:cubicBezTo>
                  <a:cubicBezTo>
                    <a:pt x="257" y="634"/>
                    <a:pt x="190" y="501"/>
                    <a:pt x="123" y="356"/>
                  </a:cubicBezTo>
                  <a:cubicBezTo>
                    <a:pt x="101" y="334"/>
                    <a:pt x="112" y="323"/>
                    <a:pt x="112" y="323"/>
                  </a:cubicBezTo>
                  <a:lnTo>
                    <a:pt x="45" y="257"/>
                  </a:lnTo>
                  <a:cubicBezTo>
                    <a:pt x="23" y="279"/>
                    <a:pt x="1" y="323"/>
                    <a:pt x="45" y="401"/>
                  </a:cubicBezTo>
                  <a:cubicBezTo>
                    <a:pt x="112" y="534"/>
                    <a:pt x="190" y="689"/>
                    <a:pt x="301" y="801"/>
                  </a:cubicBezTo>
                  <a:cubicBezTo>
                    <a:pt x="390" y="879"/>
                    <a:pt x="523" y="956"/>
                    <a:pt x="657" y="956"/>
                  </a:cubicBezTo>
                  <a:cubicBezTo>
                    <a:pt x="701" y="956"/>
                    <a:pt x="734" y="945"/>
                    <a:pt x="778" y="934"/>
                  </a:cubicBezTo>
                  <a:cubicBezTo>
                    <a:pt x="945" y="879"/>
                    <a:pt x="1067" y="701"/>
                    <a:pt x="1067" y="501"/>
                  </a:cubicBezTo>
                  <a:cubicBezTo>
                    <a:pt x="1079" y="346"/>
                    <a:pt x="1023" y="178"/>
                    <a:pt x="901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0"/>
            <p:cNvSpPr/>
            <p:nvPr/>
          </p:nvSpPr>
          <p:spPr>
            <a:xfrm>
              <a:off x="5615675" y="3942350"/>
              <a:ext cx="26950" cy="23925"/>
            </a:xfrm>
            <a:custGeom>
              <a:avLst/>
              <a:gdLst/>
              <a:ahLst/>
              <a:cxnLst/>
              <a:rect l="l" t="t" r="r" b="b"/>
              <a:pathLst>
                <a:path w="1078" h="957" extrusionOk="0">
                  <a:moveTo>
                    <a:pt x="900" y="1"/>
                  </a:moveTo>
                  <a:lnTo>
                    <a:pt x="823" y="45"/>
                  </a:lnTo>
                  <a:cubicBezTo>
                    <a:pt x="934" y="212"/>
                    <a:pt x="989" y="356"/>
                    <a:pt x="989" y="501"/>
                  </a:cubicBezTo>
                  <a:cubicBezTo>
                    <a:pt x="978" y="645"/>
                    <a:pt x="900" y="812"/>
                    <a:pt x="745" y="857"/>
                  </a:cubicBezTo>
                  <a:cubicBezTo>
                    <a:pt x="718" y="867"/>
                    <a:pt x="689" y="872"/>
                    <a:pt x="659" y="872"/>
                  </a:cubicBezTo>
                  <a:cubicBezTo>
                    <a:pt x="562" y="872"/>
                    <a:pt x="452" y="821"/>
                    <a:pt x="367" y="745"/>
                  </a:cubicBezTo>
                  <a:cubicBezTo>
                    <a:pt x="256" y="634"/>
                    <a:pt x="178" y="501"/>
                    <a:pt x="112" y="356"/>
                  </a:cubicBezTo>
                  <a:cubicBezTo>
                    <a:pt x="100" y="334"/>
                    <a:pt x="100" y="323"/>
                    <a:pt x="100" y="323"/>
                  </a:cubicBezTo>
                  <a:lnTo>
                    <a:pt x="45" y="257"/>
                  </a:lnTo>
                  <a:cubicBezTo>
                    <a:pt x="23" y="279"/>
                    <a:pt x="1" y="323"/>
                    <a:pt x="45" y="401"/>
                  </a:cubicBezTo>
                  <a:cubicBezTo>
                    <a:pt x="112" y="534"/>
                    <a:pt x="178" y="689"/>
                    <a:pt x="300" y="801"/>
                  </a:cubicBezTo>
                  <a:cubicBezTo>
                    <a:pt x="389" y="879"/>
                    <a:pt x="522" y="956"/>
                    <a:pt x="656" y="956"/>
                  </a:cubicBezTo>
                  <a:cubicBezTo>
                    <a:pt x="700" y="956"/>
                    <a:pt x="734" y="945"/>
                    <a:pt x="778" y="934"/>
                  </a:cubicBezTo>
                  <a:cubicBezTo>
                    <a:pt x="945" y="879"/>
                    <a:pt x="1067" y="701"/>
                    <a:pt x="1067" y="501"/>
                  </a:cubicBezTo>
                  <a:cubicBezTo>
                    <a:pt x="1078" y="346"/>
                    <a:pt x="1023" y="178"/>
                    <a:pt x="900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0"/>
            <p:cNvSpPr/>
            <p:nvPr/>
          </p:nvSpPr>
          <p:spPr>
            <a:xfrm>
              <a:off x="5597350" y="4042325"/>
              <a:ext cx="110550" cy="200275"/>
            </a:xfrm>
            <a:custGeom>
              <a:avLst/>
              <a:gdLst/>
              <a:ahLst/>
              <a:cxnLst/>
              <a:rect l="l" t="t" r="r" b="b"/>
              <a:pathLst>
                <a:path w="4422" h="8011" extrusionOk="0">
                  <a:moveTo>
                    <a:pt x="334" y="1"/>
                  </a:moveTo>
                  <a:lnTo>
                    <a:pt x="1" y="346"/>
                  </a:lnTo>
                  <a:cubicBezTo>
                    <a:pt x="934" y="1267"/>
                    <a:pt x="1756" y="2467"/>
                    <a:pt x="2445" y="3901"/>
                  </a:cubicBezTo>
                  <a:cubicBezTo>
                    <a:pt x="3089" y="5244"/>
                    <a:pt x="3555" y="6666"/>
                    <a:pt x="3966" y="8011"/>
                  </a:cubicBezTo>
                  <a:lnTo>
                    <a:pt x="4422" y="7866"/>
                  </a:lnTo>
                  <a:cubicBezTo>
                    <a:pt x="4010" y="6511"/>
                    <a:pt x="3533" y="5066"/>
                    <a:pt x="2877" y="3701"/>
                  </a:cubicBezTo>
                  <a:cubicBezTo>
                    <a:pt x="2156" y="2200"/>
                    <a:pt x="1300" y="968"/>
                    <a:pt x="3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0"/>
            <p:cNvSpPr/>
            <p:nvPr/>
          </p:nvSpPr>
          <p:spPr>
            <a:xfrm>
              <a:off x="5649575" y="4036225"/>
              <a:ext cx="68050" cy="241650"/>
            </a:xfrm>
            <a:custGeom>
              <a:avLst/>
              <a:gdLst/>
              <a:ahLst/>
              <a:cxnLst/>
              <a:rect l="l" t="t" r="r" b="b"/>
              <a:pathLst>
                <a:path w="2722" h="9666" extrusionOk="0">
                  <a:moveTo>
                    <a:pt x="477" y="0"/>
                  </a:moveTo>
                  <a:lnTo>
                    <a:pt x="0" y="79"/>
                  </a:lnTo>
                  <a:cubicBezTo>
                    <a:pt x="578" y="3300"/>
                    <a:pt x="1344" y="6532"/>
                    <a:pt x="2266" y="9665"/>
                  </a:cubicBezTo>
                  <a:lnTo>
                    <a:pt x="2721" y="9532"/>
                  </a:lnTo>
                  <a:cubicBezTo>
                    <a:pt x="1800" y="6411"/>
                    <a:pt x="1044" y="3200"/>
                    <a:pt x="4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0"/>
            <p:cNvSpPr/>
            <p:nvPr/>
          </p:nvSpPr>
          <p:spPr>
            <a:xfrm>
              <a:off x="5690100" y="3998200"/>
              <a:ext cx="42250" cy="304100"/>
            </a:xfrm>
            <a:custGeom>
              <a:avLst/>
              <a:gdLst/>
              <a:ahLst/>
              <a:cxnLst/>
              <a:rect l="l" t="t" r="r" b="b"/>
              <a:pathLst>
                <a:path w="1690" h="12164" extrusionOk="0">
                  <a:moveTo>
                    <a:pt x="478" y="0"/>
                  </a:moveTo>
                  <a:lnTo>
                    <a:pt x="478" y="0"/>
                  </a:lnTo>
                  <a:cubicBezTo>
                    <a:pt x="1" y="4077"/>
                    <a:pt x="245" y="8176"/>
                    <a:pt x="1223" y="12164"/>
                  </a:cubicBezTo>
                  <a:lnTo>
                    <a:pt x="1689" y="12053"/>
                  </a:lnTo>
                  <a:cubicBezTo>
                    <a:pt x="723" y="8120"/>
                    <a:pt x="478" y="4077"/>
                    <a:pt x="956" y="55"/>
                  </a:cubicBezTo>
                  <a:lnTo>
                    <a:pt x="47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0"/>
            <p:cNvSpPr/>
            <p:nvPr/>
          </p:nvSpPr>
          <p:spPr>
            <a:xfrm>
              <a:off x="5646775" y="3990675"/>
              <a:ext cx="75025" cy="319700"/>
            </a:xfrm>
            <a:custGeom>
              <a:avLst/>
              <a:gdLst/>
              <a:ahLst/>
              <a:cxnLst/>
              <a:rect l="l" t="t" r="r" b="b"/>
              <a:pathLst>
                <a:path w="3001" h="12788" extrusionOk="0">
                  <a:moveTo>
                    <a:pt x="468" y="1"/>
                  </a:moveTo>
                  <a:lnTo>
                    <a:pt x="1" y="112"/>
                  </a:lnTo>
                  <a:cubicBezTo>
                    <a:pt x="245" y="1145"/>
                    <a:pt x="490" y="2212"/>
                    <a:pt x="690" y="3278"/>
                  </a:cubicBezTo>
                  <a:cubicBezTo>
                    <a:pt x="856" y="4178"/>
                    <a:pt x="989" y="5100"/>
                    <a:pt x="1122" y="5989"/>
                  </a:cubicBezTo>
                  <a:cubicBezTo>
                    <a:pt x="1234" y="6799"/>
                    <a:pt x="1356" y="7621"/>
                    <a:pt x="1500" y="8443"/>
                  </a:cubicBezTo>
                  <a:cubicBezTo>
                    <a:pt x="1756" y="9910"/>
                    <a:pt x="2100" y="11365"/>
                    <a:pt x="2534" y="12787"/>
                  </a:cubicBezTo>
                  <a:lnTo>
                    <a:pt x="3000" y="12654"/>
                  </a:lnTo>
                  <a:cubicBezTo>
                    <a:pt x="2567" y="11243"/>
                    <a:pt x="2223" y="9799"/>
                    <a:pt x="1967" y="8354"/>
                  </a:cubicBezTo>
                  <a:cubicBezTo>
                    <a:pt x="1823" y="7555"/>
                    <a:pt x="1712" y="6722"/>
                    <a:pt x="1589" y="5922"/>
                  </a:cubicBezTo>
                  <a:cubicBezTo>
                    <a:pt x="1467" y="5033"/>
                    <a:pt x="1334" y="4100"/>
                    <a:pt x="1167" y="3189"/>
                  </a:cubicBezTo>
                  <a:cubicBezTo>
                    <a:pt x="967" y="2123"/>
                    <a:pt x="712" y="1045"/>
                    <a:pt x="4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0"/>
            <p:cNvSpPr/>
            <p:nvPr/>
          </p:nvSpPr>
          <p:spPr>
            <a:xfrm>
              <a:off x="5527075" y="4000975"/>
              <a:ext cx="109175" cy="90475"/>
            </a:xfrm>
            <a:custGeom>
              <a:avLst/>
              <a:gdLst/>
              <a:ahLst/>
              <a:cxnLst/>
              <a:rect l="l" t="t" r="r" b="b"/>
              <a:pathLst>
                <a:path w="4367" h="3619" extrusionOk="0">
                  <a:moveTo>
                    <a:pt x="3426" y="0"/>
                  </a:moveTo>
                  <a:cubicBezTo>
                    <a:pt x="3189" y="0"/>
                    <a:pt x="2948" y="130"/>
                    <a:pt x="2789" y="322"/>
                  </a:cubicBezTo>
                  <a:cubicBezTo>
                    <a:pt x="2578" y="566"/>
                    <a:pt x="2489" y="899"/>
                    <a:pt x="2422" y="1211"/>
                  </a:cubicBezTo>
                  <a:cubicBezTo>
                    <a:pt x="2389" y="1044"/>
                    <a:pt x="2256" y="911"/>
                    <a:pt x="2101" y="855"/>
                  </a:cubicBezTo>
                  <a:cubicBezTo>
                    <a:pt x="2040" y="835"/>
                    <a:pt x="1977" y="825"/>
                    <a:pt x="1915" y="825"/>
                  </a:cubicBezTo>
                  <a:cubicBezTo>
                    <a:pt x="1807" y="825"/>
                    <a:pt x="1699" y="855"/>
                    <a:pt x="1600" y="911"/>
                  </a:cubicBezTo>
                  <a:cubicBezTo>
                    <a:pt x="1556" y="933"/>
                    <a:pt x="1511" y="966"/>
                    <a:pt x="1489" y="1022"/>
                  </a:cubicBezTo>
                  <a:cubicBezTo>
                    <a:pt x="1456" y="1067"/>
                    <a:pt x="1467" y="1133"/>
                    <a:pt x="1467" y="1188"/>
                  </a:cubicBezTo>
                  <a:cubicBezTo>
                    <a:pt x="1489" y="1344"/>
                    <a:pt x="1678" y="1566"/>
                    <a:pt x="1578" y="1699"/>
                  </a:cubicBezTo>
                  <a:cubicBezTo>
                    <a:pt x="1501" y="1810"/>
                    <a:pt x="1178" y="1833"/>
                    <a:pt x="1045" y="1889"/>
                  </a:cubicBezTo>
                  <a:cubicBezTo>
                    <a:pt x="656" y="2055"/>
                    <a:pt x="334" y="2344"/>
                    <a:pt x="123" y="2711"/>
                  </a:cubicBezTo>
                  <a:cubicBezTo>
                    <a:pt x="45" y="2844"/>
                    <a:pt x="1" y="3044"/>
                    <a:pt x="112" y="3155"/>
                  </a:cubicBezTo>
                  <a:cubicBezTo>
                    <a:pt x="168" y="3210"/>
                    <a:pt x="245" y="3222"/>
                    <a:pt x="323" y="3222"/>
                  </a:cubicBezTo>
                  <a:cubicBezTo>
                    <a:pt x="347" y="3224"/>
                    <a:pt x="370" y="3225"/>
                    <a:pt x="393" y="3225"/>
                  </a:cubicBezTo>
                  <a:cubicBezTo>
                    <a:pt x="732" y="3225"/>
                    <a:pt x="1042" y="3007"/>
                    <a:pt x="1323" y="2800"/>
                  </a:cubicBezTo>
                  <a:cubicBezTo>
                    <a:pt x="1508" y="2665"/>
                    <a:pt x="1699" y="2511"/>
                    <a:pt x="1829" y="2319"/>
                  </a:cubicBezTo>
                  <a:lnTo>
                    <a:pt x="1829" y="2319"/>
                  </a:lnTo>
                  <a:cubicBezTo>
                    <a:pt x="1695" y="2589"/>
                    <a:pt x="1591" y="2881"/>
                    <a:pt x="1645" y="3166"/>
                  </a:cubicBezTo>
                  <a:cubicBezTo>
                    <a:pt x="1667" y="3288"/>
                    <a:pt x="1723" y="3399"/>
                    <a:pt x="1812" y="3488"/>
                  </a:cubicBezTo>
                  <a:cubicBezTo>
                    <a:pt x="1902" y="3578"/>
                    <a:pt x="2023" y="3619"/>
                    <a:pt x="2149" y="3619"/>
                  </a:cubicBezTo>
                  <a:cubicBezTo>
                    <a:pt x="2303" y="3619"/>
                    <a:pt x="2462" y="3559"/>
                    <a:pt x="2578" y="3454"/>
                  </a:cubicBezTo>
                  <a:cubicBezTo>
                    <a:pt x="2778" y="3266"/>
                    <a:pt x="2867" y="2977"/>
                    <a:pt x="2889" y="2699"/>
                  </a:cubicBezTo>
                  <a:cubicBezTo>
                    <a:pt x="2911" y="2450"/>
                    <a:pt x="2880" y="2189"/>
                    <a:pt x="2805" y="1939"/>
                  </a:cubicBezTo>
                  <a:lnTo>
                    <a:pt x="2805" y="1939"/>
                  </a:lnTo>
                  <a:cubicBezTo>
                    <a:pt x="2901" y="2240"/>
                    <a:pt x="3216" y="2443"/>
                    <a:pt x="3528" y="2443"/>
                  </a:cubicBezTo>
                  <a:cubicBezTo>
                    <a:pt x="3609" y="2443"/>
                    <a:pt x="3690" y="2429"/>
                    <a:pt x="3767" y="2400"/>
                  </a:cubicBezTo>
                  <a:cubicBezTo>
                    <a:pt x="4155" y="2255"/>
                    <a:pt x="4367" y="1788"/>
                    <a:pt x="4244" y="1400"/>
                  </a:cubicBezTo>
                  <a:cubicBezTo>
                    <a:pt x="4234" y="1333"/>
                    <a:pt x="4200" y="1277"/>
                    <a:pt x="4155" y="1222"/>
                  </a:cubicBezTo>
                  <a:cubicBezTo>
                    <a:pt x="4122" y="1188"/>
                    <a:pt x="4066" y="1155"/>
                    <a:pt x="4011" y="1133"/>
                  </a:cubicBezTo>
                  <a:cubicBezTo>
                    <a:pt x="3903" y="1090"/>
                    <a:pt x="3785" y="1068"/>
                    <a:pt x="3665" y="1068"/>
                  </a:cubicBezTo>
                  <a:cubicBezTo>
                    <a:pt x="3538" y="1068"/>
                    <a:pt x="3409" y="1093"/>
                    <a:pt x="3289" y="1144"/>
                  </a:cubicBezTo>
                  <a:cubicBezTo>
                    <a:pt x="3634" y="966"/>
                    <a:pt x="3834" y="578"/>
                    <a:pt x="3778" y="200"/>
                  </a:cubicBezTo>
                  <a:cubicBezTo>
                    <a:pt x="3767" y="166"/>
                    <a:pt x="3767" y="133"/>
                    <a:pt x="3745" y="111"/>
                  </a:cubicBezTo>
                  <a:cubicBezTo>
                    <a:pt x="3733" y="77"/>
                    <a:pt x="3689" y="67"/>
                    <a:pt x="3656" y="45"/>
                  </a:cubicBezTo>
                  <a:cubicBezTo>
                    <a:pt x="3582" y="14"/>
                    <a:pt x="3504" y="0"/>
                    <a:pt x="3426" y="0"/>
                  </a:cubicBezTo>
                  <a:close/>
                </a:path>
              </a:pathLst>
            </a:custGeom>
            <a:solidFill>
              <a:srgbClr val="194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0"/>
            <p:cNvSpPr/>
            <p:nvPr/>
          </p:nvSpPr>
          <p:spPr>
            <a:xfrm>
              <a:off x="5569575" y="4029275"/>
              <a:ext cx="30025" cy="24275"/>
            </a:xfrm>
            <a:custGeom>
              <a:avLst/>
              <a:gdLst/>
              <a:ahLst/>
              <a:cxnLst/>
              <a:rect l="l" t="t" r="r" b="b"/>
              <a:pathLst>
                <a:path w="1201" h="971" extrusionOk="0">
                  <a:moveTo>
                    <a:pt x="875" y="0"/>
                  </a:moveTo>
                  <a:cubicBezTo>
                    <a:pt x="800" y="0"/>
                    <a:pt x="724" y="13"/>
                    <a:pt x="656" y="34"/>
                  </a:cubicBezTo>
                  <a:cubicBezTo>
                    <a:pt x="445" y="90"/>
                    <a:pt x="256" y="212"/>
                    <a:pt x="145" y="390"/>
                  </a:cubicBezTo>
                  <a:cubicBezTo>
                    <a:pt x="67" y="523"/>
                    <a:pt x="1" y="712"/>
                    <a:pt x="45" y="856"/>
                  </a:cubicBezTo>
                  <a:cubicBezTo>
                    <a:pt x="72" y="941"/>
                    <a:pt x="114" y="970"/>
                    <a:pt x="165" y="970"/>
                  </a:cubicBezTo>
                  <a:cubicBezTo>
                    <a:pt x="241" y="970"/>
                    <a:pt x="336" y="903"/>
                    <a:pt x="423" y="856"/>
                  </a:cubicBezTo>
                  <a:cubicBezTo>
                    <a:pt x="745" y="690"/>
                    <a:pt x="1011" y="434"/>
                    <a:pt x="1200" y="123"/>
                  </a:cubicBezTo>
                  <a:cubicBezTo>
                    <a:pt x="1118" y="34"/>
                    <a:pt x="997" y="0"/>
                    <a:pt x="875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0"/>
            <p:cNvSpPr/>
            <p:nvPr/>
          </p:nvSpPr>
          <p:spPr>
            <a:xfrm>
              <a:off x="5645675" y="3970025"/>
              <a:ext cx="103900" cy="59475"/>
            </a:xfrm>
            <a:custGeom>
              <a:avLst/>
              <a:gdLst/>
              <a:ahLst/>
              <a:cxnLst/>
              <a:rect l="l" t="t" r="r" b="b"/>
              <a:pathLst>
                <a:path w="4156" h="2379" extrusionOk="0">
                  <a:moveTo>
                    <a:pt x="2249" y="0"/>
                  </a:moveTo>
                  <a:cubicBezTo>
                    <a:pt x="2237" y="0"/>
                    <a:pt x="2224" y="1"/>
                    <a:pt x="2211" y="5"/>
                  </a:cubicBezTo>
                  <a:cubicBezTo>
                    <a:pt x="2156" y="16"/>
                    <a:pt x="2111" y="61"/>
                    <a:pt x="2077" y="105"/>
                  </a:cubicBezTo>
                  <a:cubicBezTo>
                    <a:pt x="2000" y="205"/>
                    <a:pt x="1966" y="460"/>
                    <a:pt x="1822" y="471"/>
                  </a:cubicBezTo>
                  <a:cubicBezTo>
                    <a:pt x="1816" y="472"/>
                    <a:pt x="1809" y="473"/>
                    <a:pt x="1802" y="473"/>
                  </a:cubicBezTo>
                  <a:cubicBezTo>
                    <a:pt x="1678" y="473"/>
                    <a:pt x="1483" y="291"/>
                    <a:pt x="1378" y="238"/>
                  </a:cubicBezTo>
                  <a:cubicBezTo>
                    <a:pt x="1153" y="144"/>
                    <a:pt x="915" y="92"/>
                    <a:pt x="677" y="92"/>
                  </a:cubicBezTo>
                  <a:cubicBezTo>
                    <a:pt x="550" y="92"/>
                    <a:pt x="424" y="107"/>
                    <a:pt x="300" y="138"/>
                  </a:cubicBezTo>
                  <a:cubicBezTo>
                    <a:pt x="156" y="172"/>
                    <a:pt x="1" y="261"/>
                    <a:pt x="1" y="394"/>
                  </a:cubicBezTo>
                  <a:cubicBezTo>
                    <a:pt x="1" y="460"/>
                    <a:pt x="33" y="527"/>
                    <a:pt x="78" y="572"/>
                  </a:cubicBezTo>
                  <a:cubicBezTo>
                    <a:pt x="278" y="827"/>
                    <a:pt x="623" y="905"/>
                    <a:pt x="944" y="971"/>
                  </a:cubicBezTo>
                  <a:cubicBezTo>
                    <a:pt x="1092" y="996"/>
                    <a:pt x="1246" y="1021"/>
                    <a:pt x="1398" y="1021"/>
                  </a:cubicBezTo>
                  <a:cubicBezTo>
                    <a:pt x="1455" y="1021"/>
                    <a:pt x="1512" y="1017"/>
                    <a:pt x="1567" y="1009"/>
                  </a:cubicBezTo>
                  <a:lnTo>
                    <a:pt x="1567" y="1009"/>
                  </a:lnTo>
                  <a:cubicBezTo>
                    <a:pt x="1309" y="1083"/>
                    <a:pt x="1063" y="1190"/>
                    <a:pt x="911" y="1404"/>
                  </a:cubicBezTo>
                  <a:cubicBezTo>
                    <a:pt x="845" y="1482"/>
                    <a:pt x="800" y="1594"/>
                    <a:pt x="800" y="1693"/>
                  </a:cubicBezTo>
                  <a:cubicBezTo>
                    <a:pt x="789" y="1938"/>
                    <a:pt x="1033" y="2149"/>
                    <a:pt x="1278" y="2171"/>
                  </a:cubicBezTo>
                  <a:cubicBezTo>
                    <a:pt x="1299" y="2173"/>
                    <a:pt x="1320" y="2174"/>
                    <a:pt x="1340" y="2174"/>
                  </a:cubicBezTo>
                  <a:cubicBezTo>
                    <a:pt x="1563" y="2174"/>
                    <a:pt x="1783" y="2069"/>
                    <a:pt x="1956" y="1927"/>
                  </a:cubicBezTo>
                  <a:cubicBezTo>
                    <a:pt x="2130" y="1793"/>
                    <a:pt x="2267" y="1630"/>
                    <a:pt x="2375" y="1440"/>
                  </a:cubicBezTo>
                  <a:lnTo>
                    <a:pt x="2375" y="1440"/>
                  </a:lnTo>
                  <a:cubicBezTo>
                    <a:pt x="2225" y="1747"/>
                    <a:pt x="2371" y="2157"/>
                    <a:pt x="2677" y="2315"/>
                  </a:cubicBezTo>
                  <a:cubicBezTo>
                    <a:pt x="2767" y="2358"/>
                    <a:pt x="2864" y="2378"/>
                    <a:pt x="2962" y="2378"/>
                  </a:cubicBezTo>
                  <a:cubicBezTo>
                    <a:pt x="3220" y="2378"/>
                    <a:pt x="3482" y="2241"/>
                    <a:pt x="3610" y="2016"/>
                  </a:cubicBezTo>
                  <a:cubicBezTo>
                    <a:pt x="3644" y="1971"/>
                    <a:pt x="3666" y="1915"/>
                    <a:pt x="3677" y="1860"/>
                  </a:cubicBezTo>
                  <a:cubicBezTo>
                    <a:pt x="3677" y="1804"/>
                    <a:pt x="3666" y="1760"/>
                    <a:pt x="3644" y="1705"/>
                  </a:cubicBezTo>
                  <a:cubicBezTo>
                    <a:pt x="3566" y="1505"/>
                    <a:pt x="3400" y="1338"/>
                    <a:pt x="3200" y="1249"/>
                  </a:cubicBezTo>
                  <a:lnTo>
                    <a:pt x="3200" y="1249"/>
                  </a:lnTo>
                  <a:cubicBezTo>
                    <a:pt x="3287" y="1279"/>
                    <a:pt x="3379" y="1294"/>
                    <a:pt x="3470" y="1294"/>
                  </a:cubicBezTo>
                  <a:cubicBezTo>
                    <a:pt x="3714" y="1294"/>
                    <a:pt x="3957" y="1188"/>
                    <a:pt x="4111" y="994"/>
                  </a:cubicBezTo>
                  <a:cubicBezTo>
                    <a:pt x="4121" y="971"/>
                    <a:pt x="4144" y="949"/>
                    <a:pt x="4144" y="927"/>
                  </a:cubicBezTo>
                  <a:cubicBezTo>
                    <a:pt x="4155" y="893"/>
                    <a:pt x="4144" y="860"/>
                    <a:pt x="4133" y="827"/>
                  </a:cubicBezTo>
                  <a:cubicBezTo>
                    <a:pt x="4047" y="569"/>
                    <a:pt x="3744" y="426"/>
                    <a:pt x="3463" y="426"/>
                  </a:cubicBezTo>
                  <a:cubicBezTo>
                    <a:pt x="3453" y="426"/>
                    <a:pt x="3443" y="426"/>
                    <a:pt x="3433" y="427"/>
                  </a:cubicBezTo>
                  <a:cubicBezTo>
                    <a:pt x="3144" y="438"/>
                    <a:pt x="2877" y="582"/>
                    <a:pt x="2633" y="727"/>
                  </a:cubicBezTo>
                  <a:cubicBezTo>
                    <a:pt x="2722" y="604"/>
                    <a:pt x="2744" y="438"/>
                    <a:pt x="2677" y="293"/>
                  </a:cubicBezTo>
                  <a:cubicBezTo>
                    <a:pt x="2611" y="160"/>
                    <a:pt x="2489" y="61"/>
                    <a:pt x="2344" y="16"/>
                  </a:cubicBezTo>
                  <a:cubicBezTo>
                    <a:pt x="2312" y="8"/>
                    <a:pt x="2281" y="0"/>
                    <a:pt x="2249" y="0"/>
                  </a:cubicBezTo>
                  <a:close/>
                </a:path>
              </a:pathLst>
            </a:custGeom>
            <a:solidFill>
              <a:srgbClr val="19416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0"/>
            <p:cNvSpPr/>
            <p:nvPr/>
          </p:nvSpPr>
          <p:spPr>
            <a:xfrm>
              <a:off x="5686500" y="3983225"/>
              <a:ext cx="31975" cy="14250"/>
            </a:xfrm>
            <a:custGeom>
              <a:avLst/>
              <a:gdLst/>
              <a:ahLst/>
              <a:cxnLst/>
              <a:rect l="l" t="t" r="r" b="b"/>
              <a:pathLst>
                <a:path w="1279" h="570" extrusionOk="0">
                  <a:moveTo>
                    <a:pt x="568" y="0"/>
                  </a:moveTo>
                  <a:cubicBezTo>
                    <a:pt x="531" y="0"/>
                    <a:pt x="493" y="3"/>
                    <a:pt x="456" y="10"/>
                  </a:cubicBezTo>
                  <a:cubicBezTo>
                    <a:pt x="333" y="32"/>
                    <a:pt x="167" y="110"/>
                    <a:pt x="100" y="232"/>
                  </a:cubicBezTo>
                  <a:cubicBezTo>
                    <a:pt x="0" y="387"/>
                    <a:pt x="189" y="421"/>
                    <a:pt x="333" y="466"/>
                  </a:cubicBezTo>
                  <a:cubicBezTo>
                    <a:pt x="514" y="535"/>
                    <a:pt x="712" y="570"/>
                    <a:pt x="911" y="570"/>
                  </a:cubicBezTo>
                  <a:cubicBezTo>
                    <a:pt x="1030" y="570"/>
                    <a:pt x="1150" y="557"/>
                    <a:pt x="1266" y="532"/>
                  </a:cubicBezTo>
                  <a:cubicBezTo>
                    <a:pt x="1278" y="355"/>
                    <a:pt x="1145" y="210"/>
                    <a:pt x="1000" y="121"/>
                  </a:cubicBezTo>
                  <a:cubicBezTo>
                    <a:pt x="867" y="50"/>
                    <a:pt x="719" y="0"/>
                    <a:pt x="568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0"/>
            <p:cNvSpPr/>
            <p:nvPr/>
          </p:nvSpPr>
          <p:spPr>
            <a:xfrm>
              <a:off x="5586500" y="3985950"/>
              <a:ext cx="96975" cy="44275"/>
            </a:xfrm>
            <a:custGeom>
              <a:avLst/>
              <a:gdLst/>
              <a:ahLst/>
              <a:cxnLst/>
              <a:rect l="l" t="t" r="r" b="b"/>
              <a:pathLst>
                <a:path w="3879" h="1771" extrusionOk="0">
                  <a:moveTo>
                    <a:pt x="3600" y="1"/>
                  </a:moveTo>
                  <a:cubicBezTo>
                    <a:pt x="3556" y="1"/>
                    <a:pt x="3511" y="7"/>
                    <a:pt x="3467" y="12"/>
                  </a:cubicBezTo>
                  <a:cubicBezTo>
                    <a:pt x="2934" y="67"/>
                    <a:pt x="2379" y="313"/>
                    <a:pt x="1845" y="313"/>
                  </a:cubicBezTo>
                  <a:cubicBezTo>
                    <a:pt x="1834" y="313"/>
                    <a:pt x="1823" y="312"/>
                    <a:pt x="1812" y="312"/>
                  </a:cubicBezTo>
                  <a:cubicBezTo>
                    <a:pt x="1452" y="305"/>
                    <a:pt x="1113" y="186"/>
                    <a:pt x="775" y="186"/>
                  </a:cubicBezTo>
                  <a:cubicBezTo>
                    <a:pt x="570" y="186"/>
                    <a:pt x="366" y="229"/>
                    <a:pt x="156" y="367"/>
                  </a:cubicBezTo>
                  <a:cubicBezTo>
                    <a:pt x="79" y="412"/>
                    <a:pt x="12" y="478"/>
                    <a:pt x="1" y="557"/>
                  </a:cubicBezTo>
                  <a:cubicBezTo>
                    <a:pt x="1" y="623"/>
                    <a:pt x="35" y="678"/>
                    <a:pt x="79" y="734"/>
                  </a:cubicBezTo>
                  <a:cubicBezTo>
                    <a:pt x="192" y="847"/>
                    <a:pt x="352" y="878"/>
                    <a:pt x="516" y="878"/>
                  </a:cubicBezTo>
                  <a:cubicBezTo>
                    <a:pt x="578" y="878"/>
                    <a:pt x="640" y="874"/>
                    <a:pt x="701" y="868"/>
                  </a:cubicBezTo>
                  <a:cubicBezTo>
                    <a:pt x="1034" y="834"/>
                    <a:pt x="1368" y="767"/>
                    <a:pt x="1689" y="668"/>
                  </a:cubicBezTo>
                  <a:lnTo>
                    <a:pt x="1689" y="668"/>
                  </a:lnTo>
                  <a:cubicBezTo>
                    <a:pt x="1457" y="757"/>
                    <a:pt x="1245" y="890"/>
                    <a:pt x="1057" y="1056"/>
                  </a:cubicBezTo>
                  <a:cubicBezTo>
                    <a:pt x="956" y="1134"/>
                    <a:pt x="867" y="1223"/>
                    <a:pt x="823" y="1345"/>
                  </a:cubicBezTo>
                  <a:cubicBezTo>
                    <a:pt x="779" y="1456"/>
                    <a:pt x="801" y="1601"/>
                    <a:pt x="890" y="1690"/>
                  </a:cubicBezTo>
                  <a:cubicBezTo>
                    <a:pt x="956" y="1745"/>
                    <a:pt x="1045" y="1767"/>
                    <a:pt x="1123" y="1767"/>
                  </a:cubicBezTo>
                  <a:cubicBezTo>
                    <a:pt x="1151" y="1769"/>
                    <a:pt x="1179" y="1771"/>
                    <a:pt x="1207" y="1771"/>
                  </a:cubicBezTo>
                  <a:cubicBezTo>
                    <a:pt x="1689" y="1771"/>
                    <a:pt x="2145" y="1420"/>
                    <a:pt x="2272" y="950"/>
                  </a:cubicBezTo>
                  <a:lnTo>
                    <a:pt x="2272" y="950"/>
                  </a:lnTo>
                  <a:cubicBezTo>
                    <a:pt x="2244" y="1087"/>
                    <a:pt x="2319" y="1229"/>
                    <a:pt x="2434" y="1323"/>
                  </a:cubicBezTo>
                  <a:cubicBezTo>
                    <a:pt x="2545" y="1423"/>
                    <a:pt x="2701" y="1468"/>
                    <a:pt x="2845" y="1500"/>
                  </a:cubicBezTo>
                  <a:cubicBezTo>
                    <a:pt x="2920" y="1515"/>
                    <a:pt x="3002" y="1527"/>
                    <a:pt x="3081" y="1527"/>
                  </a:cubicBezTo>
                  <a:cubicBezTo>
                    <a:pt x="3190" y="1527"/>
                    <a:pt x="3295" y="1504"/>
                    <a:pt x="3378" y="1434"/>
                  </a:cubicBezTo>
                  <a:cubicBezTo>
                    <a:pt x="3545" y="1301"/>
                    <a:pt x="3533" y="1034"/>
                    <a:pt x="3412" y="856"/>
                  </a:cubicBezTo>
                  <a:cubicBezTo>
                    <a:pt x="3289" y="690"/>
                    <a:pt x="3078" y="601"/>
                    <a:pt x="2867" y="567"/>
                  </a:cubicBezTo>
                  <a:lnTo>
                    <a:pt x="2867" y="567"/>
                  </a:lnTo>
                  <a:cubicBezTo>
                    <a:pt x="2929" y="576"/>
                    <a:pt x="2991" y="581"/>
                    <a:pt x="3053" y="581"/>
                  </a:cubicBezTo>
                  <a:cubicBezTo>
                    <a:pt x="3303" y="581"/>
                    <a:pt x="3551" y="508"/>
                    <a:pt x="3756" y="357"/>
                  </a:cubicBezTo>
                  <a:cubicBezTo>
                    <a:pt x="3800" y="334"/>
                    <a:pt x="3845" y="290"/>
                    <a:pt x="3856" y="234"/>
                  </a:cubicBezTo>
                  <a:cubicBezTo>
                    <a:pt x="3878" y="157"/>
                    <a:pt x="3812" y="56"/>
                    <a:pt x="3733" y="23"/>
                  </a:cubicBezTo>
                  <a:cubicBezTo>
                    <a:pt x="3689" y="7"/>
                    <a:pt x="3645" y="1"/>
                    <a:pt x="3600" y="1"/>
                  </a:cubicBezTo>
                  <a:close/>
                </a:path>
              </a:pathLst>
            </a:custGeom>
            <a:solidFill>
              <a:srgbClr val="224E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0"/>
            <p:cNvSpPr/>
            <p:nvPr/>
          </p:nvSpPr>
          <p:spPr>
            <a:xfrm>
              <a:off x="5626225" y="3979500"/>
              <a:ext cx="21400" cy="23900"/>
            </a:xfrm>
            <a:custGeom>
              <a:avLst/>
              <a:gdLst/>
              <a:ahLst/>
              <a:cxnLst/>
              <a:rect l="l" t="t" r="r" b="b"/>
              <a:pathLst>
                <a:path w="856" h="956" extrusionOk="0">
                  <a:moveTo>
                    <a:pt x="392" y="0"/>
                  </a:moveTo>
                  <a:cubicBezTo>
                    <a:pt x="361" y="0"/>
                    <a:pt x="330" y="5"/>
                    <a:pt x="300" y="15"/>
                  </a:cubicBezTo>
                  <a:cubicBezTo>
                    <a:pt x="189" y="59"/>
                    <a:pt x="112" y="159"/>
                    <a:pt x="78" y="270"/>
                  </a:cubicBezTo>
                  <a:cubicBezTo>
                    <a:pt x="34" y="381"/>
                    <a:pt x="34" y="504"/>
                    <a:pt x="34" y="625"/>
                  </a:cubicBezTo>
                  <a:cubicBezTo>
                    <a:pt x="34" y="803"/>
                    <a:pt x="1" y="870"/>
                    <a:pt x="179" y="936"/>
                  </a:cubicBezTo>
                  <a:cubicBezTo>
                    <a:pt x="220" y="950"/>
                    <a:pt x="271" y="955"/>
                    <a:pt x="326" y="955"/>
                  </a:cubicBezTo>
                  <a:cubicBezTo>
                    <a:pt x="448" y="955"/>
                    <a:pt x="590" y="930"/>
                    <a:pt x="690" y="914"/>
                  </a:cubicBezTo>
                  <a:cubicBezTo>
                    <a:pt x="745" y="914"/>
                    <a:pt x="801" y="892"/>
                    <a:pt x="834" y="848"/>
                  </a:cubicBezTo>
                  <a:cubicBezTo>
                    <a:pt x="856" y="815"/>
                    <a:pt x="856" y="770"/>
                    <a:pt x="856" y="736"/>
                  </a:cubicBezTo>
                  <a:cubicBezTo>
                    <a:pt x="845" y="559"/>
                    <a:pt x="823" y="370"/>
                    <a:pt x="745" y="225"/>
                  </a:cubicBezTo>
                  <a:cubicBezTo>
                    <a:pt x="672" y="98"/>
                    <a:pt x="532" y="0"/>
                    <a:pt x="392" y="0"/>
                  </a:cubicBezTo>
                  <a:close/>
                </a:path>
              </a:pathLst>
            </a:custGeom>
            <a:solidFill>
              <a:srgbClr val="FFCC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0"/>
            <p:cNvSpPr/>
            <p:nvPr/>
          </p:nvSpPr>
          <p:spPr>
            <a:xfrm>
              <a:off x="5591250" y="4001575"/>
              <a:ext cx="107775" cy="81500"/>
            </a:xfrm>
            <a:custGeom>
              <a:avLst/>
              <a:gdLst/>
              <a:ahLst/>
              <a:cxnLst/>
              <a:rect l="l" t="t" r="r" b="b"/>
              <a:pathLst>
                <a:path w="4311" h="3260" extrusionOk="0">
                  <a:moveTo>
                    <a:pt x="3572" y="0"/>
                  </a:moveTo>
                  <a:cubicBezTo>
                    <a:pt x="3375" y="0"/>
                    <a:pt x="3171" y="85"/>
                    <a:pt x="3022" y="220"/>
                  </a:cubicBezTo>
                  <a:cubicBezTo>
                    <a:pt x="2788" y="431"/>
                    <a:pt x="2655" y="720"/>
                    <a:pt x="2544" y="1020"/>
                  </a:cubicBezTo>
                  <a:cubicBezTo>
                    <a:pt x="2544" y="853"/>
                    <a:pt x="2444" y="698"/>
                    <a:pt x="2299" y="631"/>
                  </a:cubicBezTo>
                  <a:cubicBezTo>
                    <a:pt x="2221" y="589"/>
                    <a:pt x="2133" y="570"/>
                    <a:pt x="2044" y="570"/>
                  </a:cubicBezTo>
                  <a:cubicBezTo>
                    <a:pt x="1969" y="570"/>
                    <a:pt x="1893" y="584"/>
                    <a:pt x="1822" y="609"/>
                  </a:cubicBezTo>
                  <a:cubicBezTo>
                    <a:pt x="1778" y="631"/>
                    <a:pt x="1733" y="653"/>
                    <a:pt x="1699" y="698"/>
                  </a:cubicBezTo>
                  <a:cubicBezTo>
                    <a:pt x="1667" y="742"/>
                    <a:pt x="1655" y="809"/>
                    <a:pt x="1655" y="865"/>
                  </a:cubicBezTo>
                  <a:cubicBezTo>
                    <a:pt x="1655" y="998"/>
                    <a:pt x="1800" y="1242"/>
                    <a:pt x="1689" y="1354"/>
                  </a:cubicBezTo>
                  <a:cubicBezTo>
                    <a:pt x="1588" y="1453"/>
                    <a:pt x="1289" y="1420"/>
                    <a:pt x="1155" y="1453"/>
                  </a:cubicBezTo>
                  <a:cubicBezTo>
                    <a:pt x="766" y="1564"/>
                    <a:pt x="411" y="1786"/>
                    <a:pt x="166" y="2097"/>
                  </a:cubicBezTo>
                  <a:cubicBezTo>
                    <a:pt x="77" y="2220"/>
                    <a:pt x="0" y="2398"/>
                    <a:pt x="89" y="2520"/>
                  </a:cubicBezTo>
                  <a:cubicBezTo>
                    <a:pt x="133" y="2576"/>
                    <a:pt x="211" y="2608"/>
                    <a:pt x="277" y="2620"/>
                  </a:cubicBezTo>
                  <a:cubicBezTo>
                    <a:pt x="337" y="2633"/>
                    <a:pt x="397" y="2640"/>
                    <a:pt x="457" y="2640"/>
                  </a:cubicBezTo>
                  <a:cubicBezTo>
                    <a:pt x="741" y="2640"/>
                    <a:pt x="1020" y="2502"/>
                    <a:pt x="1277" y="2364"/>
                  </a:cubicBezTo>
                  <a:cubicBezTo>
                    <a:pt x="1474" y="2258"/>
                    <a:pt x="1677" y="2146"/>
                    <a:pt x="1823" y="1991"/>
                  </a:cubicBezTo>
                  <a:lnTo>
                    <a:pt x="1823" y="1991"/>
                  </a:lnTo>
                  <a:cubicBezTo>
                    <a:pt x="1664" y="2224"/>
                    <a:pt x="1535" y="2482"/>
                    <a:pt x="1544" y="2753"/>
                  </a:cubicBezTo>
                  <a:cubicBezTo>
                    <a:pt x="1544" y="2875"/>
                    <a:pt x="1578" y="2986"/>
                    <a:pt x="1644" y="3075"/>
                  </a:cubicBezTo>
                  <a:cubicBezTo>
                    <a:pt x="1739" y="3201"/>
                    <a:pt x="1891" y="3260"/>
                    <a:pt x="2046" y="3260"/>
                  </a:cubicBezTo>
                  <a:cubicBezTo>
                    <a:pt x="2163" y="3260"/>
                    <a:pt x="2282" y="3226"/>
                    <a:pt x="2377" y="3164"/>
                  </a:cubicBezTo>
                  <a:cubicBezTo>
                    <a:pt x="2600" y="3008"/>
                    <a:pt x="2721" y="2753"/>
                    <a:pt x="2788" y="2487"/>
                  </a:cubicBezTo>
                  <a:cubicBezTo>
                    <a:pt x="2842" y="2250"/>
                    <a:pt x="2844" y="2002"/>
                    <a:pt x="2813" y="1765"/>
                  </a:cubicBezTo>
                  <a:lnTo>
                    <a:pt x="2813" y="1765"/>
                  </a:lnTo>
                  <a:cubicBezTo>
                    <a:pt x="2864" y="2098"/>
                    <a:pt x="3193" y="2344"/>
                    <a:pt x="3525" y="2344"/>
                  </a:cubicBezTo>
                  <a:cubicBezTo>
                    <a:pt x="3568" y="2344"/>
                    <a:pt x="3612" y="2340"/>
                    <a:pt x="3655" y="2331"/>
                  </a:cubicBezTo>
                  <a:cubicBezTo>
                    <a:pt x="4044" y="2242"/>
                    <a:pt x="4310" y="1831"/>
                    <a:pt x="4254" y="1453"/>
                  </a:cubicBezTo>
                  <a:cubicBezTo>
                    <a:pt x="4244" y="1386"/>
                    <a:pt x="4232" y="1331"/>
                    <a:pt x="4199" y="1275"/>
                  </a:cubicBezTo>
                  <a:cubicBezTo>
                    <a:pt x="4166" y="1231"/>
                    <a:pt x="4110" y="1198"/>
                    <a:pt x="4066" y="1164"/>
                  </a:cubicBezTo>
                  <a:cubicBezTo>
                    <a:pt x="3930" y="1089"/>
                    <a:pt x="3768" y="1049"/>
                    <a:pt x="3608" y="1049"/>
                  </a:cubicBezTo>
                  <a:cubicBezTo>
                    <a:pt x="3533" y="1049"/>
                    <a:pt x="3459" y="1058"/>
                    <a:pt x="3388" y="1075"/>
                  </a:cubicBezTo>
                  <a:cubicBezTo>
                    <a:pt x="3733" y="954"/>
                    <a:pt x="3977" y="609"/>
                    <a:pt x="3977" y="253"/>
                  </a:cubicBezTo>
                  <a:cubicBezTo>
                    <a:pt x="3977" y="220"/>
                    <a:pt x="3977" y="187"/>
                    <a:pt x="3966" y="164"/>
                  </a:cubicBezTo>
                  <a:cubicBezTo>
                    <a:pt x="3943" y="132"/>
                    <a:pt x="3921" y="109"/>
                    <a:pt x="3888" y="87"/>
                  </a:cubicBezTo>
                  <a:cubicBezTo>
                    <a:pt x="3792" y="27"/>
                    <a:pt x="3683" y="0"/>
                    <a:pt x="35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0"/>
            <p:cNvSpPr/>
            <p:nvPr/>
          </p:nvSpPr>
          <p:spPr>
            <a:xfrm>
              <a:off x="5635675" y="4025250"/>
              <a:ext cx="30575" cy="20650"/>
            </a:xfrm>
            <a:custGeom>
              <a:avLst/>
              <a:gdLst/>
              <a:ahLst/>
              <a:cxnLst/>
              <a:rect l="l" t="t" r="r" b="b"/>
              <a:pathLst>
                <a:path w="1223" h="826" extrusionOk="0">
                  <a:moveTo>
                    <a:pt x="816" y="0"/>
                  </a:moveTo>
                  <a:cubicBezTo>
                    <a:pt x="781" y="0"/>
                    <a:pt x="746" y="3"/>
                    <a:pt x="712" y="7"/>
                  </a:cubicBezTo>
                  <a:cubicBezTo>
                    <a:pt x="512" y="40"/>
                    <a:pt x="322" y="128"/>
                    <a:pt x="189" y="284"/>
                  </a:cubicBezTo>
                  <a:cubicBezTo>
                    <a:pt x="89" y="384"/>
                    <a:pt x="1" y="562"/>
                    <a:pt x="23" y="706"/>
                  </a:cubicBezTo>
                  <a:cubicBezTo>
                    <a:pt x="38" y="796"/>
                    <a:pt x="82" y="825"/>
                    <a:pt x="140" y="825"/>
                  </a:cubicBezTo>
                  <a:cubicBezTo>
                    <a:pt x="211" y="825"/>
                    <a:pt x="303" y="781"/>
                    <a:pt x="389" y="751"/>
                  </a:cubicBezTo>
                  <a:cubicBezTo>
                    <a:pt x="712" y="639"/>
                    <a:pt x="1000" y="439"/>
                    <a:pt x="1223" y="173"/>
                  </a:cubicBezTo>
                  <a:cubicBezTo>
                    <a:pt x="1132" y="46"/>
                    <a:pt x="973" y="0"/>
                    <a:pt x="816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0"/>
            <p:cNvSpPr/>
            <p:nvPr/>
          </p:nvSpPr>
          <p:spPr>
            <a:xfrm>
              <a:off x="5594575" y="4122050"/>
              <a:ext cx="85000" cy="53675"/>
            </a:xfrm>
            <a:custGeom>
              <a:avLst/>
              <a:gdLst/>
              <a:ahLst/>
              <a:cxnLst/>
              <a:rect l="l" t="t" r="r" b="b"/>
              <a:pathLst>
                <a:path w="3400" h="2147" extrusionOk="0">
                  <a:moveTo>
                    <a:pt x="372" y="0"/>
                  </a:moveTo>
                  <a:cubicBezTo>
                    <a:pt x="248" y="0"/>
                    <a:pt x="124" y="8"/>
                    <a:pt x="0" y="23"/>
                  </a:cubicBezTo>
                  <a:cubicBezTo>
                    <a:pt x="344" y="423"/>
                    <a:pt x="700" y="823"/>
                    <a:pt x="1078" y="1200"/>
                  </a:cubicBezTo>
                  <a:cubicBezTo>
                    <a:pt x="1278" y="1411"/>
                    <a:pt x="1478" y="1611"/>
                    <a:pt x="1733" y="1744"/>
                  </a:cubicBezTo>
                  <a:cubicBezTo>
                    <a:pt x="1933" y="1845"/>
                    <a:pt x="2144" y="1900"/>
                    <a:pt x="2366" y="1956"/>
                  </a:cubicBezTo>
                  <a:cubicBezTo>
                    <a:pt x="2529" y="1994"/>
                    <a:pt x="2855" y="2147"/>
                    <a:pt x="3070" y="2147"/>
                  </a:cubicBezTo>
                  <a:cubicBezTo>
                    <a:pt x="3106" y="2147"/>
                    <a:pt x="3138" y="2143"/>
                    <a:pt x="3166" y="2133"/>
                  </a:cubicBezTo>
                  <a:cubicBezTo>
                    <a:pt x="3400" y="2033"/>
                    <a:pt x="3222" y="1800"/>
                    <a:pt x="3133" y="1633"/>
                  </a:cubicBezTo>
                  <a:cubicBezTo>
                    <a:pt x="2877" y="1189"/>
                    <a:pt x="2533" y="800"/>
                    <a:pt x="2111" y="522"/>
                  </a:cubicBezTo>
                  <a:cubicBezTo>
                    <a:pt x="1594" y="181"/>
                    <a:pt x="984" y="0"/>
                    <a:pt x="3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0"/>
            <p:cNvSpPr/>
            <p:nvPr/>
          </p:nvSpPr>
          <p:spPr>
            <a:xfrm>
              <a:off x="5699275" y="4034550"/>
              <a:ext cx="43625" cy="93350"/>
            </a:xfrm>
            <a:custGeom>
              <a:avLst/>
              <a:gdLst/>
              <a:ahLst/>
              <a:cxnLst/>
              <a:rect l="l" t="t" r="r" b="b"/>
              <a:pathLst>
                <a:path w="1745" h="3734" extrusionOk="0">
                  <a:moveTo>
                    <a:pt x="1378" y="1"/>
                  </a:moveTo>
                  <a:cubicBezTo>
                    <a:pt x="945" y="534"/>
                    <a:pt x="545" y="1112"/>
                    <a:pt x="300" y="1745"/>
                  </a:cubicBezTo>
                  <a:cubicBezTo>
                    <a:pt x="178" y="2079"/>
                    <a:pt x="89" y="2423"/>
                    <a:pt x="56" y="2767"/>
                  </a:cubicBezTo>
                  <a:cubicBezTo>
                    <a:pt x="45" y="2923"/>
                    <a:pt x="0" y="3701"/>
                    <a:pt x="200" y="3733"/>
                  </a:cubicBezTo>
                  <a:cubicBezTo>
                    <a:pt x="203" y="3734"/>
                    <a:pt x="205" y="3734"/>
                    <a:pt x="208" y="3734"/>
                  </a:cubicBezTo>
                  <a:cubicBezTo>
                    <a:pt x="370" y="3734"/>
                    <a:pt x="791" y="3087"/>
                    <a:pt x="878" y="2967"/>
                  </a:cubicBezTo>
                  <a:cubicBezTo>
                    <a:pt x="1089" y="2678"/>
                    <a:pt x="1278" y="2378"/>
                    <a:pt x="1411" y="2056"/>
                  </a:cubicBezTo>
                  <a:cubicBezTo>
                    <a:pt x="1689" y="1401"/>
                    <a:pt x="1745" y="612"/>
                    <a:pt x="13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0"/>
            <p:cNvSpPr/>
            <p:nvPr/>
          </p:nvSpPr>
          <p:spPr>
            <a:xfrm>
              <a:off x="5664550" y="4070650"/>
              <a:ext cx="30300" cy="79525"/>
            </a:xfrm>
            <a:custGeom>
              <a:avLst/>
              <a:gdLst/>
              <a:ahLst/>
              <a:cxnLst/>
              <a:rect l="l" t="t" r="r" b="b"/>
              <a:pathLst>
                <a:path w="1212" h="3181" extrusionOk="0">
                  <a:moveTo>
                    <a:pt x="767" y="1"/>
                  </a:moveTo>
                  <a:cubicBezTo>
                    <a:pt x="234" y="679"/>
                    <a:pt x="1" y="1578"/>
                    <a:pt x="112" y="2423"/>
                  </a:cubicBezTo>
                  <a:cubicBezTo>
                    <a:pt x="139" y="2630"/>
                    <a:pt x="246" y="3180"/>
                    <a:pt x="487" y="3180"/>
                  </a:cubicBezTo>
                  <a:cubicBezTo>
                    <a:pt x="543" y="3180"/>
                    <a:pt x="607" y="3150"/>
                    <a:pt x="678" y="3079"/>
                  </a:cubicBezTo>
                  <a:cubicBezTo>
                    <a:pt x="945" y="2812"/>
                    <a:pt x="1067" y="2145"/>
                    <a:pt x="1122" y="1778"/>
                  </a:cubicBezTo>
                  <a:cubicBezTo>
                    <a:pt x="1211" y="1168"/>
                    <a:pt x="1112" y="512"/>
                    <a:pt x="7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0"/>
            <p:cNvSpPr/>
            <p:nvPr/>
          </p:nvSpPr>
          <p:spPr>
            <a:xfrm>
              <a:off x="5603175" y="4080750"/>
              <a:ext cx="37525" cy="21875"/>
            </a:xfrm>
            <a:custGeom>
              <a:avLst/>
              <a:gdLst/>
              <a:ahLst/>
              <a:cxnLst/>
              <a:rect l="l" t="t" r="r" b="b"/>
              <a:pathLst>
                <a:path w="1501" h="875" extrusionOk="0">
                  <a:moveTo>
                    <a:pt x="170" y="0"/>
                  </a:moveTo>
                  <a:cubicBezTo>
                    <a:pt x="113" y="0"/>
                    <a:pt x="56" y="9"/>
                    <a:pt x="0" y="31"/>
                  </a:cubicBezTo>
                  <a:cubicBezTo>
                    <a:pt x="334" y="386"/>
                    <a:pt x="934" y="853"/>
                    <a:pt x="1434" y="875"/>
                  </a:cubicBezTo>
                  <a:cubicBezTo>
                    <a:pt x="1501" y="631"/>
                    <a:pt x="867" y="297"/>
                    <a:pt x="689" y="186"/>
                  </a:cubicBezTo>
                  <a:cubicBezTo>
                    <a:pt x="529" y="93"/>
                    <a:pt x="349" y="0"/>
                    <a:pt x="1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0"/>
            <p:cNvSpPr/>
            <p:nvPr/>
          </p:nvSpPr>
          <p:spPr>
            <a:xfrm>
              <a:off x="5642600" y="4104700"/>
              <a:ext cx="87525" cy="89900"/>
            </a:xfrm>
            <a:custGeom>
              <a:avLst/>
              <a:gdLst/>
              <a:ahLst/>
              <a:cxnLst/>
              <a:rect l="l" t="t" r="r" b="b"/>
              <a:pathLst>
                <a:path w="3501" h="3596" extrusionOk="0">
                  <a:moveTo>
                    <a:pt x="2300" y="1"/>
                  </a:moveTo>
                  <a:cubicBezTo>
                    <a:pt x="2197" y="1"/>
                    <a:pt x="2101" y="79"/>
                    <a:pt x="2012" y="150"/>
                  </a:cubicBezTo>
                  <a:cubicBezTo>
                    <a:pt x="1756" y="372"/>
                    <a:pt x="1501" y="606"/>
                    <a:pt x="1234" y="828"/>
                  </a:cubicBezTo>
                  <a:cubicBezTo>
                    <a:pt x="1090" y="727"/>
                    <a:pt x="1267" y="461"/>
                    <a:pt x="1146" y="328"/>
                  </a:cubicBezTo>
                  <a:cubicBezTo>
                    <a:pt x="1116" y="298"/>
                    <a:pt x="1074" y="285"/>
                    <a:pt x="1032" y="285"/>
                  </a:cubicBezTo>
                  <a:cubicBezTo>
                    <a:pt x="994" y="285"/>
                    <a:pt x="955" y="296"/>
                    <a:pt x="923" y="317"/>
                  </a:cubicBezTo>
                  <a:cubicBezTo>
                    <a:pt x="857" y="350"/>
                    <a:pt x="801" y="416"/>
                    <a:pt x="756" y="483"/>
                  </a:cubicBezTo>
                  <a:cubicBezTo>
                    <a:pt x="501" y="850"/>
                    <a:pt x="245" y="1216"/>
                    <a:pt x="1" y="1594"/>
                  </a:cubicBezTo>
                  <a:cubicBezTo>
                    <a:pt x="423" y="1694"/>
                    <a:pt x="690" y="2116"/>
                    <a:pt x="867" y="2527"/>
                  </a:cubicBezTo>
                  <a:cubicBezTo>
                    <a:pt x="1033" y="2869"/>
                    <a:pt x="1247" y="3595"/>
                    <a:pt x="1697" y="3595"/>
                  </a:cubicBezTo>
                  <a:cubicBezTo>
                    <a:pt x="1730" y="3595"/>
                    <a:pt x="1765" y="3591"/>
                    <a:pt x="1800" y="3583"/>
                  </a:cubicBezTo>
                  <a:cubicBezTo>
                    <a:pt x="2378" y="3427"/>
                    <a:pt x="3045" y="3050"/>
                    <a:pt x="3378" y="2539"/>
                  </a:cubicBezTo>
                  <a:cubicBezTo>
                    <a:pt x="3456" y="2438"/>
                    <a:pt x="3501" y="2260"/>
                    <a:pt x="3378" y="2205"/>
                  </a:cubicBezTo>
                  <a:cubicBezTo>
                    <a:pt x="3357" y="2197"/>
                    <a:pt x="3335" y="2193"/>
                    <a:pt x="3314" y="2193"/>
                  </a:cubicBezTo>
                  <a:cubicBezTo>
                    <a:pt x="3280" y="2193"/>
                    <a:pt x="3246" y="2202"/>
                    <a:pt x="3212" y="2216"/>
                  </a:cubicBezTo>
                  <a:cubicBezTo>
                    <a:pt x="3008" y="2313"/>
                    <a:pt x="2813" y="2519"/>
                    <a:pt x="2605" y="2519"/>
                  </a:cubicBezTo>
                  <a:cubicBezTo>
                    <a:pt x="2574" y="2519"/>
                    <a:pt x="2543" y="2515"/>
                    <a:pt x="2511" y="2505"/>
                  </a:cubicBezTo>
                  <a:cubicBezTo>
                    <a:pt x="2823" y="2305"/>
                    <a:pt x="3089" y="2050"/>
                    <a:pt x="3289" y="1749"/>
                  </a:cubicBezTo>
                  <a:cubicBezTo>
                    <a:pt x="3334" y="1672"/>
                    <a:pt x="3378" y="1583"/>
                    <a:pt x="3356" y="1494"/>
                  </a:cubicBezTo>
                  <a:cubicBezTo>
                    <a:pt x="3325" y="1410"/>
                    <a:pt x="3231" y="1373"/>
                    <a:pt x="3135" y="1373"/>
                  </a:cubicBezTo>
                  <a:cubicBezTo>
                    <a:pt x="3092" y="1373"/>
                    <a:pt x="3049" y="1380"/>
                    <a:pt x="3012" y="1394"/>
                  </a:cubicBezTo>
                  <a:cubicBezTo>
                    <a:pt x="2845" y="1461"/>
                    <a:pt x="2711" y="1594"/>
                    <a:pt x="2578" y="1705"/>
                  </a:cubicBezTo>
                  <a:cubicBezTo>
                    <a:pt x="2465" y="1784"/>
                    <a:pt x="2331" y="1856"/>
                    <a:pt x="2198" y="1856"/>
                  </a:cubicBezTo>
                  <a:cubicBezTo>
                    <a:pt x="2161" y="1856"/>
                    <a:pt x="2125" y="1850"/>
                    <a:pt x="2089" y="1838"/>
                  </a:cubicBezTo>
                  <a:cubicBezTo>
                    <a:pt x="2345" y="1616"/>
                    <a:pt x="2600" y="1383"/>
                    <a:pt x="2845" y="1150"/>
                  </a:cubicBezTo>
                  <a:cubicBezTo>
                    <a:pt x="2967" y="1038"/>
                    <a:pt x="3089" y="850"/>
                    <a:pt x="2990" y="717"/>
                  </a:cubicBezTo>
                  <a:cubicBezTo>
                    <a:pt x="2950" y="661"/>
                    <a:pt x="2883" y="640"/>
                    <a:pt x="2812" y="640"/>
                  </a:cubicBezTo>
                  <a:cubicBezTo>
                    <a:pt x="2782" y="640"/>
                    <a:pt x="2752" y="644"/>
                    <a:pt x="2723" y="650"/>
                  </a:cubicBezTo>
                  <a:cubicBezTo>
                    <a:pt x="2334" y="705"/>
                    <a:pt x="2101" y="1127"/>
                    <a:pt x="1756" y="1317"/>
                  </a:cubicBezTo>
                  <a:cubicBezTo>
                    <a:pt x="1736" y="1332"/>
                    <a:pt x="1710" y="1340"/>
                    <a:pt x="1688" y="1340"/>
                  </a:cubicBezTo>
                  <a:cubicBezTo>
                    <a:pt x="1662" y="1340"/>
                    <a:pt x="1640" y="1329"/>
                    <a:pt x="1634" y="1305"/>
                  </a:cubicBezTo>
                  <a:cubicBezTo>
                    <a:pt x="1856" y="1083"/>
                    <a:pt x="2067" y="861"/>
                    <a:pt x="2289" y="639"/>
                  </a:cubicBezTo>
                  <a:cubicBezTo>
                    <a:pt x="2378" y="550"/>
                    <a:pt x="2467" y="461"/>
                    <a:pt x="2511" y="339"/>
                  </a:cubicBezTo>
                  <a:cubicBezTo>
                    <a:pt x="2545" y="216"/>
                    <a:pt x="2501" y="50"/>
                    <a:pt x="2378" y="16"/>
                  </a:cubicBezTo>
                  <a:cubicBezTo>
                    <a:pt x="2352" y="5"/>
                    <a:pt x="2325" y="1"/>
                    <a:pt x="2300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0"/>
            <p:cNvSpPr/>
            <p:nvPr/>
          </p:nvSpPr>
          <p:spPr>
            <a:xfrm>
              <a:off x="5406825" y="4061325"/>
              <a:ext cx="291650" cy="237000"/>
            </a:xfrm>
            <a:custGeom>
              <a:avLst/>
              <a:gdLst/>
              <a:ahLst/>
              <a:cxnLst/>
              <a:rect l="l" t="t" r="r" b="b"/>
              <a:pathLst>
                <a:path w="11666" h="9480" extrusionOk="0">
                  <a:moveTo>
                    <a:pt x="9089" y="7662"/>
                  </a:moveTo>
                  <a:cubicBezTo>
                    <a:pt x="9084" y="7673"/>
                    <a:pt x="9080" y="7684"/>
                    <a:pt x="9076" y="7695"/>
                  </a:cubicBezTo>
                  <a:cubicBezTo>
                    <a:pt x="9081" y="7684"/>
                    <a:pt x="9085" y="7673"/>
                    <a:pt x="9089" y="7662"/>
                  </a:cubicBezTo>
                  <a:close/>
                  <a:moveTo>
                    <a:pt x="1594" y="0"/>
                  </a:moveTo>
                  <a:cubicBezTo>
                    <a:pt x="1439" y="0"/>
                    <a:pt x="1273" y="42"/>
                    <a:pt x="1090" y="141"/>
                  </a:cubicBezTo>
                  <a:cubicBezTo>
                    <a:pt x="634" y="386"/>
                    <a:pt x="356" y="897"/>
                    <a:pt x="234" y="1408"/>
                  </a:cubicBezTo>
                  <a:cubicBezTo>
                    <a:pt x="1" y="2374"/>
                    <a:pt x="334" y="3318"/>
                    <a:pt x="734" y="4185"/>
                  </a:cubicBezTo>
                  <a:cubicBezTo>
                    <a:pt x="1201" y="5217"/>
                    <a:pt x="1722" y="6239"/>
                    <a:pt x="2356" y="7162"/>
                  </a:cubicBezTo>
                  <a:cubicBezTo>
                    <a:pt x="2600" y="7506"/>
                    <a:pt x="2855" y="7828"/>
                    <a:pt x="3134" y="8128"/>
                  </a:cubicBezTo>
                  <a:cubicBezTo>
                    <a:pt x="3511" y="8528"/>
                    <a:pt x="3933" y="8883"/>
                    <a:pt x="4400" y="9172"/>
                  </a:cubicBezTo>
                  <a:cubicBezTo>
                    <a:pt x="4655" y="9317"/>
                    <a:pt x="4922" y="9450"/>
                    <a:pt x="5211" y="9473"/>
                  </a:cubicBezTo>
                  <a:cubicBezTo>
                    <a:pt x="5254" y="9477"/>
                    <a:pt x="5298" y="9479"/>
                    <a:pt x="5341" y="9479"/>
                  </a:cubicBezTo>
                  <a:cubicBezTo>
                    <a:pt x="5505" y="9479"/>
                    <a:pt x="5663" y="9447"/>
                    <a:pt x="5822" y="9394"/>
                  </a:cubicBezTo>
                  <a:cubicBezTo>
                    <a:pt x="6099" y="9317"/>
                    <a:pt x="6355" y="9184"/>
                    <a:pt x="6600" y="9028"/>
                  </a:cubicBezTo>
                  <a:lnTo>
                    <a:pt x="6600" y="9061"/>
                  </a:lnTo>
                  <a:cubicBezTo>
                    <a:pt x="7010" y="8883"/>
                    <a:pt x="7410" y="8683"/>
                    <a:pt x="7788" y="8473"/>
                  </a:cubicBezTo>
                  <a:lnTo>
                    <a:pt x="7788" y="8473"/>
                  </a:lnTo>
                  <a:cubicBezTo>
                    <a:pt x="7666" y="8650"/>
                    <a:pt x="7555" y="8839"/>
                    <a:pt x="7432" y="9017"/>
                  </a:cubicBezTo>
                  <a:cubicBezTo>
                    <a:pt x="8066" y="8528"/>
                    <a:pt x="8666" y="7972"/>
                    <a:pt x="9199" y="7362"/>
                  </a:cubicBezTo>
                  <a:lnTo>
                    <a:pt x="9199" y="7362"/>
                  </a:lnTo>
                  <a:cubicBezTo>
                    <a:pt x="9159" y="7462"/>
                    <a:pt x="9128" y="7562"/>
                    <a:pt x="9089" y="7662"/>
                  </a:cubicBezTo>
                  <a:lnTo>
                    <a:pt x="9089" y="7662"/>
                  </a:lnTo>
                  <a:cubicBezTo>
                    <a:pt x="9169" y="7485"/>
                    <a:pt x="9386" y="7401"/>
                    <a:pt x="9543" y="7306"/>
                  </a:cubicBezTo>
                  <a:cubicBezTo>
                    <a:pt x="9732" y="7195"/>
                    <a:pt x="9888" y="7039"/>
                    <a:pt x="10076" y="6906"/>
                  </a:cubicBezTo>
                  <a:cubicBezTo>
                    <a:pt x="10565" y="6562"/>
                    <a:pt x="11032" y="6173"/>
                    <a:pt x="11454" y="5762"/>
                  </a:cubicBezTo>
                  <a:cubicBezTo>
                    <a:pt x="11554" y="5662"/>
                    <a:pt x="11665" y="5506"/>
                    <a:pt x="11587" y="5384"/>
                  </a:cubicBezTo>
                  <a:cubicBezTo>
                    <a:pt x="11537" y="5306"/>
                    <a:pt x="11444" y="5298"/>
                    <a:pt x="11344" y="5298"/>
                  </a:cubicBezTo>
                  <a:cubicBezTo>
                    <a:pt x="11318" y="5298"/>
                    <a:pt x="11291" y="5299"/>
                    <a:pt x="11265" y="5299"/>
                  </a:cubicBezTo>
                  <a:cubicBezTo>
                    <a:pt x="11190" y="5299"/>
                    <a:pt x="11115" y="5294"/>
                    <a:pt x="11054" y="5262"/>
                  </a:cubicBezTo>
                  <a:cubicBezTo>
                    <a:pt x="11187" y="5217"/>
                    <a:pt x="11332" y="5162"/>
                    <a:pt x="11431" y="5062"/>
                  </a:cubicBezTo>
                  <a:cubicBezTo>
                    <a:pt x="11532" y="4962"/>
                    <a:pt x="11587" y="4795"/>
                    <a:pt x="11520" y="4674"/>
                  </a:cubicBezTo>
                  <a:cubicBezTo>
                    <a:pt x="11465" y="4551"/>
                    <a:pt x="11320" y="4506"/>
                    <a:pt x="11187" y="4484"/>
                  </a:cubicBezTo>
                  <a:cubicBezTo>
                    <a:pt x="11152" y="4481"/>
                    <a:pt x="11118" y="4479"/>
                    <a:pt x="11083" y="4479"/>
                  </a:cubicBezTo>
                  <a:cubicBezTo>
                    <a:pt x="10874" y="4479"/>
                    <a:pt x="10670" y="4537"/>
                    <a:pt x="10498" y="4651"/>
                  </a:cubicBezTo>
                  <a:cubicBezTo>
                    <a:pt x="10676" y="4496"/>
                    <a:pt x="10799" y="4284"/>
                    <a:pt x="10854" y="4051"/>
                  </a:cubicBezTo>
                  <a:cubicBezTo>
                    <a:pt x="10876" y="3929"/>
                    <a:pt x="10865" y="3773"/>
                    <a:pt x="10754" y="3718"/>
                  </a:cubicBezTo>
                  <a:cubicBezTo>
                    <a:pt x="10730" y="3706"/>
                    <a:pt x="10703" y="3701"/>
                    <a:pt x="10676" y="3701"/>
                  </a:cubicBezTo>
                  <a:cubicBezTo>
                    <a:pt x="10630" y="3701"/>
                    <a:pt x="10581" y="3715"/>
                    <a:pt x="10532" y="3729"/>
                  </a:cubicBezTo>
                  <a:cubicBezTo>
                    <a:pt x="10365" y="3795"/>
                    <a:pt x="10199" y="3896"/>
                    <a:pt x="10066" y="4029"/>
                  </a:cubicBezTo>
                  <a:cubicBezTo>
                    <a:pt x="10187" y="3840"/>
                    <a:pt x="10288" y="3640"/>
                    <a:pt x="10354" y="3429"/>
                  </a:cubicBezTo>
                  <a:cubicBezTo>
                    <a:pt x="10387" y="3351"/>
                    <a:pt x="10399" y="3262"/>
                    <a:pt x="10343" y="3207"/>
                  </a:cubicBezTo>
                  <a:cubicBezTo>
                    <a:pt x="10315" y="3186"/>
                    <a:pt x="10282" y="3178"/>
                    <a:pt x="10248" y="3178"/>
                  </a:cubicBezTo>
                  <a:cubicBezTo>
                    <a:pt x="10228" y="3178"/>
                    <a:pt x="10208" y="3181"/>
                    <a:pt x="10187" y="3185"/>
                  </a:cubicBezTo>
                  <a:cubicBezTo>
                    <a:pt x="9921" y="3240"/>
                    <a:pt x="9666" y="3373"/>
                    <a:pt x="9488" y="3573"/>
                  </a:cubicBezTo>
                  <a:cubicBezTo>
                    <a:pt x="9632" y="3296"/>
                    <a:pt x="9654" y="2963"/>
                    <a:pt x="9555" y="2674"/>
                  </a:cubicBezTo>
                  <a:lnTo>
                    <a:pt x="9555" y="2674"/>
                  </a:lnTo>
                  <a:cubicBezTo>
                    <a:pt x="8743" y="3318"/>
                    <a:pt x="7866" y="3829"/>
                    <a:pt x="6943" y="4240"/>
                  </a:cubicBezTo>
                  <a:cubicBezTo>
                    <a:pt x="6632" y="4385"/>
                    <a:pt x="6299" y="4518"/>
                    <a:pt x="5977" y="4640"/>
                  </a:cubicBezTo>
                  <a:cubicBezTo>
                    <a:pt x="5422" y="3929"/>
                    <a:pt x="4877" y="3207"/>
                    <a:pt x="4444" y="2430"/>
                  </a:cubicBezTo>
                  <a:cubicBezTo>
                    <a:pt x="3944" y="1751"/>
                    <a:pt x="3366" y="1119"/>
                    <a:pt x="2711" y="585"/>
                  </a:cubicBezTo>
                  <a:cubicBezTo>
                    <a:pt x="2347" y="302"/>
                    <a:pt x="2011" y="0"/>
                    <a:pt x="1594" y="0"/>
                  </a:cubicBezTo>
                  <a:close/>
                </a:path>
              </a:pathLst>
            </a:custGeom>
            <a:solidFill>
              <a:srgbClr val="804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0"/>
            <p:cNvSpPr/>
            <p:nvPr/>
          </p:nvSpPr>
          <p:spPr>
            <a:xfrm>
              <a:off x="5470150" y="4204800"/>
              <a:ext cx="201925" cy="77250"/>
            </a:xfrm>
            <a:custGeom>
              <a:avLst/>
              <a:gdLst/>
              <a:ahLst/>
              <a:cxnLst/>
              <a:rect l="l" t="t" r="r" b="b"/>
              <a:pathLst>
                <a:path w="8077" h="3090" extrusionOk="0">
                  <a:moveTo>
                    <a:pt x="7965" y="1"/>
                  </a:moveTo>
                  <a:cubicBezTo>
                    <a:pt x="7488" y="967"/>
                    <a:pt x="6499" y="1690"/>
                    <a:pt x="5422" y="1833"/>
                  </a:cubicBezTo>
                  <a:cubicBezTo>
                    <a:pt x="5409" y="1830"/>
                    <a:pt x="5397" y="1829"/>
                    <a:pt x="5386" y="1829"/>
                  </a:cubicBezTo>
                  <a:cubicBezTo>
                    <a:pt x="5358" y="1829"/>
                    <a:pt x="5334" y="1837"/>
                    <a:pt x="5311" y="1845"/>
                  </a:cubicBezTo>
                  <a:lnTo>
                    <a:pt x="5077" y="1989"/>
                  </a:lnTo>
                  <a:lnTo>
                    <a:pt x="5344" y="1956"/>
                  </a:lnTo>
                  <a:lnTo>
                    <a:pt x="5422" y="1956"/>
                  </a:lnTo>
                  <a:cubicBezTo>
                    <a:pt x="5444" y="1967"/>
                    <a:pt x="5466" y="2001"/>
                    <a:pt x="5466" y="2033"/>
                  </a:cubicBezTo>
                  <a:cubicBezTo>
                    <a:pt x="5477" y="2112"/>
                    <a:pt x="5410" y="2178"/>
                    <a:pt x="5366" y="2223"/>
                  </a:cubicBezTo>
                  <a:cubicBezTo>
                    <a:pt x="5133" y="2433"/>
                    <a:pt x="4810" y="2500"/>
                    <a:pt x="4499" y="2544"/>
                  </a:cubicBezTo>
                  <a:cubicBezTo>
                    <a:pt x="4455" y="2556"/>
                    <a:pt x="4410" y="2556"/>
                    <a:pt x="4366" y="2556"/>
                  </a:cubicBezTo>
                  <a:cubicBezTo>
                    <a:pt x="4289" y="2459"/>
                    <a:pt x="4161" y="2396"/>
                    <a:pt x="4034" y="2396"/>
                  </a:cubicBezTo>
                  <a:cubicBezTo>
                    <a:pt x="4015" y="2396"/>
                    <a:pt x="3996" y="2398"/>
                    <a:pt x="3978" y="2400"/>
                  </a:cubicBezTo>
                  <a:lnTo>
                    <a:pt x="3889" y="2411"/>
                  </a:lnTo>
                  <a:lnTo>
                    <a:pt x="3933" y="2489"/>
                  </a:lnTo>
                  <a:cubicBezTo>
                    <a:pt x="3966" y="2567"/>
                    <a:pt x="4055" y="2656"/>
                    <a:pt x="4233" y="2678"/>
                  </a:cubicBezTo>
                  <a:cubicBezTo>
                    <a:pt x="3924" y="2865"/>
                    <a:pt x="3548" y="2964"/>
                    <a:pt x="3148" y="2964"/>
                  </a:cubicBezTo>
                  <a:cubicBezTo>
                    <a:pt x="2886" y="2964"/>
                    <a:pt x="2613" y="2921"/>
                    <a:pt x="2344" y="2833"/>
                  </a:cubicBezTo>
                  <a:cubicBezTo>
                    <a:pt x="1767" y="2656"/>
                    <a:pt x="1211" y="2267"/>
                    <a:pt x="633" y="1678"/>
                  </a:cubicBezTo>
                  <a:cubicBezTo>
                    <a:pt x="445" y="1500"/>
                    <a:pt x="245" y="1278"/>
                    <a:pt x="112" y="1011"/>
                  </a:cubicBezTo>
                  <a:lnTo>
                    <a:pt x="1" y="1067"/>
                  </a:lnTo>
                  <a:cubicBezTo>
                    <a:pt x="145" y="1345"/>
                    <a:pt x="356" y="1578"/>
                    <a:pt x="545" y="1767"/>
                  </a:cubicBezTo>
                  <a:cubicBezTo>
                    <a:pt x="1134" y="2367"/>
                    <a:pt x="1711" y="2756"/>
                    <a:pt x="2311" y="2956"/>
                  </a:cubicBezTo>
                  <a:cubicBezTo>
                    <a:pt x="2589" y="3045"/>
                    <a:pt x="2867" y="3089"/>
                    <a:pt x="3144" y="3089"/>
                  </a:cubicBezTo>
                  <a:cubicBezTo>
                    <a:pt x="3611" y="3089"/>
                    <a:pt x="4044" y="2956"/>
                    <a:pt x="4400" y="2712"/>
                  </a:cubicBezTo>
                  <a:lnTo>
                    <a:pt x="4444" y="2678"/>
                  </a:lnTo>
                  <a:lnTo>
                    <a:pt x="4433" y="2678"/>
                  </a:lnTo>
                  <a:cubicBezTo>
                    <a:pt x="4466" y="2667"/>
                    <a:pt x="4489" y="2667"/>
                    <a:pt x="4522" y="2667"/>
                  </a:cubicBezTo>
                  <a:cubicBezTo>
                    <a:pt x="4833" y="2611"/>
                    <a:pt x="5188" y="2544"/>
                    <a:pt x="5444" y="2312"/>
                  </a:cubicBezTo>
                  <a:cubicBezTo>
                    <a:pt x="5544" y="2223"/>
                    <a:pt x="5600" y="2122"/>
                    <a:pt x="5588" y="2023"/>
                  </a:cubicBezTo>
                  <a:cubicBezTo>
                    <a:pt x="5588" y="1989"/>
                    <a:pt x="5577" y="1956"/>
                    <a:pt x="5555" y="1934"/>
                  </a:cubicBezTo>
                  <a:cubicBezTo>
                    <a:pt x="6622" y="1745"/>
                    <a:pt x="7599" y="1023"/>
                    <a:pt x="8076" y="45"/>
                  </a:cubicBezTo>
                  <a:lnTo>
                    <a:pt x="7965" y="1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0"/>
            <p:cNvSpPr/>
            <p:nvPr/>
          </p:nvSpPr>
          <p:spPr>
            <a:xfrm>
              <a:off x="5541250" y="4185375"/>
              <a:ext cx="6950" cy="34725"/>
            </a:xfrm>
            <a:custGeom>
              <a:avLst/>
              <a:gdLst/>
              <a:ahLst/>
              <a:cxnLst/>
              <a:rect l="l" t="t" r="r" b="b"/>
              <a:pathLst>
                <a:path w="278" h="1389" extrusionOk="0">
                  <a:moveTo>
                    <a:pt x="167" y="0"/>
                  </a:moveTo>
                  <a:cubicBezTo>
                    <a:pt x="33" y="356"/>
                    <a:pt x="1" y="744"/>
                    <a:pt x="78" y="1111"/>
                  </a:cubicBezTo>
                  <a:lnTo>
                    <a:pt x="134" y="1389"/>
                  </a:lnTo>
                  <a:lnTo>
                    <a:pt x="211" y="1045"/>
                  </a:lnTo>
                  <a:lnTo>
                    <a:pt x="189" y="1033"/>
                  </a:lnTo>
                  <a:cubicBezTo>
                    <a:pt x="122" y="711"/>
                    <a:pt x="156" y="356"/>
                    <a:pt x="278" y="45"/>
                  </a:cubicBezTo>
                  <a:lnTo>
                    <a:pt x="167" y="0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0"/>
            <p:cNvSpPr/>
            <p:nvPr/>
          </p:nvSpPr>
          <p:spPr>
            <a:xfrm>
              <a:off x="5554850" y="4185925"/>
              <a:ext cx="8100" cy="26400"/>
            </a:xfrm>
            <a:custGeom>
              <a:avLst/>
              <a:gdLst/>
              <a:ahLst/>
              <a:cxnLst/>
              <a:rect l="l" t="t" r="r" b="b"/>
              <a:pathLst>
                <a:path w="324" h="1056" extrusionOk="0">
                  <a:moveTo>
                    <a:pt x="79" y="1"/>
                  </a:moveTo>
                  <a:lnTo>
                    <a:pt x="79" y="1"/>
                  </a:lnTo>
                  <a:cubicBezTo>
                    <a:pt x="0" y="345"/>
                    <a:pt x="45" y="734"/>
                    <a:pt x="223" y="1055"/>
                  </a:cubicBezTo>
                  <a:lnTo>
                    <a:pt x="323" y="1000"/>
                  </a:lnTo>
                  <a:cubicBezTo>
                    <a:pt x="168" y="700"/>
                    <a:pt x="123" y="345"/>
                    <a:pt x="200" y="23"/>
                  </a:cubicBezTo>
                  <a:lnTo>
                    <a:pt x="79" y="1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0"/>
            <p:cNvSpPr/>
            <p:nvPr/>
          </p:nvSpPr>
          <p:spPr>
            <a:xfrm>
              <a:off x="5418775" y="4093175"/>
              <a:ext cx="6975" cy="18050"/>
            </a:xfrm>
            <a:custGeom>
              <a:avLst/>
              <a:gdLst/>
              <a:ahLst/>
              <a:cxnLst/>
              <a:rect l="l" t="t" r="r" b="b"/>
              <a:pathLst>
                <a:path w="279" h="722" extrusionOk="0">
                  <a:moveTo>
                    <a:pt x="101" y="0"/>
                  </a:moveTo>
                  <a:lnTo>
                    <a:pt x="101" y="0"/>
                  </a:lnTo>
                  <a:cubicBezTo>
                    <a:pt x="0" y="233"/>
                    <a:pt x="34" y="522"/>
                    <a:pt x="189" y="722"/>
                  </a:cubicBezTo>
                  <a:lnTo>
                    <a:pt x="278" y="655"/>
                  </a:lnTo>
                  <a:cubicBezTo>
                    <a:pt x="145" y="489"/>
                    <a:pt x="123" y="245"/>
                    <a:pt x="212" y="45"/>
                  </a:cubicBezTo>
                  <a:lnTo>
                    <a:pt x="101" y="0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0"/>
            <p:cNvSpPr/>
            <p:nvPr/>
          </p:nvSpPr>
          <p:spPr>
            <a:xfrm>
              <a:off x="5423500" y="4122325"/>
              <a:ext cx="6125" cy="8900"/>
            </a:xfrm>
            <a:custGeom>
              <a:avLst/>
              <a:gdLst/>
              <a:ahLst/>
              <a:cxnLst/>
              <a:rect l="l" t="t" r="r" b="b"/>
              <a:pathLst>
                <a:path w="245" h="356" extrusionOk="0">
                  <a:moveTo>
                    <a:pt x="112" y="0"/>
                  </a:moveTo>
                  <a:lnTo>
                    <a:pt x="0" y="45"/>
                  </a:lnTo>
                  <a:lnTo>
                    <a:pt x="134" y="356"/>
                  </a:lnTo>
                  <a:lnTo>
                    <a:pt x="245" y="311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0"/>
            <p:cNvSpPr/>
            <p:nvPr/>
          </p:nvSpPr>
          <p:spPr>
            <a:xfrm>
              <a:off x="5431825" y="4114550"/>
              <a:ext cx="5025" cy="5850"/>
            </a:xfrm>
            <a:custGeom>
              <a:avLst/>
              <a:gdLst/>
              <a:ahLst/>
              <a:cxnLst/>
              <a:rect l="l" t="t" r="r" b="b"/>
              <a:pathLst>
                <a:path w="201" h="234" extrusionOk="0">
                  <a:moveTo>
                    <a:pt x="100" y="0"/>
                  </a:moveTo>
                  <a:lnTo>
                    <a:pt x="1" y="56"/>
                  </a:lnTo>
                  <a:lnTo>
                    <a:pt x="100" y="234"/>
                  </a:lnTo>
                  <a:lnTo>
                    <a:pt x="201" y="178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0"/>
            <p:cNvSpPr/>
            <p:nvPr/>
          </p:nvSpPr>
          <p:spPr>
            <a:xfrm>
              <a:off x="5668450" y="4201725"/>
              <a:ext cx="87775" cy="88225"/>
            </a:xfrm>
            <a:custGeom>
              <a:avLst/>
              <a:gdLst/>
              <a:ahLst/>
              <a:cxnLst/>
              <a:rect l="l" t="t" r="r" b="b"/>
              <a:pathLst>
                <a:path w="3511" h="3529" extrusionOk="0">
                  <a:moveTo>
                    <a:pt x="1986" y="0"/>
                  </a:moveTo>
                  <a:cubicBezTo>
                    <a:pt x="1761" y="0"/>
                    <a:pt x="1514" y="61"/>
                    <a:pt x="1211" y="112"/>
                  </a:cubicBezTo>
                  <a:cubicBezTo>
                    <a:pt x="1134" y="124"/>
                    <a:pt x="1045" y="135"/>
                    <a:pt x="978" y="191"/>
                  </a:cubicBezTo>
                  <a:cubicBezTo>
                    <a:pt x="900" y="235"/>
                    <a:pt x="855" y="324"/>
                    <a:pt x="889" y="401"/>
                  </a:cubicBezTo>
                  <a:cubicBezTo>
                    <a:pt x="944" y="579"/>
                    <a:pt x="1289" y="535"/>
                    <a:pt x="1311" y="724"/>
                  </a:cubicBezTo>
                  <a:cubicBezTo>
                    <a:pt x="978" y="857"/>
                    <a:pt x="645" y="990"/>
                    <a:pt x="311" y="1134"/>
                  </a:cubicBezTo>
                  <a:cubicBezTo>
                    <a:pt x="178" y="1190"/>
                    <a:pt x="33" y="1268"/>
                    <a:pt x="11" y="1401"/>
                  </a:cubicBezTo>
                  <a:cubicBezTo>
                    <a:pt x="0" y="1534"/>
                    <a:pt x="122" y="1657"/>
                    <a:pt x="255" y="1679"/>
                  </a:cubicBezTo>
                  <a:cubicBezTo>
                    <a:pt x="280" y="1683"/>
                    <a:pt x="304" y="1685"/>
                    <a:pt x="329" y="1685"/>
                  </a:cubicBezTo>
                  <a:cubicBezTo>
                    <a:pt x="437" y="1685"/>
                    <a:pt x="545" y="1649"/>
                    <a:pt x="645" y="1613"/>
                  </a:cubicBezTo>
                  <a:cubicBezTo>
                    <a:pt x="956" y="1512"/>
                    <a:pt x="1267" y="1413"/>
                    <a:pt x="1566" y="1312"/>
                  </a:cubicBezTo>
                  <a:lnTo>
                    <a:pt x="1566" y="1312"/>
                  </a:lnTo>
                  <a:cubicBezTo>
                    <a:pt x="1611" y="1346"/>
                    <a:pt x="1578" y="1401"/>
                    <a:pt x="1533" y="1435"/>
                  </a:cubicBezTo>
                  <a:cubicBezTo>
                    <a:pt x="1189" y="1668"/>
                    <a:pt x="689" y="1690"/>
                    <a:pt x="445" y="2023"/>
                  </a:cubicBezTo>
                  <a:cubicBezTo>
                    <a:pt x="389" y="2112"/>
                    <a:pt x="344" y="2223"/>
                    <a:pt x="389" y="2312"/>
                  </a:cubicBezTo>
                  <a:cubicBezTo>
                    <a:pt x="431" y="2396"/>
                    <a:pt x="519" y="2425"/>
                    <a:pt x="615" y="2425"/>
                  </a:cubicBezTo>
                  <a:cubicBezTo>
                    <a:pt x="696" y="2425"/>
                    <a:pt x="784" y="2404"/>
                    <a:pt x="855" y="2379"/>
                  </a:cubicBezTo>
                  <a:cubicBezTo>
                    <a:pt x="1200" y="2257"/>
                    <a:pt x="1533" y="2124"/>
                    <a:pt x="1867" y="1979"/>
                  </a:cubicBezTo>
                  <a:lnTo>
                    <a:pt x="1867" y="1979"/>
                  </a:lnTo>
                  <a:cubicBezTo>
                    <a:pt x="1833" y="2168"/>
                    <a:pt x="1667" y="2301"/>
                    <a:pt x="1500" y="2379"/>
                  </a:cubicBezTo>
                  <a:cubicBezTo>
                    <a:pt x="1333" y="2457"/>
                    <a:pt x="1156" y="2512"/>
                    <a:pt x="1011" y="2645"/>
                  </a:cubicBezTo>
                  <a:cubicBezTo>
                    <a:pt x="911" y="2734"/>
                    <a:pt x="845" y="2912"/>
                    <a:pt x="956" y="3012"/>
                  </a:cubicBezTo>
                  <a:cubicBezTo>
                    <a:pt x="1003" y="3059"/>
                    <a:pt x="1066" y="3073"/>
                    <a:pt x="1131" y="3073"/>
                  </a:cubicBezTo>
                  <a:cubicBezTo>
                    <a:pt x="1158" y="3073"/>
                    <a:pt x="1185" y="3071"/>
                    <a:pt x="1211" y="3067"/>
                  </a:cubicBezTo>
                  <a:cubicBezTo>
                    <a:pt x="1589" y="3023"/>
                    <a:pt x="1956" y="2890"/>
                    <a:pt x="2277" y="2690"/>
                  </a:cubicBezTo>
                  <a:lnTo>
                    <a:pt x="2277" y="2690"/>
                  </a:lnTo>
                  <a:cubicBezTo>
                    <a:pt x="2244" y="2968"/>
                    <a:pt x="1900" y="3045"/>
                    <a:pt x="1689" y="3212"/>
                  </a:cubicBezTo>
                  <a:cubicBezTo>
                    <a:pt x="1645" y="3257"/>
                    <a:pt x="1600" y="3301"/>
                    <a:pt x="1600" y="3368"/>
                  </a:cubicBezTo>
                  <a:cubicBezTo>
                    <a:pt x="1600" y="3479"/>
                    <a:pt x="1725" y="3529"/>
                    <a:pt x="1844" y="3529"/>
                  </a:cubicBezTo>
                  <a:cubicBezTo>
                    <a:pt x="1867" y="3529"/>
                    <a:pt x="1890" y="3527"/>
                    <a:pt x="1911" y="3523"/>
                  </a:cubicBezTo>
                  <a:cubicBezTo>
                    <a:pt x="2467" y="3457"/>
                    <a:pt x="3255" y="3090"/>
                    <a:pt x="3444" y="2512"/>
                  </a:cubicBezTo>
                  <a:cubicBezTo>
                    <a:pt x="3511" y="2301"/>
                    <a:pt x="3511" y="2068"/>
                    <a:pt x="3477" y="1835"/>
                  </a:cubicBezTo>
                  <a:cubicBezTo>
                    <a:pt x="3400" y="1279"/>
                    <a:pt x="3133" y="757"/>
                    <a:pt x="2744" y="357"/>
                  </a:cubicBezTo>
                  <a:cubicBezTo>
                    <a:pt x="2481" y="82"/>
                    <a:pt x="2248" y="0"/>
                    <a:pt x="1986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>
          <a:extLst>
            <a:ext uri="{FF2B5EF4-FFF2-40B4-BE49-F238E27FC236}">
              <a16:creationId xmlns:a16="http://schemas.microsoft.com/office/drawing/2014/main" id="{0B59D4B9-4E96-C30A-8C8D-2DDE88BFB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2">
            <a:extLst>
              <a:ext uri="{FF2B5EF4-FFF2-40B4-BE49-F238E27FC236}">
                <a16:creationId xmlns:a16="http://schemas.microsoft.com/office/drawing/2014/main" id="{B8EE2EA2-0289-17C6-E04C-DF9295DF3957}"/>
              </a:ext>
            </a:extLst>
          </p:cNvPr>
          <p:cNvSpPr/>
          <p:nvPr/>
        </p:nvSpPr>
        <p:spPr>
          <a:xfrm>
            <a:off x="1513763" y="404875"/>
            <a:ext cx="6116475" cy="843325"/>
          </a:xfrm>
          <a:custGeom>
            <a:avLst/>
            <a:gdLst/>
            <a:ahLst/>
            <a:cxnLst/>
            <a:rect l="l" t="t" r="r" b="b"/>
            <a:pathLst>
              <a:path w="244659" h="33733" extrusionOk="0">
                <a:moveTo>
                  <a:pt x="3896" y="4933"/>
                </a:moveTo>
                <a:lnTo>
                  <a:pt x="9611" y="0"/>
                </a:lnTo>
                <a:lnTo>
                  <a:pt x="97335" y="648"/>
                </a:lnTo>
                <a:lnTo>
                  <a:pt x="175247" y="1214"/>
                </a:lnTo>
                <a:lnTo>
                  <a:pt x="239843" y="931"/>
                </a:lnTo>
                <a:lnTo>
                  <a:pt x="244376" y="6881"/>
                </a:lnTo>
                <a:lnTo>
                  <a:pt x="244659" y="21330"/>
                </a:lnTo>
                <a:lnTo>
                  <a:pt x="240693" y="28979"/>
                </a:lnTo>
                <a:lnTo>
                  <a:pt x="235027" y="32946"/>
                </a:lnTo>
                <a:lnTo>
                  <a:pt x="164481" y="32946"/>
                </a:lnTo>
                <a:lnTo>
                  <a:pt x="91102" y="32662"/>
                </a:lnTo>
                <a:lnTo>
                  <a:pt x="11169" y="33733"/>
                </a:lnTo>
                <a:lnTo>
                  <a:pt x="2858" y="28482"/>
                </a:lnTo>
                <a:lnTo>
                  <a:pt x="0" y="13844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5400000" algn="bl" rotWithShape="0">
              <a:srgbClr val="9A80C1">
                <a:alpha val="8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15" name="Google Shape;615;p32">
            <a:extLst>
              <a:ext uri="{FF2B5EF4-FFF2-40B4-BE49-F238E27FC236}">
                <a16:creationId xmlns:a16="http://schemas.microsoft.com/office/drawing/2014/main" id="{89411911-FD07-F043-C615-0ACAA48FB22C}"/>
              </a:ext>
            </a:extLst>
          </p:cNvPr>
          <p:cNvSpPr/>
          <p:nvPr/>
        </p:nvSpPr>
        <p:spPr>
          <a:xfrm>
            <a:off x="748363" y="1695738"/>
            <a:ext cx="1307075" cy="1179550"/>
          </a:xfrm>
          <a:custGeom>
            <a:avLst/>
            <a:gdLst/>
            <a:ahLst/>
            <a:cxnLst/>
            <a:rect l="l" t="t" r="r" b="b"/>
            <a:pathLst>
              <a:path w="52283" h="47182" extrusionOk="0">
                <a:moveTo>
                  <a:pt x="2915" y="7287"/>
                </a:moveTo>
                <a:lnTo>
                  <a:pt x="8562" y="0"/>
                </a:lnTo>
                <a:lnTo>
                  <a:pt x="42446" y="911"/>
                </a:lnTo>
                <a:lnTo>
                  <a:pt x="50643" y="5829"/>
                </a:lnTo>
                <a:lnTo>
                  <a:pt x="52283" y="16942"/>
                </a:lnTo>
                <a:lnTo>
                  <a:pt x="49550" y="38620"/>
                </a:lnTo>
                <a:lnTo>
                  <a:pt x="44085" y="46635"/>
                </a:lnTo>
                <a:lnTo>
                  <a:pt x="9837" y="47182"/>
                </a:lnTo>
                <a:lnTo>
                  <a:pt x="2733" y="39713"/>
                </a:lnTo>
                <a:lnTo>
                  <a:pt x="0" y="19674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4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16" name="Google Shape;616;p32">
            <a:extLst>
              <a:ext uri="{FF2B5EF4-FFF2-40B4-BE49-F238E27FC236}">
                <a16:creationId xmlns:a16="http://schemas.microsoft.com/office/drawing/2014/main" id="{2EB72C48-1784-752E-3854-D25F50A0AC01}"/>
              </a:ext>
            </a:extLst>
          </p:cNvPr>
          <p:cNvSpPr/>
          <p:nvPr/>
        </p:nvSpPr>
        <p:spPr>
          <a:xfrm rot="10800000" flipH="1">
            <a:off x="4659013" y="1695738"/>
            <a:ext cx="1307075" cy="1179550"/>
          </a:xfrm>
          <a:custGeom>
            <a:avLst/>
            <a:gdLst/>
            <a:ahLst/>
            <a:cxnLst/>
            <a:rect l="l" t="t" r="r" b="b"/>
            <a:pathLst>
              <a:path w="52283" h="47182" extrusionOk="0">
                <a:moveTo>
                  <a:pt x="2915" y="7287"/>
                </a:moveTo>
                <a:lnTo>
                  <a:pt x="8562" y="0"/>
                </a:lnTo>
                <a:lnTo>
                  <a:pt x="42446" y="911"/>
                </a:lnTo>
                <a:lnTo>
                  <a:pt x="50643" y="5829"/>
                </a:lnTo>
                <a:lnTo>
                  <a:pt x="52283" y="16942"/>
                </a:lnTo>
                <a:lnTo>
                  <a:pt x="49550" y="38620"/>
                </a:lnTo>
                <a:lnTo>
                  <a:pt x="44085" y="46635"/>
                </a:lnTo>
                <a:lnTo>
                  <a:pt x="9837" y="47182"/>
                </a:lnTo>
                <a:lnTo>
                  <a:pt x="2733" y="39713"/>
                </a:lnTo>
                <a:lnTo>
                  <a:pt x="0" y="19674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4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17" name="Google Shape;617;p32">
            <a:extLst>
              <a:ext uri="{FF2B5EF4-FFF2-40B4-BE49-F238E27FC236}">
                <a16:creationId xmlns:a16="http://schemas.microsoft.com/office/drawing/2014/main" id="{7C5E2756-7CE1-92E1-2948-3E69A2091534}"/>
              </a:ext>
            </a:extLst>
          </p:cNvPr>
          <p:cNvSpPr/>
          <p:nvPr/>
        </p:nvSpPr>
        <p:spPr>
          <a:xfrm flipH="1">
            <a:off x="748363" y="3177000"/>
            <a:ext cx="1307075" cy="1179550"/>
          </a:xfrm>
          <a:custGeom>
            <a:avLst/>
            <a:gdLst/>
            <a:ahLst/>
            <a:cxnLst/>
            <a:rect l="l" t="t" r="r" b="b"/>
            <a:pathLst>
              <a:path w="52283" h="47182" extrusionOk="0">
                <a:moveTo>
                  <a:pt x="2915" y="7287"/>
                </a:moveTo>
                <a:lnTo>
                  <a:pt x="8562" y="0"/>
                </a:lnTo>
                <a:lnTo>
                  <a:pt x="42446" y="911"/>
                </a:lnTo>
                <a:lnTo>
                  <a:pt x="50643" y="5829"/>
                </a:lnTo>
                <a:lnTo>
                  <a:pt x="52283" y="16942"/>
                </a:lnTo>
                <a:lnTo>
                  <a:pt x="49550" y="38620"/>
                </a:lnTo>
                <a:lnTo>
                  <a:pt x="44085" y="46635"/>
                </a:lnTo>
                <a:lnTo>
                  <a:pt x="9837" y="47182"/>
                </a:lnTo>
                <a:lnTo>
                  <a:pt x="2733" y="39713"/>
                </a:lnTo>
                <a:lnTo>
                  <a:pt x="0" y="19674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4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18" name="Google Shape;618;p32">
            <a:extLst>
              <a:ext uri="{FF2B5EF4-FFF2-40B4-BE49-F238E27FC236}">
                <a16:creationId xmlns:a16="http://schemas.microsoft.com/office/drawing/2014/main" id="{37C8BF54-F653-A65F-74F3-3F1CF37F999E}"/>
              </a:ext>
            </a:extLst>
          </p:cNvPr>
          <p:cNvSpPr/>
          <p:nvPr/>
        </p:nvSpPr>
        <p:spPr>
          <a:xfrm rot="10800000">
            <a:off x="4659013" y="3177000"/>
            <a:ext cx="1307075" cy="1179550"/>
          </a:xfrm>
          <a:custGeom>
            <a:avLst/>
            <a:gdLst/>
            <a:ahLst/>
            <a:cxnLst/>
            <a:rect l="l" t="t" r="r" b="b"/>
            <a:pathLst>
              <a:path w="52283" h="47182" extrusionOk="0">
                <a:moveTo>
                  <a:pt x="2915" y="7287"/>
                </a:moveTo>
                <a:lnTo>
                  <a:pt x="8562" y="0"/>
                </a:lnTo>
                <a:lnTo>
                  <a:pt x="42446" y="911"/>
                </a:lnTo>
                <a:lnTo>
                  <a:pt x="50643" y="5829"/>
                </a:lnTo>
                <a:lnTo>
                  <a:pt x="52283" y="16942"/>
                </a:lnTo>
                <a:lnTo>
                  <a:pt x="49550" y="38620"/>
                </a:lnTo>
                <a:lnTo>
                  <a:pt x="44085" y="46635"/>
                </a:lnTo>
                <a:lnTo>
                  <a:pt x="9837" y="47182"/>
                </a:lnTo>
                <a:lnTo>
                  <a:pt x="2733" y="39713"/>
                </a:lnTo>
                <a:lnTo>
                  <a:pt x="0" y="19674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4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19" name="Google Shape;619;p32">
            <a:extLst>
              <a:ext uri="{FF2B5EF4-FFF2-40B4-BE49-F238E27FC236}">
                <a16:creationId xmlns:a16="http://schemas.microsoft.com/office/drawing/2014/main" id="{31B6A015-BCC6-B45C-B3B6-4C98BE227E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620" name="Google Shape;620;p32">
            <a:extLst>
              <a:ext uri="{FF2B5EF4-FFF2-40B4-BE49-F238E27FC236}">
                <a16:creationId xmlns:a16="http://schemas.microsoft.com/office/drawing/2014/main" id="{E15D8310-48FF-A1FF-629C-3687C16F5F7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07350" y="2231650"/>
            <a:ext cx="236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What</a:t>
            </a:r>
            <a:r>
              <a:rPr lang="pl-PL" dirty="0"/>
              <a:t> I </a:t>
            </a:r>
            <a:r>
              <a:rPr lang="pl-PL" dirty="0" err="1"/>
              <a:t>decided</a:t>
            </a:r>
            <a:r>
              <a:rPr lang="pl-PL" dirty="0"/>
              <a:t> to </a:t>
            </a:r>
            <a:r>
              <a:rPr lang="pl-PL" dirty="0" err="1"/>
              <a:t>work</a:t>
            </a:r>
            <a:r>
              <a:rPr lang="pl-PL" dirty="0"/>
              <a:t> on?</a:t>
            </a:r>
            <a:endParaRPr dirty="0"/>
          </a:p>
        </p:txBody>
      </p:sp>
      <p:sp>
        <p:nvSpPr>
          <p:cNvPr id="621" name="Google Shape;621;p32">
            <a:extLst>
              <a:ext uri="{FF2B5EF4-FFF2-40B4-BE49-F238E27FC236}">
                <a16:creationId xmlns:a16="http://schemas.microsoft.com/office/drawing/2014/main" id="{B9813FD2-B24B-DB4D-3C7C-5FD24284105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20500" y="1880150"/>
            <a:ext cx="1162800" cy="7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22" name="Google Shape;622;p32">
            <a:extLst>
              <a:ext uri="{FF2B5EF4-FFF2-40B4-BE49-F238E27FC236}">
                <a16:creationId xmlns:a16="http://schemas.microsoft.com/office/drawing/2014/main" id="{9516F0C6-AD15-229A-5057-037264E04966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2107350" y="1809625"/>
            <a:ext cx="2364000" cy="4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Introduction</a:t>
            </a:r>
            <a:endParaRPr dirty="0"/>
          </a:p>
        </p:txBody>
      </p:sp>
      <p:sp>
        <p:nvSpPr>
          <p:cNvPr id="623" name="Google Shape;623;p32">
            <a:extLst>
              <a:ext uri="{FF2B5EF4-FFF2-40B4-BE49-F238E27FC236}">
                <a16:creationId xmlns:a16="http://schemas.microsoft.com/office/drawing/2014/main" id="{FBE937FD-0CF1-CB8C-6231-B4EAF34E7C4D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4731150" y="1880150"/>
            <a:ext cx="1162800" cy="7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24" name="Google Shape;624;p32">
            <a:extLst>
              <a:ext uri="{FF2B5EF4-FFF2-40B4-BE49-F238E27FC236}">
                <a16:creationId xmlns:a16="http://schemas.microsoft.com/office/drawing/2014/main" id="{A8657BBF-E7C4-ADF7-39D9-F4EA544D1730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6018000" y="2382249"/>
            <a:ext cx="2364000" cy="6413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What</a:t>
            </a:r>
            <a:r>
              <a:rPr lang="pl-PL" dirty="0"/>
              <a:t> </a:t>
            </a:r>
            <a:r>
              <a:rPr lang="pl-PL" dirty="0" err="1"/>
              <a:t>Topic</a:t>
            </a:r>
            <a:r>
              <a:rPr lang="pl-PL" dirty="0"/>
              <a:t> </a:t>
            </a:r>
            <a:r>
              <a:rPr lang="pl-PL" dirty="0" err="1"/>
              <a:t>Modelling</a:t>
            </a:r>
            <a:r>
              <a:rPr lang="pl-PL" dirty="0"/>
              <a:t> </a:t>
            </a:r>
            <a:r>
              <a:rPr lang="pl-PL" dirty="0" err="1"/>
              <a:t>Methods</a:t>
            </a:r>
            <a:r>
              <a:rPr lang="pl-PL" dirty="0"/>
              <a:t> </a:t>
            </a:r>
            <a:r>
              <a:rPr lang="pl-PL" dirty="0" err="1"/>
              <a:t>have</a:t>
            </a:r>
            <a:r>
              <a:rPr lang="pl-PL" dirty="0"/>
              <a:t> </a:t>
            </a:r>
            <a:r>
              <a:rPr lang="pl-PL" dirty="0" err="1"/>
              <a:t>been</a:t>
            </a:r>
            <a:r>
              <a:rPr lang="pl-PL" dirty="0"/>
              <a:t> </a:t>
            </a:r>
            <a:r>
              <a:rPr lang="pl-PL" dirty="0" err="1"/>
              <a:t>used</a:t>
            </a:r>
            <a:r>
              <a:rPr lang="pl-PL" dirty="0"/>
              <a:t>?</a:t>
            </a:r>
            <a:endParaRPr dirty="0"/>
          </a:p>
        </p:txBody>
      </p:sp>
      <p:sp>
        <p:nvSpPr>
          <p:cNvPr id="625" name="Google Shape;625;p32">
            <a:extLst>
              <a:ext uri="{FF2B5EF4-FFF2-40B4-BE49-F238E27FC236}">
                <a16:creationId xmlns:a16="http://schemas.microsoft.com/office/drawing/2014/main" id="{A013FB51-D8A0-C5C2-2E4B-6AF2E6FADB4D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018000" y="1809625"/>
            <a:ext cx="2364000" cy="4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Technicals</a:t>
            </a:r>
            <a:endParaRPr dirty="0"/>
          </a:p>
        </p:txBody>
      </p:sp>
      <p:sp>
        <p:nvSpPr>
          <p:cNvPr id="626" name="Google Shape;626;p32">
            <a:extLst>
              <a:ext uri="{FF2B5EF4-FFF2-40B4-BE49-F238E27FC236}">
                <a16:creationId xmlns:a16="http://schemas.microsoft.com/office/drawing/2014/main" id="{5BFD0760-07A5-6301-57EC-9B16694F697E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820500" y="3411425"/>
            <a:ext cx="1162800" cy="7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27" name="Google Shape;627;p32">
            <a:extLst>
              <a:ext uri="{FF2B5EF4-FFF2-40B4-BE49-F238E27FC236}">
                <a16:creationId xmlns:a16="http://schemas.microsoft.com/office/drawing/2014/main" id="{5FEC6ADF-4033-ABD5-82D8-47443BD215AC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2107350" y="3744850"/>
            <a:ext cx="236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What</a:t>
            </a:r>
            <a:r>
              <a:rPr lang="pl-PL" dirty="0"/>
              <a:t> I was </a:t>
            </a:r>
            <a:r>
              <a:rPr lang="pl-PL" dirty="0" err="1"/>
              <a:t>able</a:t>
            </a:r>
            <a:r>
              <a:rPr lang="pl-PL" dirty="0"/>
              <a:t> to </a:t>
            </a:r>
            <a:r>
              <a:rPr lang="pl-PL" dirty="0" err="1"/>
              <a:t>achieve</a:t>
            </a:r>
            <a:r>
              <a:rPr lang="pl-PL" dirty="0"/>
              <a:t>?</a:t>
            </a:r>
            <a:endParaRPr dirty="0"/>
          </a:p>
        </p:txBody>
      </p:sp>
      <p:sp>
        <p:nvSpPr>
          <p:cNvPr id="628" name="Google Shape;628;p32">
            <a:extLst>
              <a:ext uri="{FF2B5EF4-FFF2-40B4-BE49-F238E27FC236}">
                <a16:creationId xmlns:a16="http://schemas.microsoft.com/office/drawing/2014/main" id="{FBC4499B-517A-7144-EDFA-606A681F87B7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2107350" y="3322825"/>
            <a:ext cx="2364000" cy="4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Results</a:t>
            </a:r>
            <a:endParaRPr dirty="0"/>
          </a:p>
        </p:txBody>
      </p:sp>
      <p:sp>
        <p:nvSpPr>
          <p:cNvPr id="629" name="Google Shape;629;p32">
            <a:extLst>
              <a:ext uri="{FF2B5EF4-FFF2-40B4-BE49-F238E27FC236}">
                <a16:creationId xmlns:a16="http://schemas.microsoft.com/office/drawing/2014/main" id="{3F9F5D5B-3574-E856-C4D9-E4C695EEBB0C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4731150" y="3411425"/>
            <a:ext cx="1162800" cy="7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630" name="Google Shape;630;p32">
            <a:extLst>
              <a:ext uri="{FF2B5EF4-FFF2-40B4-BE49-F238E27FC236}">
                <a16:creationId xmlns:a16="http://schemas.microsoft.com/office/drawing/2014/main" id="{9157DCBD-852F-4160-6B84-16545F4FCC16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6018000" y="3744850"/>
            <a:ext cx="236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What</a:t>
            </a:r>
            <a:r>
              <a:rPr lang="pl-PL" dirty="0"/>
              <a:t> </a:t>
            </a:r>
            <a:r>
              <a:rPr lang="pl-PL" dirty="0" err="1"/>
              <a:t>can</a:t>
            </a:r>
            <a:r>
              <a:rPr lang="pl-PL" dirty="0"/>
              <a:t> we </a:t>
            </a:r>
            <a:r>
              <a:rPr lang="pl-PL" dirty="0" err="1"/>
              <a:t>get</a:t>
            </a:r>
            <a:r>
              <a:rPr lang="pl-PL" dirty="0"/>
              <a:t> from </a:t>
            </a:r>
            <a:r>
              <a:rPr lang="pl-PL" dirty="0" err="1"/>
              <a:t>such</a:t>
            </a:r>
            <a:r>
              <a:rPr lang="pl-PL" dirty="0"/>
              <a:t> </a:t>
            </a:r>
            <a:r>
              <a:rPr lang="pl-PL" dirty="0" err="1"/>
              <a:t>analysis</a:t>
            </a:r>
            <a:r>
              <a:rPr lang="pl-PL" dirty="0"/>
              <a:t>?</a:t>
            </a:r>
            <a:endParaRPr dirty="0"/>
          </a:p>
        </p:txBody>
      </p:sp>
      <p:sp>
        <p:nvSpPr>
          <p:cNvPr id="631" name="Google Shape;631;p32">
            <a:extLst>
              <a:ext uri="{FF2B5EF4-FFF2-40B4-BE49-F238E27FC236}">
                <a16:creationId xmlns:a16="http://schemas.microsoft.com/office/drawing/2014/main" id="{734F73F8-938C-CDBA-F841-63D80CF638CA}"/>
              </a:ext>
            </a:extLst>
          </p:cNvPr>
          <p:cNvSpPr txBox="1">
            <a:spLocks noGrp="1"/>
          </p:cNvSpPr>
          <p:nvPr>
            <p:ph type="subTitle" idx="15"/>
          </p:nvPr>
        </p:nvSpPr>
        <p:spPr>
          <a:xfrm>
            <a:off x="6018000" y="3322825"/>
            <a:ext cx="2364000" cy="42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Conclusions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9789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>
          <a:extLst>
            <a:ext uri="{FF2B5EF4-FFF2-40B4-BE49-F238E27FC236}">
              <a16:creationId xmlns:a16="http://schemas.microsoft.com/office/drawing/2014/main" id="{82BCB595-B296-3A91-CA16-69CE6D1DE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5">
            <a:extLst>
              <a:ext uri="{FF2B5EF4-FFF2-40B4-BE49-F238E27FC236}">
                <a16:creationId xmlns:a16="http://schemas.microsoft.com/office/drawing/2014/main" id="{2271A053-69C7-7EC2-7AC1-8ABE27462008}"/>
              </a:ext>
            </a:extLst>
          </p:cNvPr>
          <p:cNvSpPr/>
          <p:nvPr/>
        </p:nvSpPr>
        <p:spPr>
          <a:xfrm flipH="1">
            <a:off x="1577977" y="2561150"/>
            <a:ext cx="2623758" cy="841737"/>
          </a:xfrm>
          <a:custGeom>
            <a:avLst/>
            <a:gdLst/>
            <a:ahLst/>
            <a:cxnLst/>
            <a:rect l="l" t="t" r="r" b="b"/>
            <a:pathLst>
              <a:path w="241821" h="61195" extrusionOk="0">
                <a:moveTo>
                  <a:pt x="237970" y="8681"/>
                </a:moveTo>
                <a:lnTo>
                  <a:pt x="229202" y="0"/>
                </a:lnTo>
                <a:lnTo>
                  <a:pt x="145615" y="868"/>
                </a:lnTo>
                <a:lnTo>
                  <a:pt x="68607" y="1900"/>
                </a:lnTo>
                <a:lnTo>
                  <a:pt x="7083" y="2550"/>
                </a:lnTo>
                <a:lnTo>
                  <a:pt x="280" y="12233"/>
                </a:lnTo>
                <a:lnTo>
                  <a:pt x="0" y="38579"/>
                </a:lnTo>
                <a:lnTo>
                  <a:pt x="3920" y="52526"/>
                </a:lnTo>
                <a:lnTo>
                  <a:pt x="13883" y="59779"/>
                </a:lnTo>
                <a:lnTo>
                  <a:pt x="79248" y="59760"/>
                </a:lnTo>
                <a:lnTo>
                  <a:pt x="151776" y="59242"/>
                </a:lnTo>
                <a:lnTo>
                  <a:pt x="230782" y="61195"/>
                </a:lnTo>
                <a:lnTo>
                  <a:pt x="238996" y="51620"/>
                </a:lnTo>
                <a:lnTo>
                  <a:pt x="241821" y="24929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5400000" algn="bl" rotWithShape="0">
              <a:srgbClr val="9A80C1">
                <a:alpha val="8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714" name="Google Shape;714;p35">
            <a:extLst>
              <a:ext uri="{FF2B5EF4-FFF2-40B4-BE49-F238E27FC236}">
                <a16:creationId xmlns:a16="http://schemas.microsoft.com/office/drawing/2014/main" id="{7E9FB5E6-A4DC-637F-4CD0-99F1C3EC21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13450" y="2720150"/>
            <a:ext cx="2955000" cy="46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Introduction</a:t>
            </a:r>
            <a:endParaRPr dirty="0"/>
          </a:p>
        </p:txBody>
      </p:sp>
      <p:sp>
        <p:nvSpPr>
          <p:cNvPr id="715" name="Google Shape;715;p35">
            <a:extLst>
              <a:ext uri="{FF2B5EF4-FFF2-40B4-BE49-F238E27FC236}">
                <a16:creationId xmlns:a16="http://schemas.microsoft.com/office/drawing/2014/main" id="{48857DEC-AC77-BA8B-A6EC-CE3EE9A2D13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413461" y="540000"/>
            <a:ext cx="2955000" cy="19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16" name="Google Shape;716;p35">
            <a:extLst>
              <a:ext uri="{FF2B5EF4-FFF2-40B4-BE49-F238E27FC236}">
                <a16:creationId xmlns:a16="http://schemas.microsoft.com/office/drawing/2014/main" id="{B24C3600-9937-1E1E-9380-C17BE1E9825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44325" y="3726475"/>
            <a:ext cx="2691300" cy="46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Can you really find ‘bigfoot’?</a:t>
            </a:r>
            <a:endParaRPr dirty="0"/>
          </a:p>
        </p:txBody>
      </p:sp>
      <p:grpSp>
        <p:nvGrpSpPr>
          <p:cNvPr id="717" name="Google Shape;717;p35">
            <a:extLst>
              <a:ext uri="{FF2B5EF4-FFF2-40B4-BE49-F238E27FC236}">
                <a16:creationId xmlns:a16="http://schemas.microsoft.com/office/drawing/2014/main" id="{A26A13E7-BDC0-FFB5-8970-B83186FBE2C4}"/>
              </a:ext>
            </a:extLst>
          </p:cNvPr>
          <p:cNvGrpSpPr/>
          <p:nvPr/>
        </p:nvGrpSpPr>
        <p:grpSpPr>
          <a:xfrm flipH="1">
            <a:off x="4650766" y="1851100"/>
            <a:ext cx="2824598" cy="3090010"/>
            <a:chOff x="5072800" y="1574175"/>
            <a:chExt cx="1165600" cy="1275125"/>
          </a:xfrm>
        </p:grpSpPr>
        <p:sp>
          <p:nvSpPr>
            <p:cNvPr id="718" name="Google Shape;718;p35">
              <a:extLst>
                <a:ext uri="{FF2B5EF4-FFF2-40B4-BE49-F238E27FC236}">
                  <a16:creationId xmlns:a16="http://schemas.microsoft.com/office/drawing/2014/main" id="{4A9904B1-454F-C952-778B-7D5AD17DE573}"/>
                </a:ext>
              </a:extLst>
            </p:cNvPr>
            <p:cNvSpPr/>
            <p:nvPr/>
          </p:nvSpPr>
          <p:spPr>
            <a:xfrm>
              <a:off x="5087825" y="2414425"/>
              <a:ext cx="468850" cy="392825"/>
            </a:xfrm>
            <a:custGeom>
              <a:avLst/>
              <a:gdLst/>
              <a:ahLst/>
              <a:cxnLst/>
              <a:rect l="l" t="t" r="r" b="b"/>
              <a:pathLst>
                <a:path w="18754" h="15713" extrusionOk="0">
                  <a:moveTo>
                    <a:pt x="10978" y="0"/>
                  </a:moveTo>
                  <a:cubicBezTo>
                    <a:pt x="10219" y="0"/>
                    <a:pt x="9370" y="59"/>
                    <a:pt x="8420" y="187"/>
                  </a:cubicBezTo>
                  <a:cubicBezTo>
                    <a:pt x="5203" y="615"/>
                    <a:pt x="3102" y="3117"/>
                    <a:pt x="2144" y="5390"/>
                  </a:cubicBezTo>
                  <a:cubicBezTo>
                    <a:pt x="1187" y="7663"/>
                    <a:pt x="0" y="11551"/>
                    <a:pt x="2144" y="13695"/>
                  </a:cubicBezTo>
                  <a:cubicBezTo>
                    <a:pt x="3230" y="14795"/>
                    <a:pt x="5460" y="15309"/>
                    <a:pt x="7690" y="15538"/>
                  </a:cubicBezTo>
                  <a:cubicBezTo>
                    <a:pt x="8947" y="15671"/>
                    <a:pt x="10208" y="15712"/>
                    <a:pt x="11265" y="15712"/>
                  </a:cubicBezTo>
                  <a:cubicBezTo>
                    <a:pt x="12024" y="15712"/>
                    <a:pt x="12678" y="15691"/>
                    <a:pt x="13150" y="15667"/>
                  </a:cubicBezTo>
                  <a:cubicBezTo>
                    <a:pt x="13765" y="15638"/>
                    <a:pt x="14351" y="15581"/>
                    <a:pt x="14894" y="15496"/>
                  </a:cubicBezTo>
                  <a:cubicBezTo>
                    <a:pt x="16323" y="15252"/>
                    <a:pt x="17396" y="14795"/>
                    <a:pt x="17739" y="14009"/>
                  </a:cubicBezTo>
                  <a:cubicBezTo>
                    <a:pt x="18225" y="12923"/>
                    <a:pt x="18753" y="6790"/>
                    <a:pt x="17739" y="4303"/>
                  </a:cubicBezTo>
                  <a:cubicBezTo>
                    <a:pt x="16880" y="2157"/>
                    <a:pt x="15569" y="0"/>
                    <a:pt x="10978" y="0"/>
                  </a:cubicBezTo>
                  <a:close/>
                </a:path>
              </a:pathLst>
            </a:custGeom>
            <a:solidFill>
              <a:srgbClr val="2A56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5">
              <a:extLst>
                <a:ext uri="{FF2B5EF4-FFF2-40B4-BE49-F238E27FC236}">
                  <a16:creationId xmlns:a16="http://schemas.microsoft.com/office/drawing/2014/main" id="{B2693D7B-92B0-B78C-1728-19E92E571BE2}"/>
                </a:ext>
              </a:extLst>
            </p:cNvPr>
            <p:cNvSpPr/>
            <p:nvPr/>
          </p:nvSpPr>
          <p:spPr>
            <a:xfrm>
              <a:off x="5087825" y="2414425"/>
              <a:ext cx="468850" cy="388450"/>
            </a:xfrm>
            <a:custGeom>
              <a:avLst/>
              <a:gdLst/>
              <a:ahLst/>
              <a:cxnLst/>
              <a:rect l="l" t="t" r="r" b="b"/>
              <a:pathLst>
                <a:path w="18754" h="15538" extrusionOk="0">
                  <a:moveTo>
                    <a:pt x="10978" y="0"/>
                  </a:moveTo>
                  <a:cubicBezTo>
                    <a:pt x="10219" y="0"/>
                    <a:pt x="9370" y="59"/>
                    <a:pt x="8420" y="187"/>
                  </a:cubicBezTo>
                  <a:cubicBezTo>
                    <a:pt x="5203" y="615"/>
                    <a:pt x="3102" y="3117"/>
                    <a:pt x="2144" y="5390"/>
                  </a:cubicBezTo>
                  <a:cubicBezTo>
                    <a:pt x="1187" y="7663"/>
                    <a:pt x="0" y="11551"/>
                    <a:pt x="2144" y="13695"/>
                  </a:cubicBezTo>
                  <a:cubicBezTo>
                    <a:pt x="3230" y="14795"/>
                    <a:pt x="5460" y="15309"/>
                    <a:pt x="7690" y="15538"/>
                  </a:cubicBezTo>
                  <a:cubicBezTo>
                    <a:pt x="6104" y="12565"/>
                    <a:pt x="5546" y="9063"/>
                    <a:pt x="6146" y="5747"/>
                  </a:cubicBezTo>
                  <a:cubicBezTo>
                    <a:pt x="6361" y="4589"/>
                    <a:pt x="6790" y="3346"/>
                    <a:pt x="7833" y="2803"/>
                  </a:cubicBezTo>
                  <a:cubicBezTo>
                    <a:pt x="8448" y="2489"/>
                    <a:pt x="9177" y="2474"/>
                    <a:pt x="9877" y="2474"/>
                  </a:cubicBezTo>
                  <a:cubicBezTo>
                    <a:pt x="10949" y="2474"/>
                    <a:pt x="12035" y="2460"/>
                    <a:pt x="13122" y="2460"/>
                  </a:cubicBezTo>
                  <a:cubicBezTo>
                    <a:pt x="13479" y="2460"/>
                    <a:pt x="13865" y="2460"/>
                    <a:pt x="14165" y="2631"/>
                  </a:cubicBezTo>
                  <a:cubicBezTo>
                    <a:pt x="14637" y="2902"/>
                    <a:pt x="14823" y="3446"/>
                    <a:pt x="14937" y="3960"/>
                  </a:cubicBezTo>
                  <a:cubicBezTo>
                    <a:pt x="15623" y="7105"/>
                    <a:pt x="14379" y="11751"/>
                    <a:pt x="14894" y="15496"/>
                  </a:cubicBezTo>
                  <a:cubicBezTo>
                    <a:pt x="16323" y="15252"/>
                    <a:pt x="17396" y="14795"/>
                    <a:pt x="17739" y="14009"/>
                  </a:cubicBezTo>
                  <a:cubicBezTo>
                    <a:pt x="18225" y="12923"/>
                    <a:pt x="18753" y="6790"/>
                    <a:pt x="17739" y="4303"/>
                  </a:cubicBezTo>
                  <a:cubicBezTo>
                    <a:pt x="16880" y="2157"/>
                    <a:pt x="15569" y="0"/>
                    <a:pt x="10978" y="0"/>
                  </a:cubicBez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5">
              <a:extLst>
                <a:ext uri="{FF2B5EF4-FFF2-40B4-BE49-F238E27FC236}">
                  <a16:creationId xmlns:a16="http://schemas.microsoft.com/office/drawing/2014/main" id="{C611539F-92E3-7AA2-4844-05E14677CD9A}"/>
                </a:ext>
              </a:extLst>
            </p:cNvPr>
            <p:cNvSpPr/>
            <p:nvPr/>
          </p:nvSpPr>
          <p:spPr>
            <a:xfrm>
              <a:off x="5722825" y="2132950"/>
              <a:ext cx="120425" cy="105100"/>
            </a:xfrm>
            <a:custGeom>
              <a:avLst/>
              <a:gdLst/>
              <a:ahLst/>
              <a:cxnLst/>
              <a:rect l="l" t="t" r="r" b="b"/>
              <a:pathLst>
                <a:path w="4817" h="4204" extrusionOk="0">
                  <a:moveTo>
                    <a:pt x="3102" y="0"/>
                  </a:moveTo>
                  <a:cubicBezTo>
                    <a:pt x="2875" y="0"/>
                    <a:pt x="2659" y="106"/>
                    <a:pt x="2316" y="254"/>
                  </a:cubicBezTo>
                  <a:cubicBezTo>
                    <a:pt x="1687" y="540"/>
                    <a:pt x="658" y="1055"/>
                    <a:pt x="658" y="1055"/>
                  </a:cubicBezTo>
                  <a:cubicBezTo>
                    <a:pt x="0" y="2384"/>
                    <a:pt x="315" y="4070"/>
                    <a:pt x="315" y="4070"/>
                  </a:cubicBezTo>
                  <a:cubicBezTo>
                    <a:pt x="915" y="4171"/>
                    <a:pt x="1450" y="4204"/>
                    <a:pt x="1897" y="4204"/>
                  </a:cubicBezTo>
                  <a:cubicBezTo>
                    <a:pt x="2790" y="4204"/>
                    <a:pt x="3330" y="4070"/>
                    <a:pt x="3330" y="4070"/>
                  </a:cubicBezTo>
                  <a:lnTo>
                    <a:pt x="3116" y="1026"/>
                  </a:lnTo>
                  <a:lnTo>
                    <a:pt x="3116" y="1026"/>
                  </a:lnTo>
                  <a:cubicBezTo>
                    <a:pt x="3116" y="1026"/>
                    <a:pt x="3578" y="1497"/>
                    <a:pt x="3996" y="1497"/>
                  </a:cubicBezTo>
                  <a:cubicBezTo>
                    <a:pt x="4132" y="1497"/>
                    <a:pt x="4264" y="1446"/>
                    <a:pt x="4374" y="1312"/>
                  </a:cubicBezTo>
                  <a:cubicBezTo>
                    <a:pt x="4816" y="754"/>
                    <a:pt x="4402" y="655"/>
                    <a:pt x="3774" y="254"/>
                  </a:cubicBezTo>
                  <a:cubicBezTo>
                    <a:pt x="3488" y="73"/>
                    <a:pt x="3291" y="0"/>
                    <a:pt x="3102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5">
              <a:extLst>
                <a:ext uri="{FF2B5EF4-FFF2-40B4-BE49-F238E27FC236}">
                  <a16:creationId xmlns:a16="http://schemas.microsoft.com/office/drawing/2014/main" id="{CBCF363C-A9CF-7E39-BD22-39625B232C98}"/>
                </a:ext>
              </a:extLst>
            </p:cNvPr>
            <p:cNvSpPr/>
            <p:nvPr/>
          </p:nvSpPr>
          <p:spPr>
            <a:xfrm>
              <a:off x="5787125" y="2149650"/>
              <a:ext cx="38250" cy="82200"/>
            </a:xfrm>
            <a:custGeom>
              <a:avLst/>
              <a:gdLst/>
              <a:ahLst/>
              <a:cxnLst/>
              <a:rect l="l" t="t" r="r" b="b"/>
              <a:pathLst>
                <a:path w="1530" h="3288" extrusionOk="0">
                  <a:moveTo>
                    <a:pt x="773" y="0"/>
                  </a:moveTo>
                  <a:cubicBezTo>
                    <a:pt x="344" y="0"/>
                    <a:pt x="1" y="744"/>
                    <a:pt x="1" y="1645"/>
                  </a:cubicBezTo>
                  <a:cubicBezTo>
                    <a:pt x="1" y="2560"/>
                    <a:pt x="344" y="3288"/>
                    <a:pt x="773" y="3288"/>
                  </a:cubicBezTo>
                  <a:cubicBezTo>
                    <a:pt x="1187" y="3288"/>
                    <a:pt x="1530" y="2560"/>
                    <a:pt x="1530" y="1645"/>
                  </a:cubicBezTo>
                  <a:cubicBezTo>
                    <a:pt x="1530" y="744"/>
                    <a:pt x="1187" y="0"/>
                    <a:pt x="773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5">
              <a:extLst>
                <a:ext uri="{FF2B5EF4-FFF2-40B4-BE49-F238E27FC236}">
                  <a16:creationId xmlns:a16="http://schemas.microsoft.com/office/drawing/2014/main" id="{5FD5CF8D-3DC7-B6E0-7FD5-18DF2E93E984}"/>
                </a:ext>
              </a:extLst>
            </p:cNvPr>
            <p:cNvSpPr/>
            <p:nvPr/>
          </p:nvSpPr>
          <p:spPr>
            <a:xfrm>
              <a:off x="5743875" y="2132875"/>
              <a:ext cx="92950" cy="105425"/>
            </a:xfrm>
            <a:custGeom>
              <a:avLst/>
              <a:gdLst/>
              <a:ahLst/>
              <a:cxnLst/>
              <a:rect l="l" t="t" r="r" b="b"/>
              <a:pathLst>
                <a:path w="3718" h="4217" extrusionOk="0">
                  <a:moveTo>
                    <a:pt x="1" y="0"/>
                  </a:moveTo>
                  <a:lnTo>
                    <a:pt x="1" y="4216"/>
                  </a:lnTo>
                  <a:lnTo>
                    <a:pt x="3717" y="4216"/>
                  </a:lnTo>
                  <a:lnTo>
                    <a:pt x="3717" y="0"/>
                  </a:lnTo>
                  <a:close/>
                </a:path>
              </a:pathLst>
            </a:custGeom>
            <a:solidFill>
              <a:srgbClr val="E08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5">
              <a:extLst>
                <a:ext uri="{FF2B5EF4-FFF2-40B4-BE49-F238E27FC236}">
                  <a16:creationId xmlns:a16="http://schemas.microsoft.com/office/drawing/2014/main" id="{ECE03E19-8044-6CB5-CC46-CA04E41B71CA}"/>
                </a:ext>
              </a:extLst>
            </p:cNvPr>
            <p:cNvSpPr/>
            <p:nvPr/>
          </p:nvSpPr>
          <p:spPr>
            <a:xfrm>
              <a:off x="5787125" y="2149650"/>
              <a:ext cx="38250" cy="82200"/>
            </a:xfrm>
            <a:custGeom>
              <a:avLst/>
              <a:gdLst/>
              <a:ahLst/>
              <a:cxnLst/>
              <a:rect l="l" t="t" r="r" b="b"/>
              <a:pathLst>
                <a:path w="1530" h="3288" extrusionOk="0">
                  <a:moveTo>
                    <a:pt x="1530" y="1601"/>
                  </a:moveTo>
                  <a:lnTo>
                    <a:pt x="1430" y="2459"/>
                  </a:lnTo>
                  <a:cubicBezTo>
                    <a:pt x="1487" y="2216"/>
                    <a:pt x="1530" y="1944"/>
                    <a:pt x="1530" y="1645"/>
                  </a:cubicBezTo>
                  <a:lnTo>
                    <a:pt x="1530" y="1601"/>
                  </a:lnTo>
                  <a:close/>
                  <a:moveTo>
                    <a:pt x="773" y="0"/>
                  </a:moveTo>
                  <a:cubicBezTo>
                    <a:pt x="344" y="0"/>
                    <a:pt x="1" y="744"/>
                    <a:pt x="1" y="1645"/>
                  </a:cubicBezTo>
                  <a:cubicBezTo>
                    <a:pt x="1" y="2531"/>
                    <a:pt x="329" y="3259"/>
                    <a:pt x="744" y="3288"/>
                  </a:cubicBezTo>
                  <a:lnTo>
                    <a:pt x="786" y="3288"/>
                  </a:lnTo>
                  <a:lnTo>
                    <a:pt x="1001" y="72"/>
                  </a:lnTo>
                  <a:cubicBezTo>
                    <a:pt x="929" y="29"/>
                    <a:pt x="844" y="0"/>
                    <a:pt x="773" y="0"/>
                  </a:cubicBezTo>
                  <a:close/>
                </a:path>
              </a:pathLst>
            </a:custGeom>
            <a:solidFill>
              <a:srgbClr val="E08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5">
              <a:extLst>
                <a:ext uri="{FF2B5EF4-FFF2-40B4-BE49-F238E27FC236}">
                  <a16:creationId xmlns:a16="http://schemas.microsoft.com/office/drawing/2014/main" id="{519473C7-3D48-03A4-93CA-60C72DE87C68}"/>
                </a:ext>
              </a:extLst>
            </p:cNvPr>
            <p:cNvSpPr/>
            <p:nvPr/>
          </p:nvSpPr>
          <p:spPr>
            <a:xfrm>
              <a:off x="5783900" y="2092125"/>
              <a:ext cx="52925" cy="181150"/>
            </a:xfrm>
            <a:custGeom>
              <a:avLst/>
              <a:gdLst/>
              <a:ahLst/>
              <a:cxnLst/>
              <a:rect l="l" t="t" r="r" b="b"/>
              <a:pathLst>
                <a:path w="2117" h="7246" extrusionOk="0">
                  <a:moveTo>
                    <a:pt x="1287" y="1"/>
                  </a:moveTo>
                  <a:lnTo>
                    <a:pt x="858" y="6304"/>
                  </a:lnTo>
                  <a:cubicBezTo>
                    <a:pt x="858" y="6304"/>
                    <a:pt x="1" y="6461"/>
                    <a:pt x="229" y="6961"/>
                  </a:cubicBezTo>
                  <a:cubicBezTo>
                    <a:pt x="307" y="7132"/>
                    <a:pt x="408" y="7198"/>
                    <a:pt x="512" y="7198"/>
                  </a:cubicBezTo>
                  <a:cubicBezTo>
                    <a:pt x="712" y="7198"/>
                    <a:pt x="921" y="6950"/>
                    <a:pt x="988" y="6732"/>
                  </a:cubicBezTo>
                  <a:cubicBezTo>
                    <a:pt x="988" y="6732"/>
                    <a:pt x="1212" y="7246"/>
                    <a:pt x="1513" y="7246"/>
                  </a:cubicBezTo>
                  <a:cubicBezTo>
                    <a:pt x="1560" y="7246"/>
                    <a:pt x="1609" y="7233"/>
                    <a:pt x="1659" y="7205"/>
                  </a:cubicBezTo>
                  <a:cubicBezTo>
                    <a:pt x="2030" y="6990"/>
                    <a:pt x="1744" y="6504"/>
                    <a:pt x="1373" y="6389"/>
                  </a:cubicBezTo>
                  <a:lnTo>
                    <a:pt x="2116" y="1"/>
                  </a:lnTo>
                  <a:close/>
                </a:path>
              </a:pathLst>
            </a:custGeom>
            <a:solidFill>
              <a:srgbClr val="FCD9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5">
              <a:extLst>
                <a:ext uri="{FF2B5EF4-FFF2-40B4-BE49-F238E27FC236}">
                  <a16:creationId xmlns:a16="http://schemas.microsoft.com/office/drawing/2014/main" id="{0E6EC99C-93F5-9261-9A81-81E3CEA72AE0}"/>
                </a:ext>
              </a:extLst>
            </p:cNvPr>
            <p:cNvSpPr/>
            <p:nvPr/>
          </p:nvSpPr>
          <p:spPr>
            <a:xfrm>
              <a:off x="5785000" y="1978800"/>
              <a:ext cx="101125" cy="153075"/>
            </a:xfrm>
            <a:custGeom>
              <a:avLst/>
              <a:gdLst/>
              <a:ahLst/>
              <a:cxnLst/>
              <a:rect l="l" t="t" r="r" b="b"/>
              <a:pathLst>
                <a:path w="4045" h="6123" extrusionOk="0">
                  <a:moveTo>
                    <a:pt x="2013" y="1"/>
                  </a:moveTo>
                  <a:cubicBezTo>
                    <a:pt x="1057" y="1"/>
                    <a:pt x="0" y="821"/>
                    <a:pt x="0" y="2175"/>
                  </a:cubicBezTo>
                  <a:cubicBezTo>
                    <a:pt x="0" y="4162"/>
                    <a:pt x="715" y="4677"/>
                    <a:pt x="801" y="4833"/>
                  </a:cubicBezTo>
                  <a:cubicBezTo>
                    <a:pt x="929" y="5077"/>
                    <a:pt x="300" y="5834"/>
                    <a:pt x="600" y="5877"/>
                  </a:cubicBezTo>
                  <a:cubicBezTo>
                    <a:pt x="608" y="5878"/>
                    <a:pt x="615" y="5878"/>
                    <a:pt x="621" y="5878"/>
                  </a:cubicBezTo>
                  <a:cubicBezTo>
                    <a:pt x="753" y="5878"/>
                    <a:pt x="847" y="5757"/>
                    <a:pt x="929" y="5634"/>
                  </a:cubicBezTo>
                  <a:cubicBezTo>
                    <a:pt x="1006" y="5504"/>
                    <a:pt x="1060" y="5387"/>
                    <a:pt x="1112" y="5387"/>
                  </a:cubicBezTo>
                  <a:cubicBezTo>
                    <a:pt x="1118" y="5387"/>
                    <a:pt x="1123" y="5389"/>
                    <a:pt x="1129" y="5391"/>
                  </a:cubicBezTo>
                  <a:cubicBezTo>
                    <a:pt x="1229" y="5434"/>
                    <a:pt x="1144" y="6063"/>
                    <a:pt x="1357" y="6120"/>
                  </a:cubicBezTo>
                  <a:cubicBezTo>
                    <a:pt x="1364" y="6122"/>
                    <a:pt x="1371" y="6123"/>
                    <a:pt x="1378" y="6123"/>
                  </a:cubicBezTo>
                  <a:cubicBezTo>
                    <a:pt x="1571" y="6123"/>
                    <a:pt x="1762" y="5362"/>
                    <a:pt x="1887" y="5334"/>
                  </a:cubicBezTo>
                  <a:cubicBezTo>
                    <a:pt x="1890" y="5333"/>
                    <a:pt x="1892" y="5333"/>
                    <a:pt x="1895" y="5333"/>
                  </a:cubicBezTo>
                  <a:cubicBezTo>
                    <a:pt x="1948" y="5333"/>
                    <a:pt x="1989" y="5469"/>
                    <a:pt x="2044" y="5605"/>
                  </a:cubicBezTo>
                  <a:cubicBezTo>
                    <a:pt x="2098" y="5728"/>
                    <a:pt x="2178" y="5864"/>
                    <a:pt x="2284" y="5864"/>
                  </a:cubicBezTo>
                  <a:cubicBezTo>
                    <a:pt x="2290" y="5864"/>
                    <a:pt x="2295" y="5863"/>
                    <a:pt x="2301" y="5862"/>
                  </a:cubicBezTo>
                  <a:cubicBezTo>
                    <a:pt x="2558" y="5834"/>
                    <a:pt x="2358" y="5262"/>
                    <a:pt x="2358" y="5091"/>
                  </a:cubicBezTo>
                  <a:cubicBezTo>
                    <a:pt x="2358" y="4963"/>
                    <a:pt x="2558" y="4791"/>
                    <a:pt x="2873" y="4433"/>
                  </a:cubicBezTo>
                  <a:cubicBezTo>
                    <a:pt x="3002" y="4290"/>
                    <a:pt x="3145" y="4105"/>
                    <a:pt x="3316" y="3876"/>
                  </a:cubicBezTo>
                  <a:cubicBezTo>
                    <a:pt x="3859" y="3133"/>
                    <a:pt x="4045" y="1775"/>
                    <a:pt x="3158" y="560"/>
                  </a:cubicBezTo>
                  <a:cubicBezTo>
                    <a:pt x="3015" y="360"/>
                    <a:pt x="2815" y="202"/>
                    <a:pt x="2602" y="117"/>
                  </a:cubicBezTo>
                  <a:cubicBezTo>
                    <a:pt x="2417" y="38"/>
                    <a:pt x="2217" y="1"/>
                    <a:pt x="2013" y="1"/>
                  </a:cubicBezTo>
                  <a:close/>
                </a:path>
              </a:pathLst>
            </a:custGeom>
            <a:solidFill>
              <a:srgbClr val="774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5">
              <a:extLst>
                <a:ext uri="{FF2B5EF4-FFF2-40B4-BE49-F238E27FC236}">
                  <a16:creationId xmlns:a16="http://schemas.microsoft.com/office/drawing/2014/main" id="{348A273B-499C-A678-3A32-1A1257B67CC0}"/>
                </a:ext>
              </a:extLst>
            </p:cNvPr>
            <p:cNvSpPr/>
            <p:nvPr/>
          </p:nvSpPr>
          <p:spPr>
            <a:xfrm>
              <a:off x="5840025" y="2004575"/>
              <a:ext cx="27525" cy="47550"/>
            </a:xfrm>
            <a:custGeom>
              <a:avLst/>
              <a:gdLst/>
              <a:ahLst/>
              <a:cxnLst/>
              <a:rect l="l" t="t" r="r" b="b"/>
              <a:pathLst>
                <a:path w="1101" h="1902" extrusionOk="0">
                  <a:moveTo>
                    <a:pt x="529" y="0"/>
                  </a:moveTo>
                  <a:cubicBezTo>
                    <a:pt x="0" y="86"/>
                    <a:pt x="86" y="972"/>
                    <a:pt x="100" y="1344"/>
                  </a:cubicBezTo>
                  <a:cubicBezTo>
                    <a:pt x="115" y="1530"/>
                    <a:pt x="143" y="1730"/>
                    <a:pt x="286" y="1830"/>
                  </a:cubicBezTo>
                  <a:cubicBezTo>
                    <a:pt x="343" y="1887"/>
                    <a:pt x="414" y="1902"/>
                    <a:pt x="500" y="1902"/>
                  </a:cubicBezTo>
                  <a:cubicBezTo>
                    <a:pt x="643" y="1902"/>
                    <a:pt x="801" y="1830"/>
                    <a:pt x="900" y="1702"/>
                  </a:cubicBezTo>
                  <a:cubicBezTo>
                    <a:pt x="1043" y="1515"/>
                    <a:pt x="1072" y="1273"/>
                    <a:pt x="1087" y="1029"/>
                  </a:cubicBezTo>
                  <a:cubicBezTo>
                    <a:pt x="1100" y="686"/>
                    <a:pt x="1087" y="0"/>
                    <a:pt x="601" y="0"/>
                  </a:cubicBezTo>
                  <a:close/>
                </a:path>
              </a:pathLst>
            </a:custGeom>
            <a:solidFill>
              <a:srgbClr val="AE7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5">
              <a:extLst>
                <a:ext uri="{FF2B5EF4-FFF2-40B4-BE49-F238E27FC236}">
                  <a16:creationId xmlns:a16="http://schemas.microsoft.com/office/drawing/2014/main" id="{D9F86AAC-61EF-5D2D-42BE-919CBD250656}"/>
                </a:ext>
              </a:extLst>
            </p:cNvPr>
            <p:cNvSpPr/>
            <p:nvPr/>
          </p:nvSpPr>
          <p:spPr>
            <a:xfrm>
              <a:off x="5785000" y="1978850"/>
              <a:ext cx="71825" cy="152950"/>
            </a:xfrm>
            <a:custGeom>
              <a:avLst/>
              <a:gdLst/>
              <a:ahLst/>
              <a:cxnLst/>
              <a:rect l="l" t="t" r="r" b="b"/>
              <a:pathLst>
                <a:path w="2873" h="6118" extrusionOk="0">
                  <a:moveTo>
                    <a:pt x="2015" y="0"/>
                  </a:moveTo>
                  <a:cubicBezTo>
                    <a:pt x="1058" y="0"/>
                    <a:pt x="0" y="815"/>
                    <a:pt x="0" y="2173"/>
                  </a:cubicBezTo>
                  <a:cubicBezTo>
                    <a:pt x="0" y="4160"/>
                    <a:pt x="715" y="4675"/>
                    <a:pt x="801" y="4831"/>
                  </a:cubicBezTo>
                  <a:cubicBezTo>
                    <a:pt x="814" y="4860"/>
                    <a:pt x="814" y="4875"/>
                    <a:pt x="814" y="4903"/>
                  </a:cubicBezTo>
                  <a:cubicBezTo>
                    <a:pt x="814" y="5146"/>
                    <a:pt x="515" y="5589"/>
                    <a:pt x="515" y="5775"/>
                  </a:cubicBezTo>
                  <a:cubicBezTo>
                    <a:pt x="515" y="5832"/>
                    <a:pt x="528" y="5875"/>
                    <a:pt x="600" y="5875"/>
                  </a:cubicBezTo>
                  <a:lnTo>
                    <a:pt x="614" y="5875"/>
                  </a:lnTo>
                  <a:cubicBezTo>
                    <a:pt x="757" y="5875"/>
                    <a:pt x="858" y="5761"/>
                    <a:pt x="929" y="5632"/>
                  </a:cubicBezTo>
                  <a:cubicBezTo>
                    <a:pt x="1014" y="5504"/>
                    <a:pt x="1072" y="5389"/>
                    <a:pt x="1115" y="5389"/>
                  </a:cubicBezTo>
                  <a:lnTo>
                    <a:pt x="1129" y="5389"/>
                  </a:lnTo>
                  <a:cubicBezTo>
                    <a:pt x="1229" y="5432"/>
                    <a:pt x="1144" y="6061"/>
                    <a:pt x="1357" y="6118"/>
                  </a:cubicBezTo>
                  <a:lnTo>
                    <a:pt x="1372" y="6118"/>
                  </a:lnTo>
                  <a:cubicBezTo>
                    <a:pt x="1572" y="6118"/>
                    <a:pt x="1758" y="5361"/>
                    <a:pt x="1887" y="5332"/>
                  </a:cubicBezTo>
                  <a:cubicBezTo>
                    <a:pt x="1958" y="5332"/>
                    <a:pt x="2001" y="5460"/>
                    <a:pt x="2044" y="5603"/>
                  </a:cubicBezTo>
                  <a:cubicBezTo>
                    <a:pt x="2101" y="5732"/>
                    <a:pt x="2173" y="5860"/>
                    <a:pt x="2287" y="5860"/>
                  </a:cubicBezTo>
                  <a:lnTo>
                    <a:pt x="2301" y="5860"/>
                  </a:lnTo>
                  <a:cubicBezTo>
                    <a:pt x="2401" y="5847"/>
                    <a:pt x="2430" y="5761"/>
                    <a:pt x="2430" y="5647"/>
                  </a:cubicBezTo>
                  <a:cubicBezTo>
                    <a:pt x="2430" y="5447"/>
                    <a:pt x="2358" y="5189"/>
                    <a:pt x="2358" y="5089"/>
                  </a:cubicBezTo>
                  <a:cubicBezTo>
                    <a:pt x="2358" y="4961"/>
                    <a:pt x="2558" y="4789"/>
                    <a:pt x="2873" y="4431"/>
                  </a:cubicBezTo>
                  <a:cubicBezTo>
                    <a:pt x="2444" y="4417"/>
                    <a:pt x="2001" y="4417"/>
                    <a:pt x="1658" y="4202"/>
                  </a:cubicBezTo>
                  <a:cubicBezTo>
                    <a:pt x="1100" y="3874"/>
                    <a:pt x="944" y="3131"/>
                    <a:pt x="986" y="2487"/>
                  </a:cubicBezTo>
                  <a:cubicBezTo>
                    <a:pt x="1043" y="1744"/>
                    <a:pt x="1344" y="972"/>
                    <a:pt x="1929" y="486"/>
                  </a:cubicBezTo>
                  <a:cubicBezTo>
                    <a:pt x="2144" y="301"/>
                    <a:pt x="2373" y="187"/>
                    <a:pt x="2602" y="115"/>
                  </a:cubicBezTo>
                  <a:cubicBezTo>
                    <a:pt x="2415" y="44"/>
                    <a:pt x="2215" y="0"/>
                    <a:pt x="2015" y="0"/>
                  </a:cubicBezTo>
                  <a:close/>
                </a:path>
              </a:pathLst>
            </a:custGeom>
            <a:solidFill>
              <a:srgbClr val="683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5">
              <a:extLst>
                <a:ext uri="{FF2B5EF4-FFF2-40B4-BE49-F238E27FC236}">
                  <a16:creationId xmlns:a16="http://schemas.microsoft.com/office/drawing/2014/main" id="{E77AD239-8629-58BE-C714-81259295C3A0}"/>
                </a:ext>
              </a:extLst>
            </p:cNvPr>
            <p:cNvSpPr/>
            <p:nvPr/>
          </p:nvSpPr>
          <p:spPr>
            <a:xfrm>
              <a:off x="5796425" y="2175850"/>
              <a:ext cx="61475" cy="42725"/>
            </a:xfrm>
            <a:custGeom>
              <a:avLst/>
              <a:gdLst/>
              <a:ahLst/>
              <a:cxnLst/>
              <a:rect l="l" t="t" r="r" b="b"/>
              <a:pathLst>
                <a:path w="2459" h="1709" extrusionOk="0">
                  <a:moveTo>
                    <a:pt x="1802" y="1"/>
                  </a:moveTo>
                  <a:cubicBezTo>
                    <a:pt x="1538" y="1"/>
                    <a:pt x="1226" y="198"/>
                    <a:pt x="1001" y="382"/>
                  </a:cubicBezTo>
                  <a:cubicBezTo>
                    <a:pt x="601" y="696"/>
                    <a:pt x="1" y="625"/>
                    <a:pt x="43" y="1311"/>
                  </a:cubicBezTo>
                  <a:cubicBezTo>
                    <a:pt x="62" y="1584"/>
                    <a:pt x="328" y="1708"/>
                    <a:pt x="643" y="1708"/>
                  </a:cubicBezTo>
                  <a:cubicBezTo>
                    <a:pt x="806" y="1708"/>
                    <a:pt x="983" y="1675"/>
                    <a:pt x="1144" y="1611"/>
                  </a:cubicBezTo>
                  <a:cubicBezTo>
                    <a:pt x="1615" y="1426"/>
                    <a:pt x="2459" y="1068"/>
                    <a:pt x="2244" y="382"/>
                  </a:cubicBezTo>
                  <a:cubicBezTo>
                    <a:pt x="2155" y="102"/>
                    <a:pt x="1991" y="1"/>
                    <a:pt x="1802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5">
              <a:extLst>
                <a:ext uri="{FF2B5EF4-FFF2-40B4-BE49-F238E27FC236}">
                  <a16:creationId xmlns:a16="http://schemas.microsoft.com/office/drawing/2014/main" id="{EC241E7E-9594-6514-93D6-9E7EA0E3C034}"/>
                </a:ext>
              </a:extLst>
            </p:cNvPr>
            <p:cNvSpPr/>
            <p:nvPr/>
          </p:nvSpPr>
          <p:spPr>
            <a:xfrm>
              <a:off x="5796425" y="2203025"/>
              <a:ext cx="61475" cy="42700"/>
            </a:xfrm>
            <a:custGeom>
              <a:avLst/>
              <a:gdLst/>
              <a:ahLst/>
              <a:cxnLst/>
              <a:rect l="l" t="t" r="r" b="b"/>
              <a:pathLst>
                <a:path w="2459" h="1708" extrusionOk="0">
                  <a:moveTo>
                    <a:pt x="1802" y="0"/>
                  </a:moveTo>
                  <a:cubicBezTo>
                    <a:pt x="1538" y="0"/>
                    <a:pt x="1226" y="198"/>
                    <a:pt x="1001" y="381"/>
                  </a:cubicBezTo>
                  <a:cubicBezTo>
                    <a:pt x="601" y="710"/>
                    <a:pt x="1" y="625"/>
                    <a:pt x="43" y="1311"/>
                  </a:cubicBezTo>
                  <a:cubicBezTo>
                    <a:pt x="62" y="1583"/>
                    <a:pt x="328" y="1708"/>
                    <a:pt x="643" y="1708"/>
                  </a:cubicBezTo>
                  <a:cubicBezTo>
                    <a:pt x="806" y="1708"/>
                    <a:pt x="983" y="1674"/>
                    <a:pt x="1144" y="1610"/>
                  </a:cubicBezTo>
                  <a:cubicBezTo>
                    <a:pt x="1615" y="1425"/>
                    <a:pt x="2459" y="1067"/>
                    <a:pt x="2244" y="381"/>
                  </a:cubicBezTo>
                  <a:cubicBezTo>
                    <a:pt x="2155" y="101"/>
                    <a:pt x="1991" y="0"/>
                    <a:pt x="1802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5">
              <a:extLst>
                <a:ext uri="{FF2B5EF4-FFF2-40B4-BE49-F238E27FC236}">
                  <a16:creationId xmlns:a16="http://schemas.microsoft.com/office/drawing/2014/main" id="{1DFF018E-70A6-34C8-DBF5-568229649E98}"/>
                </a:ext>
              </a:extLst>
            </p:cNvPr>
            <p:cNvSpPr/>
            <p:nvPr/>
          </p:nvSpPr>
          <p:spPr>
            <a:xfrm>
              <a:off x="5794625" y="2150225"/>
              <a:ext cx="61150" cy="42950"/>
            </a:xfrm>
            <a:custGeom>
              <a:avLst/>
              <a:gdLst/>
              <a:ahLst/>
              <a:cxnLst/>
              <a:rect l="l" t="t" r="r" b="b"/>
              <a:pathLst>
                <a:path w="2446" h="1718" extrusionOk="0">
                  <a:moveTo>
                    <a:pt x="1786" y="1"/>
                  </a:moveTo>
                  <a:cubicBezTo>
                    <a:pt x="1522" y="1"/>
                    <a:pt x="1211" y="201"/>
                    <a:pt x="987" y="393"/>
                  </a:cubicBezTo>
                  <a:cubicBezTo>
                    <a:pt x="601" y="707"/>
                    <a:pt x="0" y="621"/>
                    <a:pt x="29" y="1307"/>
                  </a:cubicBezTo>
                  <a:cubicBezTo>
                    <a:pt x="48" y="1591"/>
                    <a:pt x="317" y="1718"/>
                    <a:pt x="633" y="1718"/>
                  </a:cubicBezTo>
                  <a:cubicBezTo>
                    <a:pt x="796" y="1718"/>
                    <a:pt x="970" y="1685"/>
                    <a:pt x="1130" y="1622"/>
                  </a:cubicBezTo>
                  <a:cubicBezTo>
                    <a:pt x="1601" y="1435"/>
                    <a:pt x="2445" y="1064"/>
                    <a:pt x="2230" y="393"/>
                  </a:cubicBezTo>
                  <a:cubicBezTo>
                    <a:pt x="2141" y="105"/>
                    <a:pt x="1976" y="1"/>
                    <a:pt x="1786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5">
              <a:extLst>
                <a:ext uri="{FF2B5EF4-FFF2-40B4-BE49-F238E27FC236}">
                  <a16:creationId xmlns:a16="http://schemas.microsoft.com/office/drawing/2014/main" id="{29DFE0FD-67BB-D81E-ED9C-82B34E598026}"/>
                </a:ext>
              </a:extLst>
            </p:cNvPr>
            <p:cNvSpPr/>
            <p:nvPr/>
          </p:nvSpPr>
          <p:spPr>
            <a:xfrm>
              <a:off x="5579500" y="1867350"/>
              <a:ext cx="195850" cy="396650"/>
            </a:xfrm>
            <a:custGeom>
              <a:avLst/>
              <a:gdLst/>
              <a:ahLst/>
              <a:cxnLst/>
              <a:rect l="l" t="t" r="r" b="b"/>
              <a:pathLst>
                <a:path w="7834" h="15866" extrusionOk="0">
                  <a:moveTo>
                    <a:pt x="130" y="1"/>
                  </a:moveTo>
                  <a:lnTo>
                    <a:pt x="130" y="1"/>
                  </a:lnTo>
                  <a:cubicBezTo>
                    <a:pt x="130" y="1"/>
                    <a:pt x="759" y="1445"/>
                    <a:pt x="1131" y="4117"/>
                  </a:cubicBezTo>
                  <a:cubicBezTo>
                    <a:pt x="1487" y="6791"/>
                    <a:pt x="515" y="9706"/>
                    <a:pt x="230" y="12737"/>
                  </a:cubicBezTo>
                  <a:cubicBezTo>
                    <a:pt x="0" y="15157"/>
                    <a:pt x="959" y="15865"/>
                    <a:pt x="2293" y="15865"/>
                  </a:cubicBezTo>
                  <a:cubicBezTo>
                    <a:pt x="2621" y="15865"/>
                    <a:pt x="2971" y="15823"/>
                    <a:pt x="3332" y="15752"/>
                  </a:cubicBezTo>
                  <a:cubicBezTo>
                    <a:pt x="3942" y="15638"/>
                    <a:pt x="4602" y="15600"/>
                    <a:pt x="5212" y="15600"/>
                  </a:cubicBezTo>
                  <a:cubicBezTo>
                    <a:pt x="6432" y="15600"/>
                    <a:pt x="7448" y="15752"/>
                    <a:pt x="7448" y="15752"/>
                  </a:cubicBezTo>
                  <a:cubicBezTo>
                    <a:pt x="7134" y="15195"/>
                    <a:pt x="6576" y="15052"/>
                    <a:pt x="6576" y="15052"/>
                  </a:cubicBezTo>
                  <a:cubicBezTo>
                    <a:pt x="6705" y="15009"/>
                    <a:pt x="6862" y="14923"/>
                    <a:pt x="7005" y="14837"/>
                  </a:cubicBezTo>
                  <a:cubicBezTo>
                    <a:pt x="7262" y="14681"/>
                    <a:pt x="7491" y="14523"/>
                    <a:pt x="7491" y="14523"/>
                  </a:cubicBezTo>
                  <a:cubicBezTo>
                    <a:pt x="6962" y="14208"/>
                    <a:pt x="6576" y="13766"/>
                    <a:pt x="6576" y="13766"/>
                  </a:cubicBezTo>
                  <a:cubicBezTo>
                    <a:pt x="7162" y="13608"/>
                    <a:pt x="7834" y="12937"/>
                    <a:pt x="7834" y="12937"/>
                  </a:cubicBezTo>
                  <a:cubicBezTo>
                    <a:pt x="7233" y="12693"/>
                    <a:pt x="6576" y="12207"/>
                    <a:pt x="6576" y="12207"/>
                  </a:cubicBezTo>
                  <a:cubicBezTo>
                    <a:pt x="7205" y="11565"/>
                    <a:pt x="7662" y="10879"/>
                    <a:pt x="7662" y="10878"/>
                  </a:cubicBezTo>
                  <a:lnTo>
                    <a:pt x="7662" y="10878"/>
                  </a:lnTo>
                  <a:cubicBezTo>
                    <a:pt x="7662" y="10879"/>
                    <a:pt x="7008" y="10980"/>
                    <a:pt x="6496" y="10980"/>
                  </a:cubicBezTo>
                  <a:cubicBezTo>
                    <a:pt x="6240" y="10980"/>
                    <a:pt x="6019" y="10955"/>
                    <a:pt x="5933" y="10878"/>
                  </a:cubicBezTo>
                  <a:cubicBezTo>
                    <a:pt x="5690" y="10650"/>
                    <a:pt x="4704" y="10650"/>
                    <a:pt x="4317" y="7347"/>
                  </a:cubicBezTo>
                  <a:cubicBezTo>
                    <a:pt x="4218" y="6505"/>
                    <a:pt x="4003" y="5676"/>
                    <a:pt x="3717" y="4889"/>
                  </a:cubicBezTo>
                  <a:lnTo>
                    <a:pt x="3717" y="4875"/>
                  </a:lnTo>
                  <a:cubicBezTo>
                    <a:pt x="2903" y="2617"/>
                    <a:pt x="1430" y="759"/>
                    <a:pt x="130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5">
              <a:extLst>
                <a:ext uri="{FF2B5EF4-FFF2-40B4-BE49-F238E27FC236}">
                  <a16:creationId xmlns:a16="http://schemas.microsoft.com/office/drawing/2014/main" id="{06B04AA6-B421-0B05-13CD-17216E191A73}"/>
                </a:ext>
              </a:extLst>
            </p:cNvPr>
            <p:cNvSpPr/>
            <p:nvPr/>
          </p:nvSpPr>
          <p:spPr>
            <a:xfrm>
              <a:off x="5582750" y="1867350"/>
              <a:ext cx="182975" cy="395250"/>
            </a:xfrm>
            <a:custGeom>
              <a:avLst/>
              <a:gdLst/>
              <a:ahLst/>
              <a:cxnLst/>
              <a:rect l="l" t="t" r="r" b="b"/>
              <a:pathLst>
                <a:path w="7319" h="15810" extrusionOk="0">
                  <a:moveTo>
                    <a:pt x="0" y="1"/>
                  </a:moveTo>
                  <a:cubicBezTo>
                    <a:pt x="400" y="315"/>
                    <a:pt x="757" y="658"/>
                    <a:pt x="1072" y="1001"/>
                  </a:cubicBezTo>
                  <a:cubicBezTo>
                    <a:pt x="3444" y="3675"/>
                    <a:pt x="3573" y="7233"/>
                    <a:pt x="3702" y="9063"/>
                  </a:cubicBezTo>
                  <a:cubicBezTo>
                    <a:pt x="3802" y="10564"/>
                    <a:pt x="3859" y="13294"/>
                    <a:pt x="2887" y="15809"/>
                  </a:cubicBezTo>
                  <a:cubicBezTo>
                    <a:pt x="2987" y="15795"/>
                    <a:pt x="3101" y="15781"/>
                    <a:pt x="3202" y="15752"/>
                  </a:cubicBezTo>
                  <a:cubicBezTo>
                    <a:pt x="3802" y="15638"/>
                    <a:pt x="4473" y="15595"/>
                    <a:pt x="5074" y="15595"/>
                  </a:cubicBezTo>
                  <a:cubicBezTo>
                    <a:pt x="6303" y="15595"/>
                    <a:pt x="7318" y="15752"/>
                    <a:pt x="7318" y="15752"/>
                  </a:cubicBezTo>
                  <a:cubicBezTo>
                    <a:pt x="7004" y="15195"/>
                    <a:pt x="6446" y="15052"/>
                    <a:pt x="6446" y="15052"/>
                  </a:cubicBezTo>
                  <a:cubicBezTo>
                    <a:pt x="6575" y="15009"/>
                    <a:pt x="6732" y="14923"/>
                    <a:pt x="6875" y="14837"/>
                  </a:cubicBezTo>
                  <a:cubicBezTo>
                    <a:pt x="6461" y="14694"/>
                    <a:pt x="6003" y="14609"/>
                    <a:pt x="5560" y="14566"/>
                  </a:cubicBezTo>
                  <a:cubicBezTo>
                    <a:pt x="5146" y="14538"/>
                    <a:pt x="4702" y="14523"/>
                    <a:pt x="4416" y="14237"/>
                  </a:cubicBezTo>
                  <a:cubicBezTo>
                    <a:pt x="4102" y="13909"/>
                    <a:pt x="4130" y="13394"/>
                    <a:pt x="4174" y="12950"/>
                  </a:cubicBezTo>
                  <a:cubicBezTo>
                    <a:pt x="4388" y="10278"/>
                    <a:pt x="4231" y="7505"/>
                    <a:pt x="3587" y="4889"/>
                  </a:cubicBezTo>
                  <a:lnTo>
                    <a:pt x="3587" y="4875"/>
                  </a:lnTo>
                  <a:cubicBezTo>
                    <a:pt x="2773" y="2617"/>
                    <a:pt x="1300" y="759"/>
                    <a:pt x="0" y="1"/>
                  </a:cubicBezTo>
                  <a:close/>
                </a:path>
              </a:pathLst>
            </a:custGeom>
            <a:solidFill>
              <a:srgbClr val="58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5">
              <a:extLst>
                <a:ext uri="{FF2B5EF4-FFF2-40B4-BE49-F238E27FC236}">
                  <a16:creationId xmlns:a16="http://schemas.microsoft.com/office/drawing/2014/main" id="{2FBA0129-584C-62FC-782F-DE55DB05AB76}"/>
                </a:ext>
              </a:extLst>
            </p:cNvPr>
            <p:cNvSpPr/>
            <p:nvPr/>
          </p:nvSpPr>
          <p:spPr>
            <a:xfrm>
              <a:off x="5825725" y="2706350"/>
              <a:ext cx="68725" cy="59275"/>
            </a:xfrm>
            <a:custGeom>
              <a:avLst/>
              <a:gdLst/>
              <a:ahLst/>
              <a:cxnLst/>
              <a:rect l="l" t="t" r="r" b="b"/>
              <a:pathLst>
                <a:path w="2749" h="2371" extrusionOk="0">
                  <a:moveTo>
                    <a:pt x="1593" y="1"/>
                  </a:moveTo>
                  <a:cubicBezTo>
                    <a:pt x="1581" y="1"/>
                    <a:pt x="1570" y="1"/>
                    <a:pt x="1558" y="2"/>
                  </a:cubicBezTo>
                  <a:cubicBezTo>
                    <a:pt x="643" y="45"/>
                    <a:pt x="129" y="631"/>
                    <a:pt x="129" y="631"/>
                  </a:cubicBezTo>
                  <a:lnTo>
                    <a:pt x="1" y="1989"/>
                  </a:lnTo>
                  <a:cubicBezTo>
                    <a:pt x="1" y="1989"/>
                    <a:pt x="644" y="2370"/>
                    <a:pt x="1292" y="2370"/>
                  </a:cubicBezTo>
                  <a:cubicBezTo>
                    <a:pt x="1540" y="2370"/>
                    <a:pt x="1788" y="2315"/>
                    <a:pt x="2002" y="2161"/>
                  </a:cubicBezTo>
                  <a:cubicBezTo>
                    <a:pt x="2749" y="1596"/>
                    <a:pt x="2480" y="1"/>
                    <a:pt x="1593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5">
              <a:extLst>
                <a:ext uri="{FF2B5EF4-FFF2-40B4-BE49-F238E27FC236}">
                  <a16:creationId xmlns:a16="http://schemas.microsoft.com/office/drawing/2014/main" id="{28B33358-FA33-017F-D66D-D2DDD2B74250}"/>
                </a:ext>
              </a:extLst>
            </p:cNvPr>
            <p:cNvSpPr/>
            <p:nvPr/>
          </p:nvSpPr>
          <p:spPr>
            <a:xfrm>
              <a:off x="5775700" y="2700650"/>
              <a:ext cx="77200" cy="62325"/>
            </a:xfrm>
            <a:custGeom>
              <a:avLst/>
              <a:gdLst/>
              <a:ahLst/>
              <a:cxnLst/>
              <a:rect l="l" t="t" r="r" b="b"/>
              <a:pathLst>
                <a:path w="3088" h="2493" extrusionOk="0">
                  <a:moveTo>
                    <a:pt x="1823" y="0"/>
                  </a:moveTo>
                  <a:cubicBezTo>
                    <a:pt x="970" y="0"/>
                    <a:pt x="243" y="716"/>
                    <a:pt x="243" y="716"/>
                  </a:cubicBezTo>
                  <a:lnTo>
                    <a:pt x="1" y="1960"/>
                  </a:lnTo>
                  <a:cubicBezTo>
                    <a:pt x="1" y="1960"/>
                    <a:pt x="681" y="2492"/>
                    <a:pt x="1493" y="2492"/>
                  </a:cubicBezTo>
                  <a:cubicBezTo>
                    <a:pt x="1659" y="2492"/>
                    <a:pt x="1830" y="2470"/>
                    <a:pt x="2002" y="2417"/>
                  </a:cubicBezTo>
                  <a:cubicBezTo>
                    <a:pt x="3016" y="2088"/>
                    <a:pt x="3088" y="216"/>
                    <a:pt x="2116" y="30"/>
                  </a:cubicBezTo>
                  <a:cubicBezTo>
                    <a:pt x="2017" y="9"/>
                    <a:pt x="1919" y="0"/>
                    <a:pt x="1823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5">
              <a:extLst>
                <a:ext uri="{FF2B5EF4-FFF2-40B4-BE49-F238E27FC236}">
                  <a16:creationId xmlns:a16="http://schemas.microsoft.com/office/drawing/2014/main" id="{7A1A5294-6720-9E99-5250-BF32AFD498FA}"/>
                </a:ext>
              </a:extLst>
            </p:cNvPr>
            <p:cNvSpPr/>
            <p:nvPr/>
          </p:nvSpPr>
          <p:spPr>
            <a:xfrm>
              <a:off x="5642050" y="2647900"/>
              <a:ext cx="163325" cy="110575"/>
            </a:xfrm>
            <a:custGeom>
              <a:avLst/>
              <a:gdLst/>
              <a:ahLst/>
              <a:cxnLst/>
              <a:rect l="l" t="t" r="r" b="b"/>
              <a:pathLst>
                <a:path w="6533" h="4423" extrusionOk="0">
                  <a:moveTo>
                    <a:pt x="3801" y="1"/>
                  </a:moveTo>
                  <a:cubicBezTo>
                    <a:pt x="3105" y="1"/>
                    <a:pt x="2094" y="103"/>
                    <a:pt x="1259" y="596"/>
                  </a:cubicBezTo>
                  <a:cubicBezTo>
                    <a:pt x="872" y="825"/>
                    <a:pt x="529" y="1125"/>
                    <a:pt x="258" y="1539"/>
                  </a:cubicBezTo>
                  <a:cubicBezTo>
                    <a:pt x="258" y="1539"/>
                    <a:pt x="115" y="1911"/>
                    <a:pt x="58" y="2368"/>
                  </a:cubicBezTo>
                  <a:lnTo>
                    <a:pt x="43" y="2397"/>
                  </a:lnTo>
                  <a:cubicBezTo>
                    <a:pt x="1" y="2812"/>
                    <a:pt x="29" y="3254"/>
                    <a:pt x="300" y="3555"/>
                  </a:cubicBezTo>
                  <a:cubicBezTo>
                    <a:pt x="544" y="3812"/>
                    <a:pt x="973" y="3883"/>
                    <a:pt x="1472" y="3898"/>
                  </a:cubicBezTo>
                  <a:cubicBezTo>
                    <a:pt x="1531" y="3901"/>
                    <a:pt x="1590" y="3902"/>
                    <a:pt x="1649" y="3902"/>
                  </a:cubicBezTo>
                  <a:cubicBezTo>
                    <a:pt x="1909" y="3902"/>
                    <a:pt x="2177" y="3881"/>
                    <a:pt x="2444" y="3870"/>
                  </a:cubicBezTo>
                  <a:cubicBezTo>
                    <a:pt x="2703" y="3855"/>
                    <a:pt x="2959" y="3844"/>
                    <a:pt x="3196" y="3844"/>
                  </a:cubicBezTo>
                  <a:cubicBezTo>
                    <a:pt x="3430" y="3844"/>
                    <a:pt x="3647" y="3855"/>
                    <a:pt x="3831" y="3883"/>
                  </a:cubicBezTo>
                  <a:cubicBezTo>
                    <a:pt x="4524" y="3999"/>
                    <a:pt x="4975" y="4422"/>
                    <a:pt x="5446" y="4422"/>
                  </a:cubicBezTo>
                  <a:cubicBezTo>
                    <a:pt x="5558" y="4422"/>
                    <a:pt x="5671" y="4398"/>
                    <a:pt x="5789" y="4341"/>
                  </a:cubicBezTo>
                  <a:cubicBezTo>
                    <a:pt x="5890" y="4284"/>
                    <a:pt x="5989" y="4213"/>
                    <a:pt x="6103" y="4098"/>
                  </a:cubicBezTo>
                  <a:cubicBezTo>
                    <a:pt x="6519" y="3698"/>
                    <a:pt x="6532" y="3054"/>
                    <a:pt x="6233" y="2612"/>
                  </a:cubicBezTo>
                  <a:cubicBezTo>
                    <a:pt x="6189" y="2555"/>
                    <a:pt x="6147" y="2497"/>
                    <a:pt x="6090" y="2454"/>
                  </a:cubicBezTo>
                  <a:cubicBezTo>
                    <a:pt x="5902" y="2267"/>
                    <a:pt x="5641" y="2147"/>
                    <a:pt x="5323" y="2147"/>
                  </a:cubicBezTo>
                  <a:cubicBezTo>
                    <a:pt x="5155" y="2147"/>
                    <a:pt x="4972" y="2180"/>
                    <a:pt x="4775" y="2254"/>
                  </a:cubicBezTo>
                  <a:lnTo>
                    <a:pt x="4746" y="1939"/>
                  </a:lnTo>
                  <a:lnTo>
                    <a:pt x="4674" y="696"/>
                  </a:lnTo>
                  <a:lnTo>
                    <a:pt x="4632" y="53"/>
                  </a:lnTo>
                  <a:cubicBezTo>
                    <a:pt x="4632" y="53"/>
                    <a:pt x="4296" y="1"/>
                    <a:pt x="3801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5">
              <a:extLst>
                <a:ext uri="{FF2B5EF4-FFF2-40B4-BE49-F238E27FC236}">
                  <a16:creationId xmlns:a16="http://schemas.microsoft.com/office/drawing/2014/main" id="{3323B9E1-E7E6-2D5B-8D72-273CBA6FD47B}"/>
                </a:ext>
              </a:extLst>
            </p:cNvPr>
            <p:cNvSpPr/>
            <p:nvPr/>
          </p:nvSpPr>
          <p:spPr>
            <a:xfrm>
              <a:off x="5643125" y="2661075"/>
              <a:ext cx="173675" cy="52850"/>
            </a:xfrm>
            <a:custGeom>
              <a:avLst/>
              <a:gdLst/>
              <a:ahLst/>
              <a:cxnLst/>
              <a:rect l="l" t="t" r="r" b="b"/>
              <a:pathLst>
                <a:path w="6947" h="2114" extrusionOk="0">
                  <a:moveTo>
                    <a:pt x="2901" y="1"/>
                  </a:moveTo>
                  <a:cubicBezTo>
                    <a:pt x="2306" y="1"/>
                    <a:pt x="1699" y="35"/>
                    <a:pt x="1216" y="69"/>
                  </a:cubicBezTo>
                  <a:cubicBezTo>
                    <a:pt x="615" y="112"/>
                    <a:pt x="200" y="169"/>
                    <a:pt x="200" y="169"/>
                  </a:cubicBezTo>
                  <a:lnTo>
                    <a:pt x="15" y="1841"/>
                  </a:lnTo>
                  <a:lnTo>
                    <a:pt x="0" y="1870"/>
                  </a:lnTo>
                  <a:lnTo>
                    <a:pt x="1559" y="1927"/>
                  </a:lnTo>
                  <a:lnTo>
                    <a:pt x="2130" y="1942"/>
                  </a:lnTo>
                  <a:lnTo>
                    <a:pt x="2601" y="1970"/>
                  </a:lnTo>
                  <a:lnTo>
                    <a:pt x="5818" y="2085"/>
                  </a:lnTo>
                  <a:lnTo>
                    <a:pt x="6190" y="2085"/>
                  </a:lnTo>
                  <a:lnTo>
                    <a:pt x="6947" y="2113"/>
                  </a:lnTo>
                  <a:cubicBezTo>
                    <a:pt x="6947" y="2113"/>
                    <a:pt x="6632" y="2013"/>
                    <a:pt x="6261" y="1813"/>
                  </a:cubicBezTo>
                  <a:cubicBezTo>
                    <a:pt x="6089" y="1713"/>
                    <a:pt x="5918" y="1584"/>
                    <a:pt x="5746" y="1441"/>
                  </a:cubicBezTo>
                  <a:cubicBezTo>
                    <a:pt x="5504" y="1227"/>
                    <a:pt x="5304" y="941"/>
                    <a:pt x="5246" y="612"/>
                  </a:cubicBezTo>
                  <a:cubicBezTo>
                    <a:pt x="5203" y="398"/>
                    <a:pt x="4974" y="269"/>
                    <a:pt x="4631" y="169"/>
                  </a:cubicBezTo>
                  <a:cubicBezTo>
                    <a:pt x="4190" y="42"/>
                    <a:pt x="3553" y="1"/>
                    <a:pt x="2901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5">
              <a:extLst>
                <a:ext uri="{FF2B5EF4-FFF2-40B4-BE49-F238E27FC236}">
                  <a16:creationId xmlns:a16="http://schemas.microsoft.com/office/drawing/2014/main" id="{E01238A8-FED2-E678-4E3D-FBB31EDF8D83}"/>
                </a:ext>
              </a:extLst>
            </p:cNvPr>
            <p:cNvSpPr/>
            <p:nvPr/>
          </p:nvSpPr>
          <p:spPr>
            <a:xfrm>
              <a:off x="5642050" y="2647900"/>
              <a:ext cx="144750" cy="97475"/>
            </a:xfrm>
            <a:custGeom>
              <a:avLst/>
              <a:gdLst/>
              <a:ahLst/>
              <a:cxnLst/>
              <a:rect l="l" t="t" r="r" b="b"/>
              <a:pathLst>
                <a:path w="5790" h="3899" extrusionOk="0">
                  <a:moveTo>
                    <a:pt x="3801" y="1"/>
                  </a:moveTo>
                  <a:cubicBezTo>
                    <a:pt x="3105" y="1"/>
                    <a:pt x="2094" y="103"/>
                    <a:pt x="1259" y="596"/>
                  </a:cubicBezTo>
                  <a:cubicBezTo>
                    <a:pt x="658" y="639"/>
                    <a:pt x="243" y="696"/>
                    <a:pt x="243" y="696"/>
                  </a:cubicBezTo>
                  <a:lnTo>
                    <a:pt x="58" y="2368"/>
                  </a:lnTo>
                  <a:lnTo>
                    <a:pt x="43" y="2397"/>
                  </a:lnTo>
                  <a:cubicBezTo>
                    <a:pt x="1" y="2812"/>
                    <a:pt x="29" y="3254"/>
                    <a:pt x="300" y="3555"/>
                  </a:cubicBezTo>
                  <a:cubicBezTo>
                    <a:pt x="544" y="3812"/>
                    <a:pt x="973" y="3883"/>
                    <a:pt x="1472" y="3898"/>
                  </a:cubicBezTo>
                  <a:cubicBezTo>
                    <a:pt x="1459" y="3412"/>
                    <a:pt x="1472" y="2911"/>
                    <a:pt x="1602" y="2454"/>
                  </a:cubicBezTo>
                  <a:cubicBezTo>
                    <a:pt x="1630" y="2297"/>
                    <a:pt x="1687" y="2154"/>
                    <a:pt x="1758" y="2011"/>
                  </a:cubicBezTo>
                  <a:cubicBezTo>
                    <a:pt x="1901" y="2168"/>
                    <a:pt x="2030" y="2326"/>
                    <a:pt x="2173" y="2469"/>
                  </a:cubicBezTo>
                  <a:cubicBezTo>
                    <a:pt x="2202" y="2511"/>
                    <a:pt x="2231" y="2540"/>
                    <a:pt x="2259" y="2568"/>
                  </a:cubicBezTo>
                  <a:cubicBezTo>
                    <a:pt x="2306" y="2627"/>
                    <a:pt x="2371" y="2694"/>
                    <a:pt x="2447" y="2694"/>
                  </a:cubicBezTo>
                  <a:cubicBezTo>
                    <a:pt x="2465" y="2694"/>
                    <a:pt x="2483" y="2691"/>
                    <a:pt x="2502" y="2683"/>
                  </a:cubicBezTo>
                  <a:cubicBezTo>
                    <a:pt x="2559" y="2669"/>
                    <a:pt x="2587" y="2597"/>
                    <a:pt x="2616" y="2540"/>
                  </a:cubicBezTo>
                  <a:cubicBezTo>
                    <a:pt x="2631" y="2526"/>
                    <a:pt x="2631" y="2511"/>
                    <a:pt x="2644" y="2497"/>
                  </a:cubicBezTo>
                  <a:cubicBezTo>
                    <a:pt x="2816" y="2168"/>
                    <a:pt x="2988" y="1854"/>
                    <a:pt x="3145" y="1525"/>
                  </a:cubicBezTo>
                  <a:cubicBezTo>
                    <a:pt x="3288" y="1811"/>
                    <a:pt x="3445" y="2082"/>
                    <a:pt x="3616" y="2326"/>
                  </a:cubicBezTo>
                  <a:cubicBezTo>
                    <a:pt x="3845" y="2183"/>
                    <a:pt x="4045" y="1968"/>
                    <a:pt x="4188" y="1726"/>
                  </a:cubicBezTo>
                  <a:cubicBezTo>
                    <a:pt x="4388" y="1825"/>
                    <a:pt x="4575" y="1897"/>
                    <a:pt x="4746" y="1939"/>
                  </a:cubicBezTo>
                  <a:cubicBezTo>
                    <a:pt x="4961" y="2001"/>
                    <a:pt x="5159" y="2029"/>
                    <a:pt x="5342" y="2029"/>
                  </a:cubicBezTo>
                  <a:cubicBezTo>
                    <a:pt x="5502" y="2029"/>
                    <a:pt x="5650" y="2008"/>
                    <a:pt x="5789" y="1968"/>
                  </a:cubicBezTo>
                  <a:cubicBezTo>
                    <a:pt x="5547" y="1754"/>
                    <a:pt x="5347" y="1468"/>
                    <a:pt x="5289" y="1139"/>
                  </a:cubicBezTo>
                  <a:cubicBezTo>
                    <a:pt x="5246" y="925"/>
                    <a:pt x="5017" y="796"/>
                    <a:pt x="4674" y="696"/>
                  </a:cubicBezTo>
                  <a:lnTo>
                    <a:pt x="4632" y="53"/>
                  </a:lnTo>
                  <a:cubicBezTo>
                    <a:pt x="4632" y="53"/>
                    <a:pt x="4296" y="1"/>
                    <a:pt x="3801" y="1"/>
                  </a:cubicBezTo>
                  <a:close/>
                </a:path>
              </a:pathLst>
            </a:custGeom>
            <a:solidFill>
              <a:srgbClr val="D671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5">
              <a:extLst>
                <a:ext uri="{FF2B5EF4-FFF2-40B4-BE49-F238E27FC236}">
                  <a16:creationId xmlns:a16="http://schemas.microsoft.com/office/drawing/2014/main" id="{562DCE25-C5A7-F1BF-F731-2A1BF0BA413B}"/>
                </a:ext>
              </a:extLst>
            </p:cNvPr>
            <p:cNvSpPr/>
            <p:nvPr/>
          </p:nvSpPr>
          <p:spPr>
            <a:xfrm>
              <a:off x="5336525" y="2255575"/>
              <a:ext cx="475275" cy="449400"/>
            </a:xfrm>
            <a:custGeom>
              <a:avLst/>
              <a:gdLst/>
              <a:ahLst/>
              <a:cxnLst/>
              <a:rect l="l" t="t" r="r" b="b"/>
              <a:pathLst>
                <a:path w="19011" h="17976" extrusionOk="0">
                  <a:moveTo>
                    <a:pt x="5322" y="1"/>
                  </a:moveTo>
                  <a:cubicBezTo>
                    <a:pt x="2286" y="1"/>
                    <a:pt x="273" y="166"/>
                    <a:pt x="273" y="166"/>
                  </a:cubicBezTo>
                  <a:cubicBezTo>
                    <a:pt x="187" y="2053"/>
                    <a:pt x="0" y="5083"/>
                    <a:pt x="3631" y="5498"/>
                  </a:cubicBezTo>
                  <a:cubicBezTo>
                    <a:pt x="7276" y="5912"/>
                    <a:pt x="11549" y="5584"/>
                    <a:pt x="12350" y="6655"/>
                  </a:cubicBezTo>
                  <a:cubicBezTo>
                    <a:pt x="13137" y="7728"/>
                    <a:pt x="12350" y="17562"/>
                    <a:pt x="12350" y="17562"/>
                  </a:cubicBezTo>
                  <a:cubicBezTo>
                    <a:pt x="12350" y="17562"/>
                    <a:pt x="13236" y="17276"/>
                    <a:pt x="13693" y="16632"/>
                  </a:cubicBezTo>
                  <a:cubicBezTo>
                    <a:pt x="13693" y="16632"/>
                    <a:pt x="14280" y="17518"/>
                    <a:pt x="14380" y="17975"/>
                  </a:cubicBezTo>
                  <a:cubicBezTo>
                    <a:pt x="14380" y="17975"/>
                    <a:pt x="15123" y="17604"/>
                    <a:pt x="15409" y="16718"/>
                  </a:cubicBezTo>
                  <a:cubicBezTo>
                    <a:pt x="15409" y="16718"/>
                    <a:pt x="15695" y="17461"/>
                    <a:pt x="16167" y="17975"/>
                  </a:cubicBezTo>
                  <a:cubicBezTo>
                    <a:pt x="16167" y="17975"/>
                    <a:pt x="16224" y="17876"/>
                    <a:pt x="16310" y="17733"/>
                  </a:cubicBezTo>
                  <a:cubicBezTo>
                    <a:pt x="16466" y="17476"/>
                    <a:pt x="16710" y="17061"/>
                    <a:pt x="16924" y="16775"/>
                  </a:cubicBezTo>
                  <a:cubicBezTo>
                    <a:pt x="16924" y="16775"/>
                    <a:pt x="17324" y="17975"/>
                    <a:pt x="18397" y="17975"/>
                  </a:cubicBezTo>
                  <a:cubicBezTo>
                    <a:pt x="18397" y="17975"/>
                    <a:pt x="18082" y="17232"/>
                    <a:pt x="18397" y="15603"/>
                  </a:cubicBezTo>
                  <a:cubicBezTo>
                    <a:pt x="18725" y="13973"/>
                    <a:pt x="19011" y="6255"/>
                    <a:pt x="18397" y="4126"/>
                  </a:cubicBezTo>
                  <a:cubicBezTo>
                    <a:pt x="17939" y="2496"/>
                    <a:pt x="16924" y="1252"/>
                    <a:pt x="13894" y="595"/>
                  </a:cubicBezTo>
                  <a:cubicBezTo>
                    <a:pt x="12979" y="395"/>
                    <a:pt x="11864" y="252"/>
                    <a:pt x="10520" y="166"/>
                  </a:cubicBezTo>
                  <a:cubicBezTo>
                    <a:pt x="8615" y="42"/>
                    <a:pt x="6841" y="1"/>
                    <a:pt x="5322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5">
              <a:extLst>
                <a:ext uri="{FF2B5EF4-FFF2-40B4-BE49-F238E27FC236}">
                  <a16:creationId xmlns:a16="http://schemas.microsoft.com/office/drawing/2014/main" id="{6CA93CE7-1D12-ED9B-4D0E-01C971F66BE5}"/>
                </a:ext>
              </a:extLst>
            </p:cNvPr>
            <p:cNvSpPr/>
            <p:nvPr/>
          </p:nvSpPr>
          <p:spPr>
            <a:xfrm>
              <a:off x="5598450" y="2265075"/>
              <a:ext cx="145825" cy="439900"/>
            </a:xfrm>
            <a:custGeom>
              <a:avLst/>
              <a:gdLst/>
              <a:ahLst/>
              <a:cxnLst/>
              <a:rect l="l" t="t" r="r" b="b"/>
              <a:pathLst>
                <a:path w="5833" h="17596" extrusionOk="0">
                  <a:moveTo>
                    <a:pt x="2231" y="1"/>
                  </a:moveTo>
                  <a:cubicBezTo>
                    <a:pt x="1759" y="1201"/>
                    <a:pt x="1044" y="2330"/>
                    <a:pt x="1" y="3260"/>
                  </a:cubicBezTo>
                  <a:cubicBezTo>
                    <a:pt x="716" y="3860"/>
                    <a:pt x="1101" y="4588"/>
                    <a:pt x="1330" y="5417"/>
                  </a:cubicBezTo>
                  <a:cubicBezTo>
                    <a:pt x="1373" y="5560"/>
                    <a:pt x="1415" y="5747"/>
                    <a:pt x="1444" y="5961"/>
                  </a:cubicBezTo>
                  <a:cubicBezTo>
                    <a:pt x="1630" y="6046"/>
                    <a:pt x="1773" y="6161"/>
                    <a:pt x="1873" y="6275"/>
                  </a:cubicBezTo>
                  <a:cubicBezTo>
                    <a:pt x="2130" y="6633"/>
                    <a:pt x="2216" y="7977"/>
                    <a:pt x="2216" y="9591"/>
                  </a:cubicBezTo>
                  <a:cubicBezTo>
                    <a:pt x="2216" y="12808"/>
                    <a:pt x="1873" y="17182"/>
                    <a:pt x="1873" y="17182"/>
                  </a:cubicBezTo>
                  <a:cubicBezTo>
                    <a:pt x="1873" y="17182"/>
                    <a:pt x="2759" y="16896"/>
                    <a:pt x="3216" y="16252"/>
                  </a:cubicBezTo>
                  <a:cubicBezTo>
                    <a:pt x="3216" y="16252"/>
                    <a:pt x="3803" y="17138"/>
                    <a:pt x="3903" y="17595"/>
                  </a:cubicBezTo>
                  <a:cubicBezTo>
                    <a:pt x="3903" y="17595"/>
                    <a:pt x="4646" y="17224"/>
                    <a:pt x="4932" y="16338"/>
                  </a:cubicBezTo>
                  <a:cubicBezTo>
                    <a:pt x="4932" y="16338"/>
                    <a:pt x="5218" y="17081"/>
                    <a:pt x="5690" y="17595"/>
                  </a:cubicBezTo>
                  <a:cubicBezTo>
                    <a:pt x="5690" y="17595"/>
                    <a:pt x="5747" y="17496"/>
                    <a:pt x="5833" y="17353"/>
                  </a:cubicBezTo>
                  <a:cubicBezTo>
                    <a:pt x="5561" y="16667"/>
                    <a:pt x="5303" y="15981"/>
                    <a:pt x="5347" y="15266"/>
                  </a:cubicBezTo>
                  <a:lnTo>
                    <a:pt x="5347" y="15266"/>
                  </a:lnTo>
                  <a:cubicBezTo>
                    <a:pt x="4960" y="15638"/>
                    <a:pt x="4589" y="16023"/>
                    <a:pt x="4203" y="16395"/>
                  </a:cubicBezTo>
                  <a:cubicBezTo>
                    <a:pt x="4003" y="15737"/>
                    <a:pt x="3874" y="15051"/>
                    <a:pt x="3788" y="14351"/>
                  </a:cubicBezTo>
                  <a:cubicBezTo>
                    <a:pt x="3546" y="14437"/>
                    <a:pt x="3288" y="14508"/>
                    <a:pt x="3031" y="14594"/>
                  </a:cubicBezTo>
                  <a:cubicBezTo>
                    <a:pt x="3317" y="12293"/>
                    <a:pt x="3603" y="10006"/>
                    <a:pt x="3874" y="7719"/>
                  </a:cubicBezTo>
                  <a:cubicBezTo>
                    <a:pt x="4032" y="6447"/>
                    <a:pt x="4160" y="5003"/>
                    <a:pt x="3346" y="4003"/>
                  </a:cubicBezTo>
                  <a:cubicBezTo>
                    <a:pt x="2888" y="3431"/>
                    <a:pt x="2187" y="3102"/>
                    <a:pt x="1516" y="2802"/>
                  </a:cubicBezTo>
                  <a:cubicBezTo>
                    <a:pt x="2273" y="2116"/>
                    <a:pt x="2917" y="1230"/>
                    <a:pt x="3417" y="215"/>
                  </a:cubicBezTo>
                  <a:cubicBezTo>
                    <a:pt x="3060" y="144"/>
                    <a:pt x="2660" y="72"/>
                    <a:pt x="2231" y="1"/>
                  </a:cubicBezTo>
                  <a:close/>
                </a:path>
              </a:pathLst>
            </a:custGeom>
            <a:solidFill>
              <a:srgbClr val="58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5">
              <a:extLst>
                <a:ext uri="{FF2B5EF4-FFF2-40B4-BE49-F238E27FC236}">
                  <a16:creationId xmlns:a16="http://schemas.microsoft.com/office/drawing/2014/main" id="{71EAD409-530E-3B9F-2CB0-5A47029D6984}"/>
                </a:ext>
              </a:extLst>
            </p:cNvPr>
            <p:cNvSpPr/>
            <p:nvPr/>
          </p:nvSpPr>
          <p:spPr>
            <a:xfrm>
              <a:off x="5112125" y="1809100"/>
              <a:ext cx="568550" cy="591300"/>
            </a:xfrm>
            <a:custGeom>
              <a:avLst/>
              <a:gdLst/>
              <a:ahLst/>
              <a:cxnLst/>
              <a:rect l="l" t="t" r="r" b="b"/>
              <a:pathLst>
                <a:path w="22742" h="23652" extrusionOk="0">
                  <a:moveTo>
                    <a:pt x="10551" y="0"/>
                  </a:moveTo>
                  <a:cubicBezTo>
                    <a:pt x="10479" y="0"/>
                    <a:pt x="10407" y="1"/>
                    <a:pt x="10335" y="1"/>
                  </a:cubicBezTo>
                  <a:cubicBezTo>
                    <a:pt x="5060" y="44"/>
                    <a:pt x="0" y="2902"/>
                    <a:pt x="315" y="11078"/>
                  </a:cubicBezTo>
                  <a:cubicBezTo>
                    <a:pt x="587" y="18225"/>
                    <a:pt x="3017" y="22671"/>
                    <a:pt x="9948" y="23513"/>
                  </a:cubicBezTo>
                  <a:cubicBezTo>
                    <a:pt x="10750" y="23605"/>
                    <a:pt x="11616" y="23651"/>
                    <a:pt x="12547" y="23651"/>
                  </a:cubicBezTo>
                  <a:cubicBezTo>
                    <a:pt x="12777" y="23651"/>
                    <a:pt x="13012" y="23648"/>
                    <a:pt x="13251" y="23643"/>
                  </a:cubicBezTo>
                  <a:cubicBezTo>
                    <a:pt x="22741" y="23371"/>
                    <a:pt x="22741" y="14566"/>
                    <a:pt x="22527" y="11393"/>
                  </a:cubicBezTo>
                  <a:cubicBezTo>
                    <a:pt x="22398" y="9563"/>
                    <a:pt x="22269" y="6005"/>
                    <a:pt x="19897" y="3331"/>
                  </a:cubicBezTo>
                  <a:cubicBezTo>
                    <a:pt x="18193" y="1430"/>
                    <a:pt x="15350" y="0"/>
                    <a:pt x="10551" y="0"/>
                  </a:cubicBezTo>
                  <a:close/>
                </a:path>
              </a:pathLst>
            </a:custGeom>
            <a:solidFill>
              <a:srgbClr val="774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5">
              <a:extLst>
                <a:ext uri="{FF2B5EF4-FFF2-40B4-BE49-F238E27FC236}">
                  <a16:creationId xmlns:a16="http://schemas.microsoft.com/office/drawing/2014/main" id="{BC867823-5109-7F11-644A-F4A7A385B378}"/>
                </a:ext>
              </a:extLst>
            </p:cNvPr>
            <p:cNvSpPr/>
            <p:nvPr/>
          </p:nvSpPr>
          <p:spPr>
            <a:xfrm>
              <a:off x="5172150" y="1821625"/>
              <a:ext cx="437400" cy="479550"/>
            </a:xfrm>
            <a:custGeom>
              <a:avLst/>
              <a:gdLst/>
              <a:ahLst/>
              <a:cxnLst/>
              <a:rect l="l" t="t" r="r" b="b"/>
              <a:pathLst>
                <a:path w="17496" h="19182" extrusionOk="0">
                  <a:moveTo>
                    <a:pt x="15952" y="1487"/>
                  </a:moveTo>
                  <a:cubicBezTo>
                    <a:pt x="15980" y="1601"/>
                    <a:pt x="15995" y="1702"/>
                    <a:pt x="16009" y="1816"/>
                  </a:cubicBezTo>
                  <a:cubicBezTo>
                    <a:pt x="16066" y="2073"/>
                    <a:pt x="16110" y="2287"/>
                    <a:pt x="16152" y="2487"/>
                  </a:cubicBezTo>
                  <a:cubicBezTo>
                    <a:pt x="16609" y="2588"/>
                    <a:pt x="17053" y="2702"/>
                    <a:pt x="17496" y="2830"/>
                  </a:cubicBezTo>
                  <a:cubicBezTo>
                    <a:pt x="17181" y="2487"/>
                    <a:pt x="16824" y="2144"/>
                    <a:pt x="16424" y="1830"/>
                  </a:cubicBezTo>
                  <a:cubicBezTo>
                    <a:pt x="16266" y="1715"/>
                    <a:pt x="16123" y="1601"/>
                    <a:pt x="15952" y="1487"/>
                  </a:cubicBezTo>
                  <a:close/>
                  <a:moveTo>
                    <a:pt x="4418" y="0"/>
                  </a:moveTo>
                  <a:cubicBezTo>
                    <a:pt x="3503" y="272"/>
                    <a:pt x="2630" y="658"/>
                    <a:pt x="1845" y="1187"/>
                  </a:cubicBezTo>
                  <a:cubicBezTo>
                    <a:pt x="2702" y="2258"/>
                    <a:pt x="2960" y="4246"/>
                    <a:pt x="2960" y="6304"/>
                  </a:cubicBezTo>
                  <a:lnTo>
                    <a:pt x="2960" y="6504"/>
                  </a:lnTo>
                  <a:cubicBezTo>
                    <a:pt x="2931" y="9863"/>
                    <a:pt x="2230" y="13365"/>
                    <a:pt x="2230" y="13365"/>
                  </a:cubicBezTo>
                  <a:cubicBezTo>
                    <a:pt x="2230" y="13365"/>
                    <a:pt x="3160" y="13579"/>
                    <a:pt x="5018" y="13636"/>
                  </a:cubicBezTo>
                  <a:cubicBezTo>
                    <a:pt x="5047" y="13036"/>
                    <a:pt x="5075" y="12435"/>
                    <a:pt x="5117" y="11835"/>
                  </a:cubicBezTo>
                  <a:cubicBezTo>
                    <a:pt x="5275" y="9106"/>
                    <a:pt x="5418" y="6804"/>
                    <a:pt x="6890" y="4389"/>
                  </a:cubicBezTo>
                  <a:lnTo>
                    <a:pt x="6890" y="4389"/>
                  </a:lnTo>
                  <a:cubicBezTo>
                    <a:pt x="6661" y="4446"/>
                    <a:pt x="6432" y="4488"/>
                    <a:pt x="6247" y="4488"/>
                  </a:cubicBezTo>
                  <a:cubicBezTo>
                    <a:pt x="6161" y="4488"/>
                    <a:pt x="6076" y="4474"/>
                    <a:pt x="6019" y="4446"/>
                  </a:cubicBezTo>
                  <a:cubicBezTo>
                    <a:pt x="5889" y="4374"/>
                    <a:pt x="5847" y="4231"/>
                    <a:pt x="5847" y="4059"/>
                  </a:cubicBezTo>
                  <a:cubicBezTo>
                    <a:pt x="5847" y="3703"/>
                    <a:pt x="6019" y="3202"/>
                    <a:pt x="6019" y="2802"/>
                  </a:cubicBezTo>
                  <a:lnTo>
                    <a:pt x="6019" y="2802"/>
                  </a:lnTo>
                  <a:cubicBezTo>
                    <a:pt x="6018" y="2802"/>
                    <a:pt x="5403" y="3516"/>
                    <a:pt x="4989" y="3516"/>
                  </a:cubicBezTo>
                  <a:cubicBezTo>
                    <a:pt x="4961" y="3516"/>
                    <a:pt x="4917" y="3516"/>
                    <a:pt x="4889" y="3503"/>
                  </a:cubicBezTo>
                  <a:cubicBezTo>
                    <a:pt x="4631" y="3417"/>
                    <a:pt x="4460" y="1744"/>
                    <a:pt x="4418" y="0"/>
                  </a:cubicBezTo>
                  <a:close/>
                  <a:moveTo>
                    <a:pt x="5432" y="18796"/>
                  </a:moveTo>
                  <a:cubicBezTo>
                    <a:pt x="4989" y="18810"/>
                    <a:pt x="4574" y="18825"/>
                    <a:pt x="4160" y="18854"/>
                  </a:cubicBezTo>
                  <a:cubicBezTo>
                    <a:pt x="3274" y="18882"/>
                    <a:pt x="2459" y="18925"/>
                    <a:pt x="1702" y="18925"/>
                  </a:cubicBezTo>
                  <a:cubicBezTo>
                    <a:pt x="1087" y="18925"/>
                    <a:pt x="530" y="18896"/>
                    <a:pt x="0" y="18825"/>
                  </a:cubicBezTo>
                  <a:lnTo>
                    <a:pt x="0" y="18825"/>
                  </a:lnTo>
                  <a:cubicBezTo>
                    <a:pt x="86" y="18953"/>
                    <a:pt x="172" y="19068"/>
                    <a:pt x="258" y="19182"/>
                  </a:cubicBezTo>
                  <a:cubicBezTo>
                    <a:pt x="258" y="19182"/>
                    <a:pt x="2274" y="19025"/>
                    <a:pt x="5318" y="19025"/>
                  </a:cubicBezTo>
                  <a:lnTo>
                    <a:pt x="5489" y="19025"/>
                  </a:lnTo>
                  <a:cubicBezTo>
                    <a:pt x="5475" y="18953"/>
                    <a:pt x="5447" y="18867"/>
                    <a:pt x="5432" y="18796"/>
                  </a:cubicBezTo>
                  <a:close/>
                </a:path>
              </a:pathLst>
            </a:custGeom>
            <a:solidFill>
              <a:srgbClr val="683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5">
              <a:extLst>
                <a:ext uri="{FF2B5EF4-FFF2-40B4-BE49-F238E27FC236}">
                  <a16:creationId xmlns:a16="http://schemas.microsoft.com/office/drawing/2014/main" id="{2786EF3D-F0D7-7DE8-E3C4-82FC7BBF4D84}"/>
                </a:ext>
              </a:extLst>
            </p:cNvPr>
            <p:cNvSpPr/>
            <p:nvPr/>
          </p:nvSpPr>
          <p:spPr>
            <a:xfrm>
              <a:off x="5558450" y="2192900"/>
              <a:ext cx="47175" cy="39325"/>
            </a:xfrm>
            <a:custGeom>
              <a:avLst/>
              <a:gdLst/>
              <a:ahLst/>
              <a:cxnLst/>
              <a:rect l="l" t="t" r="r" b="b"/>
              <a:pathLst>
                <a:path w="1887" h="1573" extrusionOk="0">
                  <a:moveTo>
                    <a:pt x="858" y="1"/>
                  </a:moveTo>
                  <a:cubicBezTo>
                    <a:pt x="0" y="1"/>
                    <a:pt x="86" y="1386"/>
                    <a:pt x="814" y="1558"/>
                  </a:cubicBezTo>
                  <a:cubicBezTo>
                    <a:pt x="843" y="1573"/>
                    <a:pt x="886" y="1573"/>
                    <a:pt x="929" y="1573"/>
                  </a:cubicBezTo>
                  <a:cubicBezTo>
                    <a:pt x="1601" y="1573"/>
                    <a:pt x="1887" y="129"/>
                    <a:pt x="972" y="14"/>
                  </a:cubicBezTo>
                  <a:cubicBezTo>
                    <a:pt x="929" y="1"/>
                    <a:pt x="886" y="1"/>
                    <a:pt x="858" y="1"/>
                  </a:cubicBezTo>
                  <a:close/>
                </a:path>
              </a:pathLst>
            </a:custGeom>
            <a:solidFill>
              <a:srgbClr val="6F3B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5">
              <a:extLst>
                <a:ext uri="{FF2B5EF4-FFF2-40B4-BE49-F238E27FC236}">
                  <a16:creationId xmlns:a16="http://schemas.microsoft.com/office/drawing/2014/main" id="{7F9D26B8-F366-81B4-067F-D84FEB902B4C}"/>
                </a:ext>
              </a:extLst>
            </p:cNvPr>
            <p:cNvSpPr/>
            <p:nvPr/>
          </p:nvSpPr>
          <p:spPr>
            <a:xfrm>
              <a:off x="5581650" y="2255425"/>
              <a:ext cx="32200" cy="41850"/>
            </a:xfrm>
            <a:custGeom>
              <a:avLst/>
              <a:gdLst/>
              <a:ahLst/>
              <a:cxnLst/>
              <a:rect l="l" t="t" r="r" b="b"/>
              <a:pathLst>
                <a:path w="1288" h="1674" extrusionOk="0">
                  <a:moveTo>
                    <a:pt x="687" y="0"/>
                  </a:moveTo>
                  <a:cubicBezTo>
                    <a:pt x="673" y="0"/>
                    <a:pt x="644" y="0"/>
                    <a:pt x="616" y="15"/>
                  </a:cubicBezTo>
                  <a:cubicBezTo>
                    <a:pt x="73" y="57"/>
                    <a:pt x="1" y="1673"/>
                    <a:pt x="616" y="1673"/>
                  </a:cubicBezTo>
                  <a:cubicBezTo>
                    <a:pt x="915" y="1673"/>
                    <a:pt x="1173" y="1258"/>
                    <a:pt x="1230" y="844"/>
                  </a:cubicBezTo>
                  <a:cubicBezTo>
                    <a:pt x="1287" y="429"/>
                    <a:pt x="1144" y="0"/>
                    <a:pt x="687" y="0"/>
                  </a:cubicBezTo>
                  <a:close/>
                </a:path>
              </a:pathLst>
            </a:custGeom>
            <a:solidFill>
              <a:srgbClr val="6F3B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5">
              <a:extLst>
                <a:ext uri="{FF2B5EF4-FFF2-40B4-BE49-F238E27FC236}">
                  <a16:creationId xmlns:a16="http://schemas.microsoft.com/office/drawing/2014/main" id="{DC150B44-167E-A2C0-0757-6C934AA110B8}"/>
                </a:ext>
              </a:extLst>
            </p:cNvPr>
            <p:cNvSpPr/>
            <p:nvPr/>
          </p:nvSpPr>
          <p:spPr>
            <a:xfrm>
              <a:off x="5617750" y="2212200"/>
              <a:ext cx="21100" cy="20025"/>
            </a:xfrm>
            <a:custGeom>
              <a:avLst/>
              <a:gdLst/>
              <a:ahLst/>
              <a:cxnLst/>
              <a:rect l="l" t="t" r="r" b="b"/>
              <a:pathLst>
                <a:path w="844" h="801" extrusionOk="0">
                  <a:moveTo>
                    <a:pt x="430" y="0"/>
                  </a:moveTo>
                  <a:cubicBezTo>
                    <a:pt x="215" y="0"/>
                    <a:pt x="72" y="200"/>
                    <a:pt x="29" y="401"/>
                  </a:cubicBezTo>
                  <a:cubicBezTo>
                    <a:pt x="1" y="601"/>
                    <a:pt x="72" y="801"/>
                    <a:pt x="300" y="801"/>
                  </a:cubicBezTo>
                  <a:lnTo>
                    <a:pt x="315" y="801"/>
                  </a:lnTo>
                  <a:cubicBezTo>
                    <a:pt x="815" y="786"/>
                    <a:pt x="844" y="115"/>
                    <a:pt x="558" y="14"/>
                  </a:cubicBezTo>
                  <a:cubicBezTo>
                    <a:pt x="515" y="0"/>
                    <a:pt x="472" y="0"/>
                    <a:pt x="430" y="0"/>
                  </a:cubicBezTo>
                  <a:close/>
                </a:path>
              </a:pathLst>
            </a:custGeom>
            <a:solidFill>
              <a:srgbClr val="6F3B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5">
              <a:extLst>
                <a:ext uri="{FF2B5EF4-FFF2-40B4-BE49-F238E27FC236}">
                  <a16:creationId xmlns:a16="http://schemas.microsoft.com/office/drawing/2014/main" id="{FC7AF97B-C70A-93A5-1213-220C5E0E62EB}"/>
                </a:ext>
              </a:extLst>
            </p:cNvPr>
            <p:cNvSpPr/>
            <p:nvPr/>
          </p:nvSpPr>
          <p:spPr>
            <a:xfrm>
              <a:off x="5596650" y="2160025"/>
              <a:ext cx="32200" cy="30750"/>
            </a:xfrm>
            <a:custGeom>
              <a:avLst/>
              <a:gdLst/>
              <a:ahLst/>
              <a:cxnLst/>
              <a:rect l="l" t="t" r="r" b="b"/>
              <a:pathLst>
                <a:path w="1288" h="1230" extrusionOk="0">
                  <a:moveTo>
                    <a:pt x="773" y="1"/>
                  </a:moveTo>
                  <a:cubicBezTo>
                    <a:pt x="458" y="1"/>
                    <a:pt x="1" y="1201"/>
                    <a:pt x="516" y="1230"/>
                  </a:cubicBezTo>
                  <a:lnTo>
                    <a:pt x="544" y="1230"/>
                  </a:lnTo>
                  <a:cubicBezTo>
                    <a:pt x="1087" y="1230"/>
                    <a:pt x="1287" y="486"/>
                    <a:pt x="873" y="43"/>
                  </a:cubicBezTo>
                  <a:cubicBezTo>
                    <a:pt x="845" y="14"/>
                    <a:pt x="801" y="1"/>
                    <a:pt x="773" y="1"/>
                  </a:cubicBezTo>
                  <a:close/>
                </a:path>
              </a:pathLst>
            </a:custGeom>
            <a:solidFill>
              <a:srgbClr val="6F3B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5">
              <a:extLst>
                <a:ext uri="{FF2B5EF4-FFF2-40B4-BE49-F238E27FC236}">
                  <a16:creationId xmlns:a16="http://schemas.microsoft.com/office/drawing/2014/main" id="{8AE9E7C3-3A7F-2745-2BFE-C5137467F5D2}"/>
                </a:ext>
              </a:extLst>
            </p:cNvPr>
            <p:cNvSpPr/>
            <p:nvPr/>
          </p:nvSpPr>
          <p:spPr>
            <a:xfrm>
              <a:off x="5663850" y="2748125"/>
              <a:ext cx="67800" cy="59825"/>
            </a:xfrm>
            <a:custGeom>
              <a:avLst/>
              <a:gdLst/>
              <a:ahLst/>
              <a:cxnLst/>
              <a:rect l="l" t="t" r="r" b="b"/>
              <a:pathLst>
                <a:path w="2712" h="2393" extrusionOk="0">
                  <a:moveTo>
                    <a:pt x="1527" y="0"/>
                  </a:moveTo>
                  <a:cubicBezTo>
                    <a:pt x="1504" y="0"/>
                    <a:pt x="1481" y="1"/>
                    <a:pt x="1458" y="4"/>
                  </a:cubicBezTo>
                  <a:cubicBezTo>
                    <a:pt x="543" y="89"/>
                    <a:pt x="57" y="703"/>
                    <a:pt x="57" y="703"/>
                  </a:cubicBezTo>
                  <a:lnTo>
                    <a:pt x="0" y="2076"/>
                  </a:lnTo>
                  <a:cubicBezTo>
                    <a:pt x="0" y="2076"/>
                    <a:pt x="592" y="2392"/>
                    <a:pt x="1204" y="2392"/>
                  </a:cubicBezTo>
                  <a:cubicBezTo>
                    <a:pt x="1484" y="2392"/>
                    <a:pt x="1768" y="2326"/>
                    <a:pt x="2001" y="2133"/>
                  </a:cubicBezTo>
                  <a:cubicBezTo>
                    <a:pt x="2712" y="1548"/>
                    <a:pt x="2378" y="0"/>
                    <a:pt x="1527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5">
              <a:extLst>
                <a:ext uri="{FF2B5EF4-FFF2-40B4-BE49-F238E27FC236}">
                  <a16:creationId xmlns:a16="http://schemas.microsoft.com/office/drawing/2014/main" id="{7B792A37-E80A-1DD9-E0DA-683791DA91F7}"/>
                </a:ext>
              </a:extLst>
            </p:cNvPr>
            <p:cNvSpPr/>
            <p:nvPr/>
          </p:nvSpPr>
          <p:spPr>
            <a:xfrm>
              <a:off x="5613475" y="2744600"/>
              <a:ext cx="75775" cy="62900"/>
            </a:xfrm>
            <a:custGeom>
              <a:avLst/>
              <a:gdLst/>
              <a:ahLst/>
              <a:cxnLst/>
              <a:rect l="l" t="t" r="r" b="b"/>
              <a:pathLst>
                <a:path w="3031" h="2516" extrusionOk="0">
                  <a:moveTo>
                    <a:pt x="1806" y="0"/>
                  </a:moveTo>
                  <a:cubicBezTo>
                    <a:pt x="913" y="0"/>
                    <a:pt x="186" y="802"/>
                    <a:pt x="186" y="802"/>
                  </a:cubicBezTo>
                  <a:lnTo>
                    <a:pt x="0" y="2060"/>
                  </a:lnTo>
                  <a:cubicBezTo>
                    <a:pt x="0" y="2060"/>
                    <a:pt x="644" y="2515"/>
                    <a:pt x="1408" y="2515"/>
                  </a:cubicBezTo>
                  <a:cubicBezTo>
                    <a:pt x="1610" y="2515"/>
                    <a:pt x="1821" y="2484"/>
                    <a:pt x="2030" y="2403"/>
                  </a:cubicBezTo>
                  <a:cubicBezTo>
                    <a:pt x="3031" y="2031"/>
                    <a:pt x="3002" y="158"/>
                    <a:pt x="2015" y="15"/>
                  </a:cubicBezTo>
                  <a:cubicBezTo>
                    <a:pt x="1945" y="5"/>
                    <a:pt x="1875" y="0"/>
                    <a:pt x="1806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5">
              <a:extLst>
                <a:ext uri="{FF2B5EF4-FFF2-40B4-BE49-F238E27FC236}">
                  <a16:creationId xmlns:a16="http://schemas.microsoft.com/office/drawing/2014/main" id="{9242B5BE-38FC-C9B0-1118-BB49F3EF5201}"/>
                </a:ext>
              </a:extLst>
            </p:cNvPr>
            <p:cNvSpPr/>
            <p:nvPr/>
          </p:nvSpPr>
          <p:spPr>
            <a:xfrm>
              <a:off x="5478400" y="2696200"/>
              <a:ext cx="164025" cy="108500"/>
            </a:xfrm>
            <a:custGeom>
              <a:avLst/>
              <a:gdLst/>
              <a:ahLst/>
              <a:cxnLst/>
              <a:rect l="l" t="t" r="r" b="b"/>
              <a:pathLst>
                <a:path w="6561" h="4340" extrusionOk="0">
                  <a:moveTo>
                    <a:pt x="3981" y="1"/>
                  </a:moveTo>
                  <a:cubicBezTo>
                    <a:pt x="3307" y="1"/>
                    <a:pt x="2092" y="101"/>
                    <a:pt x="1144" y="737"/>
                  </a:cubicBezTo>
                  <a:cubicBezTo>
                    <a:pt x="772" y="979"/>
                    <a:pt x="443" y="1309"/>
                    <a:pt x="201" y="1723"/>
                  </a:cubicBezTo>
                  <a:cubicBezTo>
                    <a:pt x="201" y="1723"/>
                    <a:pt x="71" y="2109"/>
                    <a:pt x="29" y="2567"/>
                  </a:cubicBezTo>
                  <a:lnTo>
                    <a:pt x="29" y="2595"/>
                  </a:lnTo>
                  <a:cubicBezTo>
                    <a:pt x="0" y="3009"/>
                    <a:pt x="58" y="3453"/>
                    <a:pt x="343" y="3739"/>
                  </a:cubicBezTo>
                  <a:cubicBezTo>
                    <a:pt x="564" y="3959"/>
                    <a:pt x="951" y="4026"/>
                    <a:pt x="1395" y="4026"/>
                  </a:cubicBezTo>
                  <a:cubicBezTo>
                    <a:pt x="1440" y="4026"/>
                    <a:pt x="1484" y="4026"/>
                    <a:pt x="1529" y="4024"/>
                  </a:cubicBezTo>
                  <a:cubicBezTo>
                    <a:pt x="2190" y="4000"/>
                    <a:pt x="2961" y="3865"/>
                    <a:pt x="3564" y="3865"/>
                  </a:cubicBezTo>
                  <a:cubicBezTo>
                    <a:pt x="3679" y="3865"/>
                    <a:pt x="3788" y="3870"/>
                    <a:pt x="3888" y="3882"/>
                  </a:cubicBezTo>
                  <a:cubicBezTo>
                    <a:pt x="4558" y="3971"/>
                    <a:pt x="5019" y="4339"/>
                    <a:pt x="5474" y="4339"/>
                  </a:cubicBezTo>
                  <a:cubicBezTo>
                    <a:pt x="5602" y="4339"/>
                    <a:pt x="5729" y="4310"/>
                    <a:pt x="5861" y="4238"/>
                  </a:cubicBezTo>
                  <a:cubicBezTo>
                    <a:pt x="5960" y="4181"/>
                    <a:pt x="6061" y="4095"/>
                    <a:pt x="6160" y="3981"/>
                  </a:cubicBezTo>
                  <a:cubicBezTo>
                    <a:pt x="6561" y="3567"/>
                    <a:pt x="6547" y="2923"/>
                    <a:pt x="6217" y="2494"/>
                  </a:cubicBezTo>
                  <a:cubicBezTo>
                    <a:pt x="6175" y="2437"/>
                    <a:pt x="6132" y="2380"/>
                    <a:pt x="6075" y="2338"/>
                  </a:cubicBezTo>
                  <a:cubicBezTo>
                    <a:pt x="5893" y="2173"/>
                    <a:pt x="5647" y="2071"/>
                    <a:pt x="5354" y="2071"/>
                  </a:cubicBezTo>
                  <a:cubicBezTo>
                    <a:pt x="5165" y="2071"/>
                    <a:pt x="4955" y="2113"/>
                    <a:pt x="4731" y="2209"/>
                  </a:cubicBezTo>
                  <a:lnTo>
                    <a:pt x="4702" y="1894"/>
                  </a:lnTo>
                  <a:lnTo>
                    <a:pt x="4559" y="665"/>
                  </a:lnTo>
                  <a:lnTo>
                    <a:pt x="4489" y="22"/>
                  </a:lnTo>
                  <a:cubicBezTo>
                    <a:pt x="4489" y="22"/>
                    <a:pt x="4293" y="1"/>
                    <a:pt x="3981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5">
              <a:extLst>
                <a:ext uri="{FF2B5EF4-FFF2-40B4-BE49-F238E27FC236}">
                  <a16:creationId xmlns:a16="http://schemas.microsoft.com/office/drawing/2014/main" id="{6A5060D5-E74C-4BB1-CA6F-B569CB85ECA0}"/>
                </a:ext>
              </a:extLst>
            </p:cNvPr>
            <p:cNvSpPr/>
            <p:nvPr/>
          </p:nvSpPr>
          <p:spPr>
            <a:xfrm>
              <a:off x="5479125" y="2710325"/>
              <a:ext cx="173675" cy="50775"/>
            </a:xfrm>
            <a:custGeom>
              <a:avLst/>
              <a:gdLst/>
              <a:ahLst/>
              <a:cxnLst/>
              <a:rect l="l" t="t" r="r" b="b"/>
              <a:pathLst>
                <a:path w="6947" h="2031" extrusionOk="0">
                  <a:moveTo>
                    <a:pt x="3400" y="1"/>
                  </a:moveTo>
                  <a:cubicBezTo>
                    <a:pt x="2634" y="1"/>
                    <a:pt x="1766" y="89"/>
                    <a:pt x="1115" y="172"/>
                  </a:cubicBezTo>
                  <a:cubicBezTo>
                    <a:pt x="528" y="243"/>
                    <a:pt x="114" y="315"/>
                    <a:pt x="114" y="315"/>
                  </a:cubicBezTo>
                  <a:lnTo>
                    <a:pt x="0" y="2002"/>
                  </a:lnTo>
                  <a:lnTo>
                    <a:pt x="0" y="2030"/>
                  </a:lnTo>
                  <a:lnTo>
                    <a:pt x="1544" y="2015"/>
                  </a:lnTo>
                  <a:lnTo>
                    <a:pt x="2129" y="2002"/>
                  </a:lnTo>
                  <a:lnTo>
                    <a:pt x="2601" y="1987"/>
                  </a:lnTo>
                  <a:lnTo>
                    <a:pt x="5817" y="1944"/>
                  </a:lnTo>
                  <a:lnTo>
                    <a:pt x="6188" y="1929"/>
                  </a:lnTo>
                  <a:lnTo>
                    <a:pt x="6947" y="1916"/>
                  </a:lnTo>
                  <a:cubicBezTo>
                    <a:pt x="6947" y="1916"/>
                    <a:pt x="6617" y="1830"/>
                    <a:pt x="6246" y="1644"/>
                  </a:cubicBezTo>
                  <a:cubicBezTo>
                    <a:pt x="6074" y="1558"/>
                    <a:pt x="5889" y="1443"/>
                    <a:pt x="5717" y="1315"/>
                  </a:cubicBezTo>
                  <a:cubicBezTo>
                    <a:pt x="5460" y="1100"/>
                    <a:pt x="5245" y="843"/>
                    <a:pt x="5159" y="500"/>
                  </a:cubicBezTo>
                  <a:cubicBezTo>
                    <a:pt x="5117" y="300"/>
                    <a:pt x="4873" y="172"/>
                    <a:pt x="4530" y="100"/>
                  </a:cubicBezTo>
                  <a:cubicBezTo>
                    <a:pt x="4223" y="28"/>
                    <a:pt x="3827" y="1"/>
                    <a:pt x="3400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5">
              <a:extLst>
                <a:ext uri="{FF2B5EF4-FFF2-40B4-BE49-F238E27FC236}">
                  <a16:creationId xmlns:a16="http://schemas.microsoft.com/office/drawing/2014/main" id="{0E652198-A21B-339D-3D7D-A5229EBB638A}"/>
                </a:ext>
              </a:extLst>
            </p:cNvPr>
            <p:cNvSpPr/>
            <p:nvPr/>
          </p:nvSpPr>
          <p:spPr>
            <a:xfrm>
              <a:off x="5478400" y="2696200"/>
              <a:ext cx="143675" cy="100675"/>
            </a:xfrm>
            <a:custGeom>
              <a:avLst/>
              <a:gdLst/>
              <a:ahLst/>
              <a:cxnLst/>
              <a:rect l="l" t="t" r="r" b="b"/>
              <a:pathLst>
                <a:path w="5747" h="4027" extrusionOk="0">
                  <a:moveTo>
                    <a:pt x="3981" y="1"/>
                  </a:moveTo>
                  <a:cubicBezTo>
                    <a:pt x="3307" y="1"/>
                    <a:pt x="2092" y="101"/>
                    <a:pt x="1144" y="737"/>
                  </a:cubicBezTo>
                  <a:cubicBezTo>
                    <a:pt x="557" y="808"/>
                    <a:pt x="143" y="880"/>
                    <a:pt x="143" y="880"/>
                  </a:cubicBezTo>
                  <a:lnTo>
                    <a:pt x="29" y="2567"/>
                  </a:lnTo>
                  <a:lnTo>
                    <a:pt x="29" y="2595"/>
                  </a:lnTo>
                  <a:cubicBezTo>
                    <a:pt x="0" y="3009"/>
                    <a:pt x="58" y="3453"/>
                    <a:pt x="343" y="3739"/>
                  </a:cubicBezTo>
                  <a:cubicBezTo>
                    <a:pt x="564" y="3959"/>
                    <a:pt x="951" y="4026"/>
                    <a:pt x="1395" y="4026"/>
                  </a:cubicBezTo>
                  <a:cubicBezTo>
                    <a:pt x="1440" y="4026"/>
                    <a:pt x="1484" y="4026"/>
                    <a:pt x="1529" y="4024"/>
                  </a:cubicBezTo>
                  <a:cubicBezTo>
                    <a:pt x="1487" y="3524"/>
                    <a:pt x="1472" y="3038"/>
                    <a:pt x="1573" y="2580"/>
                  </a:cubicBezTo>
                  <a:cubicBezTo>
                    <a:pt x="1615" y="2424"/>
                    <a:pt x="1658" y="2266"/>
                    <a:pt x="1716" y="2123"/>
                  </a:cubicBezTo>
                  <a:lnTo>
                    <a:pt x="2158" y="2567"/>
                  </a:lnTo>
                  <a:lnTo>
                    <a:pt x="2244" y="2652"/>
                  </a:lnTo>
                  <a:cubicBezTo>
                    <a:pt x="2305" y="2712"/>
                    <a:pt x="2376" y="2773"/>
                    <a:pt x="2448" y="2773"/>
                  </a:cubicBezTo>
                  <a:cubicBezTo>
                    <a:pt x="2461" y="2773"/>
                    <a:pt x="2474" y="2771"/>
                    <a:pt x="2487" y="2767"/>
                  </a:cubicBezTo>
                  <a:cubicBezTo>
                    <a:pt x="2545" y="2738"/>
                    <a:pt x="2573" y="2666"/>
                    <a:pt x="2602" y="2609"/>
                  </a:cubicBezTo>
                  <a:cubicBezTo>
                    <a:pt x="2616" y="2595"/>
                    <a:pt x="2616" y="2580"/>
                    <a:pt x="2630" y="2552"/>
                  </a:cubicBezTo>
                  <a:cubicBezTo>
                    <a:pt x="2773" y="2223"/>
                    <a:pt x="2930" y="1894"/>
                    <a:pt x="3073" y="1566"/>
                  </a:cubicBezTo>
                  <a:cubicBezTo>
                    <a:pt x="3231" y="1837"/>
                    <a:pt x="3402" y="2109"/>
                    <a:pt x="3587" y="2352"/>
                  </a:cubicBezTo>
                  <a:cubicBezTo>
                    <a:pt x="3802" y="2180"/>
                    <a:pt x="3988" y="1966"/>
                    <a:pt x="4117" y="1709"/>
                  </a:cubicBezTo>
                  <a:cubicBezTo>
                    <a:pt x="4331" y="1795"/>
                    <a:pt x="4517" y="1852"/>
                    <a:pt x="4702" y="1894"/>
                  </a:cubicBezTo>
                  <a:cubicBezTo>
                    <a:pt x="4887" y="1934"/>
                    <a:pt x="5059" y="1952"/>
                    <a:pt x="5220" y="1952"/>
                  </a:cubicBezTo>
                  <a:cubicBezTo>
                    <a:pt x="5409" y="1952"/>
                    <a:pt x="5584" y="1927"/>
                    <a:pt x="5746" y="1880"/>
                  </a:cubicBezTo>
                  <a:cubicBezTo>
                    <a:pt x="5489" y="1665"/>
                    <a:pt x="5274" y="1408"/>
                    <a:pt x="5188" y="1065"/>
                  </a:cubicBezTo>
                  <a:cubicBezTo>
                    <a:pt x="5146" y="865"/>
                    <a:pt x="4902" y="737"/>
                    <a:pt x="4559" y="665"/>
                  </a:cubicBezTo>
                  <a:lnTo>
                    <a:pt x="4489" y="22"/>
                  </a:lnTo>
                  <a:cubicBezTo>
                    <a:pt x="4489" y="22"/>
                    <a:pt x="4293" y="1"/>
                    <a:pt x="3981" y="1"/>
                  </a:cubicBezTo>
                  <a:close/>
                </a:path>
              </a:pathLst>
            </a:custGeom>
            <a:solidFill>
              <a:srgbClr val="D671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5">
              <a:extLst>
                <a:ext uri="{FF2B5EF4-FFF2-40B4-BE49-F238E27FC236}">
                  <a16:creationId xmlns:a16="http://schemas.microsoft.com/office/drawing/2014/main" id="{327B5196-83F5-4E4B-834F-76DB5AC5CDA2}"/>
                </a:ext>
              </a:extLst>
            </p:cNvPr>
            <p:cNvSpPr/>
            <p:nvPr/>
          </p:nvSpPr>
          <p:spPr>
            <a:xfrm>
              <a:off x="5171800" y="2297325"/>
              <a:ext cx="475275" cy="449475"/>
            </a:xfrm>
            <a:custGeom>
              <a:avLst/>
              <a:gdLst/>
              <a:ahLst/>
              <a:cxnLst/>
              <a:rect l="l" t="t" r="r" b="b"/>
              <a:pathLst>
                <a:path w="19011" h="17979" extrusionOk="0">
                  <a:moveTo>
                    <a:pt x="5234" y="0"/>
                  </a:moveTo>
                  <a:cubicBezTo>
                    <a:pt x="2241" y="0"/>
                    <a:pt x="272" y="154"/>
                    <a:pt x="272" y="154"/>
                  </a:cubicBezTo>
                  <a:cubicBezTo>
                    <a:pt x="186" y="2041"/>
                    <a:pt x="1" y="5071"/>
                    <a:pt x="3631" y="5486"/>
                  </a:cubicBezTo>
                  <a:cubicBezTo>
                    <a:pt x="7262" y="5915"/>
                    <a:pt x="11550" y="5585"/>
                    <a:pt x="12335" y="6658"/>
                  </a:cubicBezTo>
                  <a:cubicBezTo>
                    <a:pt x="13136" y="7729"/>
                    <a:pt x="12335" y="17550"/>
                    <a:pt x="12335" y="17550"/>
                  </a:cubicBezTo>
                  <a:cubicBezTo>
                    <a:pt x="12335" y="17550"/>
                    <a:pt x="13236" y="17277"/>
                    <a:pt x="13694" y="16620"/>
                  </a:cubicBezTo>
                  <a:cubicBezTo>
                    <a:pt x="13694" y="16620"/>
                    <a:pt x="14279" y="17506"/>
                    <a:pt x="14380" y="17978"/>
                  </a:cubicBezTo>
                  <a:cubicBezTo>
                    <a:pt x="14380" y="17978"/>
                    <a:pt x="15123" y="17592"/>
                    <a:pt x="15409" y="16721"/>
                  </a:cubicBezTo>
                  <a:cubicBezTo>
                    <a:pt x="15409" y="16721"/>
                    <a:pt x="15695" y="17464"/>
                    <a:pt x="16166" y="17978"/>
                  </a:cubicBezTo>
                  <a:cubicBezTo>
                    <a:pt x="16166" y="17978"/>
                    <a:pt x="16595" y="17220"/>
                    <a:pt x="16909" y="16763"/>
                  </a:cubicBezTo>
                  <a:cubicBezTo>
                    <a:pt x="16909" y="16763"/>
                    <a:pt x="17324" y="17978"/>
                    <a:pt x="18396" y="17978"/>
                  </a:cubicBezTo>
                  <a:cubicBezTo>
                    <a:pt x="18396" y="17978"/>
                    <a:pt x="18367" y="17906"/>
                    <a:pt x="18339" y="17763"/>
                  </a:cubicBezTo>
                  <a:cubicBezTo>
                    <a:pt x="18268" y="17449"/>
                    <a:pt x="18167" y="16734"/>
                    <a:pt x="18396" y="15591"/>
                  </a:cubicBezTo>
                  <a:cubicBezTo>
                    <a:pt x="18725" y="13961"/>
                    <a:pt x="19011" y="6243"/>
                    <a:pt x="18396" y="4127"/>
                  </a:cubicBezTo>
                  <a:cubicBezTo>
                    <a:pt x="17795" y="1998"/>
                    <a:pt x="16238" y="525"/>
                    <a:pt x="10521" y="154"/>
                  </a:cubicBezTo>
                  <a:cubicBezTo>
                    <a:pt x="9406" y="83"/>
                    <a:pt x="8348" y="40"/>
                    <a:pt x="7347" y="26"/>
                  </a:cubicBezTo>
                  <a:cubicBezTo>
                    <a:pt x="6600" y="8"/>
                    <a:pt x="5892" y="0"/>
                    <a:pt x="5234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5">
              <a:extLst>
                <a:ext uri="{FF2B5EF4-FFF2-40B4-BE49-F238E27FC236}">
                  <a16:creationId xmlns:a16="http://schemas.microsoft.com/office/drawing/2014/main" id="{18904648-4552-A314-A806-C70DE537DF85}"/>
                </a:ext>
              </a:extLst>
            </p:cNvPr>
            <p:cNvSpPr/>
            <p:nvPr/>
          </p:nvSpPr>
          <p:spPr>
            <a:xfrm>
              <a:off x="5177525" y="2297250"/>
              <a:ext cx="454175" cy="449550"/>
            </a:xfrm>
            <a:custGeom>
              <a:avLst/>
              <a:gdLst/>
              <a:ahLst/>
              <a:cxnLst/>
              <a:rect l="l" t="t" r="r" b="b"/>
              <a:pathLst>
                <a:path w="18167" h="17982" extrusionOk="0">
                  <a:moveTo>
                    <a:pt x="5103" y="0"/>
                  </a:moveTo>
                  <a:cubicBezTo>
                    <a:pt x="2059" y="0"/>
                    <a:pt x="43" y="157"/>
                    <a:pt x="43" y="157"/>
                  </a:cubicBezTo>
                  <a:cubicBezTo>
                    <a:pt x="29" y="486"/>
                    <a:pt x="0" y="843"/>
                    <a:pt x="0" y="1215"/>
                  </a:cubicBezTo>
                  <a:cubicBezTo>
                    <a:pt x="0" y="3016"/>
                    <a:pt x="386" y="5146"/>
                    <a:pt x="3402" y="5489"/>
                  </a:cubicBezTo>
                  <a:cubicBezTo>
                    <a:pt x="7033" y="5918"/>
                    <a:pt x="11321" y="5588"/>
                    <a:pt x="12106" y="6661"/>
                  </a:cubicBezTo>
                  <a:cubicBezTo>
                    <a:pt x="12378" y="7018"/>
                    <a:pt x="12464" y="8348"/>
                    <a:pt x="12464" y="9962"/>
                  </a:cubicBezTo>
                  <a:cubicBezTo>
                    <a:pt x="12464" y="13192"/>
                    <a:pt x="12106" y="17553"/>
                    <a:pt x="12106" y="17553"/>
                  </a:cubicBezTo>
                  <a:cubicBezTo>
                    <a:pt x="12106" y="17553"/>
                    <a:pt x="13007" y="17280"/>
                    <a:pt x="13465" y="16623"/>
                  </a:cubicBezTo>
                  <a:cubicBezTo>
                    <a:pt x="13465" y="16623"/>
                    <a:pt x="14050" y="17509"/>
                    <a:pt x="14151" y="17981"/>
                  </a:cubicBezTo>
                  <a:cubicBezTo>
                    <a:pt x="14151" y="17981"/>
                    <a:pt x="14894" y="17595"/>
                    <a:pt x="15180" y="16724"/>
                  </a:cubicBezTo>
                  <a:cubicBezTo>
                    <a:pt x="15180" y="16724"/>
                    <a:pt x="15466" y="17467"/>
                    <a:pt x="15937" y="17981"/>
                  </a:cubicBezTo>
                  <a:cubicBezTo>
                    <a:pt x="15937" y="17981"/>
                    <a:pt x="16366" y="17223"/>
                    <a:pt x="16680" y="16766"/>
                  </a:cubicBezTo>
                  <a:cubicBezTo>
                    <a:pt x="16680" y="16766"/>
                    <a:pt x="17095" y="17981"/>
                    <a:pt x="18167" y="17981"/>
                  </a:cubicBezTo>
                  <a:cubicBezTo>
                    <a:pt x="18167" y="17981"/>
                    <a:pt x="18138" y="17909"/>
                    <a:pt x="18110" y="17766"/>
                  </a:cubicBezTo>
                  <a:cubicBezTo>
                    <a:pt x="17524" y="17166"/>
                    <a:pt x="16838" y="16609"/>
                    <a:pt x="16909" y="15822"/>
                  </a:cubicBezTo>
                  <a:lnTo>
                    <a:pt x="16909" y="15822"/>
                  </a:lnTo>
                  <a:cubicBezTo>
                    <a:pt x="16652" y="16009"/>
                    <a:pt x="16394" y="16209"/>
                    <a:pt x="16123" y="16394"/>
                  </a:cubicBezTo>
                  <a:cubicBezTo>
                    <a:pt x="15994" y="16066"/>
                    <a:pt x="15851" y="15737"/>
                    <a:pt x="15708" y="15409"/>
                  </a:cubicBezTo>
                  <a:cubicBezTo>
                    <a:pt x="15337" y="15794"/>
                    <a:pt x="14908" y="16108"/>
                    <a:pt x="14422" y="16323"/>
                  </a:cubicBezTo>
                  <a:cubicBezTo>
                    <a:pt x="14365" y="15809"/>
                    <a:pt x="14193" y="15323"/>
                    <a:pt x="13894" y="14908"/>
                  </a:cubicBezTo>
                  <a:cubicBezTo>
                    <a:pt x="13707" y="15037"/>
                    <a:pt x="13465" y="15108"/>
                    <a:pt x="13221" y="15108"/>
                  </a:cubicBezTo>
                  <a:cubicBezTo>
                    <a:pt x="13122" y="15108"/>
                    <a:pt x="13021" y="15094"/>
                    <a:pt x="12922" y="15065"/>
                  </a:cubicBezTo>
                  <a:cubicBezTo>
                    <a:pt x="13135" y="13236"/>
                    <a:pt x="13808" y="11477"/>
                    <a:pt x="13922" y="9648"/>
                  </a:cubicBezTo>
                  <a:cubicBezTo>
                    <a:pt x="14036" y="7804"/>
                    <a:pt x="13393" y="5731"/>
                    <a:pt x="11750" y="4917"/>
                  </a:cubicBezTo>
                  <a:cubicBezTo>
                    <a:pt x="10848" y="4460"/>
                    <a:pt x="9791" y="4473"/>
                    <a:pt x="8790" y="4359"/>
                  </a:cubicBezTo>
                  <a:cubicBezTo>
                    <a:pt x="7919" y="4260"/>
                    <a:pt x="7046" y="4060"/>
                    <a:pt x="6217" y="3759"/>
                  </a:cubicBezTo>
                  <a:cubicBezTo>
                    <a:pt x="5661" y="3559"/>
                    <a:pt x="5089" y="3288"/>
                    <a:pt x="4803" y="2787"/>
                  </a:cubicBezTo>
                  <a:cubicBezTo>
                    <a:pt x="4359" y="1986"/>
                    <a:pt x="4874" y="929"/>
                    <a:pt x="5661" y="471"/>
                  </a:cubicBezTo>
                  <a:cubicBezTo>
                    <a:pt x="6103" y="200"/>
                    <a:pt x="6604" y="86"/>
                    <a:pt x="7118" y="29"/>
                  </a:cubicBezTo>
                  <a:cubicBezTo>
                    <a:pt x="6404" y="0"/>
                    <a:pt x="5731" y="0"/>
                    <a:pt x="5103" y="0"/>
                  </a:cubicBezTo>
                  <a:close/>
                </a:path>
              </a:pathLst>
            </a:custGeom>
            <a:solidFill>
              <a:srgbClr val="58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5">
              <a:extLst>
                <a:ext uri="{FF2B5EF4-FFF2-40B4-BE49-F238E27FC236}">
                  <a16:creationId xmlns:a16="http://schemas.microsoft.com/office/drawing/2014/main" id="{DE729BBA-984D-73D5-88E7-A9162E142502}"/>
                </a:ext>
              </a:extLst>
            </p:cNvPr>
            <p:cNvSpPr/>
            <p:nvPr/>
          </p:nvSpPr>
          <p:spPr>
            <a:xfrm>
              <a:off x="5452675" y="1954900"/>
              <a:ext cx="99700" cy="356825"/>
            </a:xfrm>
            <a:custGeom>
              <a:avLst/>
              <a:gdLst/>
              <a:ahLst/>
              <a:cxnLst/>
              <a:rect l="l" t="t" r="r" b="b"/>
              <a:pathLst>
                <a:path w="3988" h="14273" extrusionOk="0">
                  <a:moveTo>
                    <a:pt x="3804" y="1"/>
                  </a:moveTo>
                  <a:cubicBezTo>
                    <a:pt x="3721" y="1"/>
                    <a:pt x="3638" y="55"/>
                    <a:pt x="3616" y="144"/>
                  </a:cubicBezTo>
                  <a:lnTo>
                    <a:pt x="14" y="13965"/>
                  </a:lnTo>
                  <a:cubicBezTo>
                    <a:pt x="0" y="14066"/>
                    <a:pt x="57" y="14165"/>
                    <a:pt x="143" y="14194"/>
                  </a:cubicBezTo>
                  <a:lnTo>
                    <a:pt x="414" y="14266"/>
                  </a:lnTo>
                  <a:cubicBezTo>
                    <a:pt x="429" y="14270"/>
                    <a:pt x="444" y="14272"/>
                    <a:pt x="459" y="14272"/>
                  </a:cubicBezTo>
                  <a:cubicBezTo>
                    <a:pt x="543" y="14272"/>
                    <a:pt x="619" y="14208"/>
                    <a:pt x="643" y="14123"/>
                  </a:cubicBezTo>
                  <a:lnTo>
                    <a:pt x="3974" y="230"/>
                  </a:lnTo>
                  <a:cubicBezTo>
                    <a:pt x="3988" y="144"/>
                    <a:pt x="3945" y="58"/>
                    <a:pt x="3873" y="15"/>
                  </a:cubicBezTo>
                  <a:cubicBezTo>
                    <a:pt x="3851" y="5"/>
                    <a:pt x="3827" y="1"/>
                    <a:pt x="3804" y="1"/>
                  </a:cubicBezTo>
                  <a:close/>
                </a:path>
              </a:pathLst>
            </a:custGeom>
            <a:solidFill>
              <a:srgbClr val="C67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5">
              <a:extLst>
                <a:ext uri="{FF2B5EF4-FFF2-40B4-BE49-F238E27FC236}">
                  <a16:creationId xmlns:a16="http://schemas.microsoft.com/office/drawing/2014/main" id="{D6C13C75-3BE3-2311-B038-0112E2A7CF69}"/>
                </a:ext>
              </a:extLst>
            </p:cNvPr>
            <p:cNvSpPr/>
            <p:nvPr/>
          </p:nvSpPr>
          <p:spPr>
            <a:xfrm>
              <a:off x="5488025" y="1978750"/>
              <a:ext cx="92600" cy="86800"/>
            </a:xfrm>
            <a:custGeom>
              <a:avLst/>
              <a:gdLst/>
              <a:ahLst/>
              <a:cxnLst/>
              <a:rect l="l" t="t" r="r" b="b"/>
              <a:pathLst>
                <a:path w="3704" h="3472" extrusionOk="0">
                  <a:moveTo>
                    <a:pt x="1195" y="0"/>
                  </a:moveTo>
                  <a:cubicBezTo>
                    <a:pt x="761" y="0"/>
                    <a:pt x="378" y="277"/>
                    <a:pt x="244" y="690"/>
                  </a:cubicBezTo>
                  <a:cubicBezTo>
                    <a:pt x="87" y="1262"/>
                    <a:pt x="29" y="1820"/>
                    <a:pt x="16" y="2234"/>
                  </a:cubicBezTo>
                  <a:cubicBezTo>
                    <a:pt x="1" y="2634"/>
                    <a:pt x="244" y="3021"/>
                    <a:pt x="630" y="3164"/>
                  </a:cubicBezTo>
                  <a:cubicBezTo>
                    <a:pt x="1270" y="3408"/>
                    <a:pt x="1853" y="3472"/>
                    <a:pt x="2295" y="3472"/>
                  </a:cubicBezTo>
                  <a:cubicBezTo>
                    <a:pt x="2395" y="3472"/>
                    <a:pt x="2489" y="3468"/>
                    <a:pt x="2574" y="3463"/>
                  </a:cubicBezTo>
                  <a:cubicBezTo>
                    <a:pt x="2874" y="3449"/>
                    <a:pt x="3145" y="3307"/>
                    <a:pt x="3317" y="3063"/>
                  </a:cubicBezTo>
                  <a:cubicBezTo>
                    <a:pt x="3360" y="3006"/>
                    <a:pt x="3389" y="2935"/>
                    <a:pt x="3417" y="2878"/>
                  </a:cubicBezTo>
                  <a:cubicBezTo>
                    <a:pt x="3675" y="2263"/>
                    <a:pt x="3703" y="1677"/>
                    <a:pt x="3688" y="1262"/>
                  </a:cubicBezTo>
                  <a:cubicBezTo>
                    <a:pt x="3660" y="905"/>
                    <a:pt x="3446" y="591"/>
                    <a:pt x="3117" y="433"/>
                  </a:cubicBezTo>
                  <a:cubicBezTo>
                    <a:pt x="2560" y="191"/>
                    <a:pt x="1845" y="76"/>
                    <a:pt x="1302" y="4"/>
                  </a:cubicBezTo>
                  <a:lnTo>
                    <a:pt x="1287" y="4"/>
                  </a:lnTo>
                  <a:cubicBezTo>
                    <a:pt x="1256" y="1"/>
                    <a:pt x="1226" y="0"/>
                    <a:pt x="1195" y="0"/>
                  </a:cubicBezTo>
                  <a:close/>
                </a:path>
              </a:pathLst>
            </a:custGeom>
            <a:solidFill>
              <a:srgbClr val="A2B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5">
              <a:extLst>
                <a:ext uri="{FF2B5EF4-FFF2-40B4-BE49-F238E27FC236}">
                  <a16:creationId xmlns:a16="http://schemas.microsoft.com/office/drawing/2014/main" id="{6FEDE0A0-2652-0251-3468-65C9946B24CB}"/>
                </a:ext>
              </a:extLst>
            </p:cNvPr>
            <p:cNvSpPr/>
            <p:nvPr/>
          </p:nvSpPr>
          <p:spPr>
            <a:xfrm>
              <a:off x="5488025" y="1978750"/>
              <a:ext cx="82925" cy="86800"/>
            </a:xfrm>
            <a:custGeom>
              <a:avLst/>
              <a:gdLst/>
              <a:ahLst/>
              <a:cxnLst/>
              <a:rect l="l" t="t" r="r" b="b"/>
              <a:pathLst>
                <a:path w="3317" h="3472" extrusionOk="0">
                  <a:moveTo>
                    <a:pt x="1195" y="0"/>
                  </a:moveTo>
                  <a:cubicBezTo>
                    <a:pt x="761" y="0"/>
                    <a:pt x="378" y="277"/>
                    <a:pt x="244" y="690"/>
                  </a:cubicBezTo>
                  <a:cubicBezTo>
                    <a:pt x="87" y="1262"/>
                    <a:pt x="29" y="1820"/>
                    <a:pt x="16" y="2234"/>
                  </a:cubicBezTo>
                  <a:cubicBezTo>
                    <a:pt x="1" y="2634"/>
                    <a:pt x="244" y="3021"/>
                    <a:pt x="630" y="3164"/>
                  </a:cubicBezTo>
                  <a:cubicBezTo>
                    <a:pt x="1270" y="3408"/>
                    <a:pt x="1853" y="3472"/>
                    <a:pt x="2295" y="3472"/>
                  </a:cubicBezTo>
                  <a:cubicBezTo>
                    <a:pt x="2395" y="3472"/>
                    <a:pt x="2489" y="3468"/>
                    <a:pt x="2574" y="3463"/>
                  </a:cubicBezTo>
                  <a:cubicBezTo>
                    <a:pt x="2874" y="3449"/>
                    <a:pt x="3145" y="3307"/>
                    <a:pt x="3317" y="3063"/>
                  </a:cubicBezTo>
                  <a:cubicBezTo>
                    <a:pt x="2659" y="2891"/>
                    <a:pt x="1817" y="2920"/>
                    <a:pt x="1344" y="2420"/>
                  </a:cubicBezTo>
                  <a:cubicBezTo>
                    <a:pt x="916" y="1963"/>
                    <a:pt x="959" y="1262"/>
                    <a:pt x="1102" y="648"/>
                  </a:cubicBezTo>
                  <a:cubicBezTo>
                    <a:pt x="1159" y="433"/>
                    <a:pt x="1230" y="219"/>
                    <a:pt x="1302" y="4"/>
                  </a:cubicBezTo>
                  <a:lnTo>
                    <a:pt x="1287" y="4"/>
                  </a:lnTo>
                  <a:cubicBezTo>
                    <a:pt x="1256" y="1"/>
                    <a:pt x="1226" y="0"/>
                    <a:pt x="1195" y="0"/>
                  </a:cubicBez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5">
              <a:extLst>
                <a:ext uri="{FF2B5EF4-FFF2-40B4-BE49-F238E27FC236}">
                  <a16:creationId xmlns:a16="http://schemas.microsoft.com/office/drawing/2014/main" id="{09C591BD-7364-DF57-E42E-1DDE29BF5FF3}"/>
                </a:ext>
              </a:extLst>
            </p:cNvPr>
            <p:cNvSpPr/>
            <p:nvPr/>
          </p:nvSpPr>
          <p:spPr>
            <a:xfrm>
              <a:off x="5367250" y="2139450"/>
              <a:ext cx="166550" cy="144250"/>
            </a:xfrm>
            <a:custGeom>
              <a:avLst/>
              <a:gdLst/>
              <a:ahLst/>
              <a:cxnLst/>
              <a:rect l="l" t="t" r="r" b="b"/>
              <a:pathLst>
                <a:path w="6662" h="5770" extrusionOk="0">
                  <a:moveTo>
                    <a:pt x="4606" y="1"/>
                  </a:moveTo>
                  <a:cubicBezTo>
                    <a:pt x="4037" y="1"/>
                    <a:pt x="3507" y="263"/>
                    <a:pt x="3059" y="666"/>
                  </a:cubicBezTo>
                  <a:cubicBezTo>
                    <a:pt x="2974" y="738"/>
                    <a:pt x="2888" y="809"/>
                    <a:pt x="2802" y="866"/>
                  </a:cubicBezTo>
                  <a:cubicBezTo>
                    <a:pt x="2288" y="1209"/>
                    <a:pt x="1802" y="1252"/>
                    <a:pt x="1802" y="1252"/>
                  </a:cubicBezTo>
                  <a:cubicBezTo>
                    <a:pt x="1" y="3782"/>
                    <a:pt x="1001" y="5540"/>
                    <a:pt x="1001" y="5540"/>
                  </a:cubicBezTo>
                  <a:cubicBezTo>
                    <a:pt x="1973" y="5697"/>
                    <a:pt x="2817" y="5769"/>
                    <a:pt x="3503" y="5769"/>
                  </a:cubicBezTo>
                  <a:cubicBezTo>
                    <a:pt x="5375" y="5754"/>
                    <a:pt x="6276" y="5254"/>
                    <a:pt x="6375" y="4740"/>
                  </a:cubicBezTo>
                  <a:cubicBezTo>
                    <a:pt x="6505" y="4039"/>
                    <a:pt x="6047" y="3882"/>
                    <a:pt x="6047" y="3882"/>
                  </a:cubicBezTo>
                  <a:cubicBezTo>
                    <a:pt x="6047" y="3882"/>
                    <a:pt x="6505" y="3753"/>
                    <a:pt x="6576" y="3153"/>
                  </a:cubicBezTo>
                  <a:cubicBezTo>
                    <a:pt x="6633" y="2552"/>
                    <a:pt x="6233" y="2281"/>
                    <a:pt x="6233" y="2281"/>
                  </a:cubicBezTo>
                  <a:cubicBezTo>
                    <a:pt x="6505" y="2152"/>
                    <a:pt x="6661" y="1595"/>
                    <a:pt x="6505" y="995"/>
                  </a:cubicBezTo>
                  <a:cubicBezTo>
                    <a:pt x="6430" y="732"/>
                    <a:pt x="6237" y="658"/>
                    <a:pt x="6043" y="658"/>
                  </a:cubicBezTo>
                  <a:cubicBezTo>
                    <a:pt x="5795" y="658"/>
                    <a:pt x="5546" y="780"/>
                    <a:pt x="5546" y="780"/>
                  </a:cubicBezTo>
                  <a:lnTo>
                    <a:pt x="5346" y="1409"/>
                  </a:lnTo>
                  <a:cubicBezTo>
                    <a:pt x="5161" y="1452"/>
                    <a:pt x="4761" y="1567"/>
                    <a:pt x="4761" y="1567"/>
                  </a:cubicBezTo>
                  <a:lnTo>
                    <a:pt x="5146" y="80"/>
                  </a:lnTo>
                  <a:cubicBezTo>
                    <a:pt x="4963" y="26"/>
                    <a:pt x="4783" y="1"/>
                    <a:pt x="4606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5">
              <a:extLst>
                <a:ext uri="{FF2B5EF4-FFF2-40B4-BE49-F238E27FC236}">
                  <a16:creationId xmlns:a16="http://schemas.microsoft.com/office/drawing/2014/main" id="{156DB459-2FAD-E2F8-2A6A-CA2A973D6B08}"/>
                </a:ext>
              </a:extLst>
            </p:cNvPr>
            <p:cNvSpPr/>
            <p:nvPr/>
          </p:nvSpPr>
          <p:spPr>
            <a:xfrm>
              <a:off x="5367250" y="2161075"/>
              <a:ext cx="89350" cy="122625"/>
            </a:xfrm>
            <a:custGeom>
              <a:avLst/>
              <a:gdLst/>
              <a:ahLst/>
              <a:cxnLst/>
              <a:rect l="l" t="t" r="r" b="b"/>
              <a:pathLst>
                <a:path w="3574" h="4905" extrusionOk="0">
                  <a:moveTo>
                    <a:pt x="2802" y="1"/>
                  </a:moveTo>
                  <a:lnTo>
                    <a:pt x="2802" y="1"/>
                  </a:lnTo>
                  <a:cubicBezTo>
                    <a:pt x="2288" y="344"/>
                    <a:pt x="1802" y="387"/>
                    <a:pt x="1802" y="387"/>
                  </a:cubicBezTo>
                  <a:cubicBezTo>
                    <a:pt x="1" y="2917"/>
                    <a:pt x="1001" y="4675"/>
                    <a:pt x="1001" y="4675"/>
                  </a:cubicBezTo>
                  <a:cubicBezTo>
                    <a:pt x="1973" y="4832"/>
                    <a:pt x="2817" y="4904"/>
                    <a:pt x="3503" y="4904"/>
                  </a:cubicBezTo>
                  <a:cubicBezTo>
                    <a:pt x="3488" y="4889"/>
                    <a:pt x="3474" y="4861"/>
                    <a:pt x="3460" y="4847"/>
                  </a:cubicBezTo>
                  <a:cubicBezTo>
                    <a:pt x="3259" y="4632"/>
                    <a:pt x="3160" y="4317"/>
                    <a:pt x="3189" y="4018"/>
                  </a:cubicBezTo>
                  <a:cubicBezTo>
                    <a:pt x="3202" y="3818"/>
                    <a:pt x="3288" y="3631"/>
                    <a:pt x="3303" y="3431"/>
                  </a:cubicBezTo>
                  <a:cubicBezTo>
                    <a:pt x="3317" y="3246"/>
                    <a:pt x="3259" y="3017"/>
                    <a:pt x="3088" y="2932"/>
                  </a:cubicBezTo>
                  <a:cubicBezTo>
                    <a:pt x="2916" y="2846"/>
                    <a:pt x="2645" y="2817"/>
                    <a:pt x="2674" y="2631"/>
                  </a:cubicBezTo>
                  <a:cubicBezTo>
                    <a:pt x="2688" y="2574"/>
                    <a:pt x="2731" y="2516"/>
                    <a:pt x="2774" y="2488"/>
                  </a:cubicBezTo>
                  <a:cubicBezTo>
                    <a:pt x="2974" y="2316"/>
                    <a:pt x="3174" y="2131"/>
                    <a:pt x="3360" y="1960"/>
                  </a:cubicBezTo>
                  <a:cubicBezTo>
                    <a:pt x="3431" y="1902"/>
                    <a:pt x="3503" y="1830"/>
                    <a:pt x="3532" y="1745"/>
                  </a:cubicBezTo>
                  <a:cubicBezTo>
                    <a:pt x="3574" y="1573"/>
                    <a:pt x="3446" y="1402"/>
                    <a:pt x="3288" y="1316"/>
                  </a:cubicBezTo>
                  <a:cubicBezTo>
                    <a:pt x="3145" y="1230"/>
                    <a:pt x="2960" y="1188"/>
                    <a:pt x="2831" y="1059"/>
                  </a:cubicBezTo>
                  <a:cubicBezTo>
                    <a:pt x="2545" y="801"/>
                    <a:pt x="2617" y="359"/>
                    <a:pt x="2802" y="1"/>
                  </a:cubicBezTo>
                  <a:close/>
                </a:path>
              </a:pathLst>
            </a:custGeom>
            <a:solidFill>
              <a:srgbClr val="D671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5">
              <a:extLst>
                <a:ext uri="{FF2B5EF4-FFF2-40B4-BE49-F238E27FC236}">
                  <a16:creationId xmlns:a16="http://schemas.microsoft.com/office/drawing/2014/main" id="{8B2D54CB-8846-1A2A-039B-EF2CBCC87132}"/>
                </a:ext>
              </a:extLst>
            </p:cNvPr>
            <p:cNvSpPr/>
            <p:nvPr/>
          </p:nvSpPr>
          <p:spPr>
            <a:xfrm>
              <a:off x="5072800" y="1851275"/>
              <a:ext cx="365600" cy="443575"/>
            </a:xfrm>
            <a:custGeom>
              <a:avLst/>
              <a:gdLst/>
              <a:ahLst/>
              <a:cxnLst/>
              <a:rect l="l" t="t" r="r" b="b"/>
              <a:pathLst>
                <a:path w="14624" h="17743" extrusionOk="0">
                  <a:moveTo>
                    <a:pt x="5819" y="1"/>
                  </a:moveTo>
                  <a:cubicBezTo>
                    <a:pt x="5819" y="1"/>
                    <a:pt x="2945" y="373"/>
                    <a:pt x="1474" y="5633"/>
                  </a:cubicBezTo>
                  <a:cubicBezTo>
                    <a:pt x="1" y="10893"/>
                    <a:pt x="243" y="16210"/>
                    <a:pt x="2560" y="17253"/>
                  </a:cubicBezTo>
                  <a:cubicBezTo>
                    <a:pt x="3427" y="17638"/>
                    <a:pt x="4474" y="17742"/>
                    <a:pt x="5711" y="17742"/>
                  </a:cubicBezTo>
                  <a:cubicBezTo>
                    <a:pt x="6450" y="17742"/>
                    <a:pt x="7257" y="17705"/>
                    <a:pt x="8134" y="17668"/>
                  </a:cubicBezTo>
                  <a:cubicBezTo>
                    <a:pt x="9041" y="17626"/>
                    <a:pt x="10028" y="17585"/>
                    <a:pt x="11096" y="17585"/>
                  </a:cubicBezTo>
                  <a:cubicBezTo>
                    <a:pt x="11880" y="17585"/>
                    <a:pt x="12708" y="17607"/>
                    <a:pt x="13580" y="17668"/>
                  </a:cubicBezTo>
                  <a:cubicBezTo>
                    <a:pt x="13580" y="17668"/>
                    <a:pt x="13065" y="16767"/>
                    <a:pt x="12765" y="16252"/>
                  </a:cubicBezTo>
                  <a:cubicBezTo>
                    <a:pt x="12765" y="16252"/>
                    <a:pt x="13808" y="16010"/>
                    <a:pt x="14195" y="15781"/>
                  </a:cubicBezTo>
                  <a:cubicBezTo>
                    <a:pt x="14195" y="15781"/>
                    <a:pt x="14138" y="15724"/>
                    <a:pt x="14023" y="15638"/>
                  </a:cubicBezTo>
                  <a:cubicBezTo>
                    <a:pt x="13837" y="15480"/>
                    <a:pt x="13509" y="15209"/>
                    <a:pt x="13179" y="14880"/>
                  </a:cubicBezTo>
                  <a:cubicBezTo>
                    <a:pt x="13179" y="14880"/>
                    <a:pt x="14338" y="14409"/>
                    <a:pt x="14624" y="14165"/>
                  </a:cubicBezTo>
                  <a:cubicBezTo>
                    <a:pt x="14624" y="14165"/>
                    <a:pt x="13923" y="13651"/>
                    <a:pt x="13580" y="13308"/>
                  </a:cubicBezTo>
                  <a:cubicBezTo>
                    <a:pt x="13580" y="13308"/>
                    <a:pt x="14138" y="12936"/>
                    <a:pt x="14509" y="12036"/>
                  </a:cubicBezTo>
                  <a:lnTo>
                    <a:pt x="14509" y="12036"/>
                  </a:lnTo>
                  <a:cubicBezTo>
                    <a:pt x="14509" y="12036"/>
                    <a:pt x="11458" y="12468"/>
                    <a:pt x="9455" y="12468"/>
                  </a:cubicBezTo>
                  <a:cubicBezTo>
                    <a:pt x="9365" y="12468"/>
                    <a:pt x="9277" y="12467"/>
                    <a:pt x="9192" y="12465"/>
                  </a:cubicBezTo>
                  <a:cubicBezTo>
                    <a:pt x="7205" y="12408"/>
                    <a:pt x="6204" y="12179"/>
                    <a:pt x="6204" y="12179"/>
                  </a:cubicBezTo>
                  <a:cubicBezTo>
                    <a:pt x="6204" y="12179"/>
                    <a:pt x="6905" y="8677"/>
                    <a:pt x="6934" y="5318"/>
                  </a:cubicBezTo>
                  <a:cubicBezTo>
                    <a:pt x="6947" y="3188"/>
                    <a:pt x="6705" y="1101"/>
                    <a:pt x="5819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5">
              <a:extLst>
                <a:ext uri="{FF2B5EF4-FFF2-40B4-BE49-F238E27FC236}">
                  <a16:creationId xmlns:a16="http://schemas.microsoft.com/office/drawing/2014/main" id="{6DBF973D-62EE-E57B-9B7B-2B16C86E6A9A}"/>
                </a:ext>
              </a:extLst>
            </p:cNvPr>
            <p:cNvSpPr/>
            <p:nvPr/>
          </p:nvSpPr>
          <p:spPr>
            <a:xfrm>
              <a:off x="5086400" y="1851275"/>
              <a:ext cx="341275" cy="443475"/>
            </a:xfrm>
            <a:custGeom>
              <a:avLst/>
              <a:gdLst/>
              <a:ahLst/>
              <a:cxnLst/>
              <a:rect l="l" t="t" r="r" b="b"/>
              <a:pathLst>
                <a:path w="13651" h="17739" extrusionOk="0">
                  <a:moveTo>
                    <a:pt x="5275" y="1"/>
                  </a:moveTo>
                  <a:cubicBezTo>
                    <a:pt x="5275" y="1"/>
                    <a:pt x="2401" y="373"/>
                    <a:pt x="930" y="5633"/>
                  </a:cubicBezTo>
                  <a:cubicBezTo>
                    <a:pt x="314" y="7805"/>
                    <a:pt x="0" y="9978"/>
                    <a:pt x="0" y="11865"/>
                  </a:cubicBezTo>
                  <a:cubicBezTo>
                    <a:pt x="0" y="14552"/>
                    <a:pt x="657" y="16639"/>
                    <a:pt x="2016" y="17253"/>
                  </a:cubicBezTo>
                  <a:cubicBezTo>
                    <a:pt x="2874" y="17639"/>
                    <a:pt x="3916" y="17739"/>
                    <a:pt x="5132" y="17739"/>
                  </a:cubicBezTo>
                  <a:cubicBezTo>
                    <a:pt x="5889" y="17739"/>
                    <a:pt x="6704" y="17696"/>
                    <a:pt x="7590" y="17668"/>
                  </a:cubicBezTo>
                  <a:cubicBezTo>
                    <a:pt x="8477" y="17624"/>
                    <a:pt x="9434" y="17582"/>
                    <a:pt x="10478" y="17582"/>
                  </a:cubicBezTo>
                  <a:cubicBezTo>
                    <a:pt x="11278" y="17582"/>
                    <a:pt x="12136" y="17610"/>
                    <a:pt x="13036" y="17668"/>
                  </a:cubicBezTo>
                  <a:cubicBezTo>
                    <a:pt x="13036" y="17668"/>
                    <a:pt x="12521" y="16767"/>
                    <a:pt x="12221" y="16252"/>
                  </a:cubicBezTo>
                  <a:cubicBezTo>
                    <a:pt x="12221" y="16252"/>
                    <a:pt x="13264" y="16010"/>
                    <a:pt x="13651" y="15781"/>
                  </a:cubicBezTo>
                  <a:cubicBezTo>
                    <a:pt x="13651" y="15781"/>
                    <a:pt x="13594" y="15724"/>
                    <a:pt x="13479" y="15638"/>
                  </a:cubicBezTo>
                  <a:cubicBezTo>
                    <a:pt x="13407" y="15623"/>
                    <a:pt x="13336" y="15623"/>
                    <a:pt x="13279" y="15623"/>
                  </a:cubicBezTo>
                  <a:lnTo>
                    <a:pt x="11435" y="15581"/>
                  </a:lnTo>
                  <a:lnTo>
                    <a:pt x="11435" y="15581"/>
                  </a:lnTo>
                  <a:cubicBezTo>
                    <a:pt x="11478" y="15981"/>
                    <a:pt x="11535" y="16381"/>
                    <a:pt x="11578" y="16781"/>
                  </a:cubicBezTo>
                  <a:cubicBezTo>
                    <a:pt x="10163" y="16724"/>
                    <a:pt x="8762" y="16624"/>
                    <a:pt x="7347" y="16467"/>
                  </a:cubicBezTo>
                  <a:cubicBezTo>
                    <a:pt x="5532" y="16267"/>
                    <a:pt x="3560" y="15880"/>
                    <a:pt x="2416" y="14451"/>
                  </a:cubicBezTo>
                  <a:cubicBezTo>
                    <a:pt x="1387" y="13180"/>
                    <a:pt x="1344" y="11379"/>
                    <a:pt x="1458" y="9749"/>
                  </a:cubicBezTo>
                  <a:cubicBezTo>
                    <a:pt x="1601" y="7905"/>
                    <a:pt x="1987" y="5932"/>
                    <a:pt x="3316" y="4661"/>
                  </a:cubicBezTo>
                  <a:cubicBezTo>
                    <a:pt x="3731" y="4260"/>
                    <a:pt x="4331" y="3960"/>
                    <a:pt x="4888" y="3960"/>
                  </a:cubicBezTo>
                  <a:cubicBezTo>
                    <a:pt x="5189" y="3960"/>
                    <a:pt x="5460" y="4045"/>
                    <a:pt x="5689" y="4260"/>
                  </a:cubicBezTo>
                  <a:cubicBezTo>
                    <a:pt x="6032" y="4560"/>
                    <a:pt x="6247" y="4918"/>
                    <a:pt x="6390" y="5318"/>
                  </a:cubicBezTo>
                  <a:lnTo>
                    <a:pt x="6390" y="5118"/>
                  </a:lnTo>
                  <a:cubicBezTo>
                    <a:pt x="6390" y="3060"/>
                    <a:pt x="6132" y="1072"/>
                    <a:pt x="5275" y="1"/>
                  </a:cubicBezTo>
                  <a:close/>
                </a:path>
              </a:pathLst>
            </a:custGeom>
            <a:solidFill>
              <a:srgbClr val="58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5">
              <a:extLst>
                <a:ext uri="{FF2B5EF4-FFF2-40B4-BE49-F238E27FC236}">
                  <a16:creationId xmlns:a16="http://schemas.microsoft.com/office/drawing/2014/main" id="{FD432708-4BFA-E6A4-EEFD-6434A476E6B7}"/>
                </a:ext>
              </a:extLst>
            </p:cNvPr>
            <p:cNvSpPr/>
            <p:nvPr/>
          </p:nvSpPr>
          <p:spPr>
            <a:xfrm>
              <a:off x="5557000" y="1729475"/>
              <a:ext cx="43075" cy="62175"/>
            </a:xfrm>
            <a:custGeom>
              <a:avLst/>
              <a:gdLst/>
              <a:ahLst/>
              <a:cxnLst/>
              <a:rect l="l" t="t" r="r" b="b"/>
              <a:pathLst>
                <a:path w="1723" h="2487" extrusionOk="0">
                  <a:moveTo>
                    <a:pt x="531" y="0"/>
                  </a:moveTo>
                  <a:cubicBezTo>
                    <a:pt x="243" y="0"/>
                    <a:pt x="1" y="152"/>
                    <a:pt x="1" y="413"/>
                  </a:cubicBezTo>
                  <a:cubicBezTo>
                    <a:pt x="1" y="1027"/>
                    <a:pt x="115" y="2485"/>
                    <a:pt x="115" y="2485"/>
                  </a:cubicBezTo>
                  <a:cubicBezTo>
                    <a:pt x="140" y="2486"/>
                    <a:pt x="165" y="2487"/>
                    <a:pt x="190" y="2487"/>
                  </a:cubicBezTo>
                  <a:cubicBezTo>
                    <a:pt x="1279" y="2487"/>
                    <a:pt x="1723" y="1550"/>
                    <a:pt x="1402" y="642"/>
                  </a:cubicBezTo>
                  <a:cubicBezTo>
                    <a:pt x="1242" y="194"/>
                    <a:pt x="857" y="0"/>
                    <a:pt x="531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5">
              <a:extLst>
                <a:ext uri="{FF2B5EF4-FFF2-40B4-BE49-F238E27FC236}">
                  <a16:creationId xmlns:a16="http://schemas.microsoft.com/office/drawing/2014/main" id="{39394298-88F6-4ED7-AA01-02F003E904FA}"/>
                </a:ext>
              </a:extLst>
            </p:cNvPr>
            <p:cNvSpPr/>
            <p:nvPr/>
          </p:nvSpPr>
          <p:spPr>
            <a:xfrm>
              <a:off x="5565600" y="1745500"/>
              <a:ext cx="20575" cy="24025"/>
            </a:xfrm>
            <a:custGeom>
              <a:avLst/>
              <a:gdLst/>
              <a:ahLst/>
              <a:cxnLst/>
              <a:rect l="l" t="t" r="r" b="b"/>
              <a:pathLst>
                <a:path w="823" h="961" extrusionOk="0">
                  <a:moveTo>
                    <a:pt x="422" y="1"/>
                  </a:moveTo>
                  <a:cubicBezTo>
                    <a:pt x="419" y="1"/>
                    <a:pt x="417" y="1"/>
                    <a:pt x="414" y="1"/>
                  </a:cubicBezTo>
                  <a:cubicBezTo>
                    <a:pt x="86" y="1"/>
                    <a:pt x="0" y="901"/>
                    <a:pt x="414" y="958"/>
                  </a:cubicBezTo>
                  <a:cubicBezTo>
                    <a:pt x="425" y="960"/>
                    <a:pt x="436" y="960"/>
                    <a:pt x="447" y="960"/>
                  </a:cubicBezTo>
                  <a:cubicBezTo>
                    <a:pt x="823" y="960"/>
                    <a:pt x="763" y="1"/>
                    <a:pt x="422" y="1"/>
                  </a:cubicBezTo>
                  <a:close/>
                </a:path>
              </a:pathLst>
            </a:custGeom>
            <a:solidFill>
              <a:srgbClr val="D671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5">
              <a:extLst>
                <a:ext uri="{FF2B5EF4-FFF2-40B4-BE49-F238E27FC236}">
                  <a16:creationId xmlns:a16="http://schemas.microsoft.com/office/drawing/2014/main" id="{145E8AB6-4825-935B-A2CD-5BA69EEC6E5F}"/>
                </a:ext>
              </a:extLst>
            </p:cNvPr>
            <p:cNvSpPr/>
            <p:nvPr/>
          </p:nvSpPr>
          <p:spPr>
            <a:xfrm>
              <a:off x="5279725" y="1574175"/>
              <a:ext cx="299500" cy="386975"/>
            </a:xfrm>
            <a:custGeom>
              <a:avLst/>
              <a:gdLst/>
              <a:ahLst/>
              <a:cxnLst/>
              <a:rect l="l" t="t" r="r" b="b"/>
              <a:pathLst>
                <a:path w="11980" h="15479" extrusionOk="0">
                  <a:moveTo>
                    <a:pt x="8373" y="1"/>
                  </a:moveTo>
                  <a:cubicBezTo>
                    <a:pt x="8039" y="1"/>
                    <a:pt x="7531" y="74"/>
                    <a:pt x="6775" y="279"/>
                  </a:cubicBezTo>
                  <a:cubicBezTo>
                    <a:pt x="4946" y="765"/>
                    <a:pt x="4088" y="2094"/>
                    <a:pt x="4088" y="2094"/>
                  </a:cubicBezTo>
                  <a:cubicBezTo>
                    <a:pt x="4203" y="1293"/>
                    <a:pt x="5217" y="651"/>
                    <a:pt x="5017" y="321"/>
                  </a:cubicBezTo>
                  <a:cubicBezTo>
                    <a:pt x="5003" y="293"/>
                    <a:pt x="4974" y="279"/>
                    <a:pt x="4931" y="279"/>
                  </a:cubicBezTo>
                  <a:cubicBezTo>
                    <a:pt x="4915" y="277"/>
                    <a:pt x="4897" y="276"/>
                    <a:pt x="4878" y="276"/>
                  </a:cubicBezTo>
                  <a:cubicBezTo>
                    <a:pt x="4189" y="276"/>
                    <a:pt x="1445" y="1498"/>
                    <a:pt x="986" y="2680"/>
                  </a:cubicBezTo>
                  <a:cubicBezTo>
                    <a:pt x="486" y="4009"/>
                    <a:pt x="258" y="5482"/>
                    <a:pt x="143" y="7311"/>
                  </a:cubicBezTo>
                  <a:cubicBezTo>
                    <a:pt x="0" y="9427"/>
                    <a:pt x="186" y="13271"/>
                    <a:pt x="586" y="13401"/>
                  </a:cubicBezTo>
                  <a:cubicBezTo>
                    <a:pt x="617" y="13412"/>
                    <a:pt x="650" y="13417"/>
                    <a:pt x="685" y="13417"/>
                  </a:cubicBezTo>
                  <a:cubicBezTo>
                    <a:pt x="1095" y="13417"/>
                    <a:pt x="1715" y="12700"/>
                    <a:pt x="1716" y="12700"/>
                  </a:cubicBezTo>
                  <a:lnTo>
                    <a:pt x="1716" y="12700"/>
                  </a:lnTo>
                  <a:cubicBezTo>
                    <a:pt x="1716" y="13300"/>
                    <a:pt x="1315" y="14129"/>
                    <a:pt x="1716" y="14344"/>
                  </a:cubicBezTo>
                  <a:cubicBezTo>
                    <a:pt x="1773" y="14374"/>
                    <a:pt x="1852" y="14387"/>
                    <a:pt x="1947" y="14387"/>
                  </a:cubicBezTo>
                  <a:cubicBezTo>
                    <a:pt x="2517" y="14387"/>
                    <a:pt x="3631" y="13915"/>
                    <a:pt x="3631" y="13915"/>
                  </a:cubicBezTo>
                  <a:cubicBezTo>
                    <a:pt x="3631" y="13915"/>
                    <a:pt x="3670" y="15478"/>
                    <a:pt x="4086" y="15478"/>
                  </a:cubicBezTo>
                  <a:cubicBezTo>
                    <a:pt x="4101" y="15478"/>
                    <a:pt x="4115" y="15476"/>
                    <a:pt x="4131" y="15472"/>
                  </a:cubicBezTo>
                  <a:cubicBezTo>
                    <a:pt x="4588" y="15358"/>
                    <a:pt x="5617" y="14315"/>
                    <a:pt x="5617" y="14315"/>
                  </a:cubicBezTo>
                  <a:cubicBezTo>
                    <a:pt x="5617" y="14315"/>
                    <a:pt x="6230" y="15467"/>
                    <a:pt x="6673" y="15467"/>
                  </a:cubicBezTo>
                  <a:cubicBezTo>
                    <a:pt x="6708" y="15467"/>
                    <a:pt x="6742" y="15460"/>
                    <a:pt x="6775" y="15444"/>
                  </a:cubicBezTo>
                  <a:cubicBezTo>
                    <a:pt x="7218" y="15230"/>
                    <a:pt x="7332" y="14272"/>
                    <a:pt x="7332" y="14272"/>
                  </a:cubicBezTo>
                  <a:cubicBezTo>
                    <a:pt x="7332" y="14272"/>
                    <a:pt x="8740" y="15096"/>
                    <a:pt x="9256" y="15096"/>
                  </a:cubicBezTo>
                  <a:cubicBezTo>
                    <a:pt x="9305" y="15096"/>
                    <a:pt x="9346" y="15088"/>
                    <a:pt x="9377" y="15072"/>
                  </a:cubicBezTo>
                  <a:cubicBezTo>
                    <a:pt x="9748" y="14887"/>
                    <a:pt x="9377" y="13887"/>
                    <a:pt x="9377" y="13886"/>
                  </a:cubicBezTo>
                  <a:lnTo>
                    <a:pt x="9377" y="13886"/>
                  </a:lnTo>
                  <a:cubicBezTo>
                    <a:pt x="9861" y="14339"/>
                    <a:pt x="10678" y="14582"/>
                    <a:pt x="11121" y="14582"/>
                  </a:cubicBezTo>
                  <a:cubicBezTo>
                    <a:pt x="11279" y="14582"/>
                    <a:pt x="11390" y="14551"/>
                    <a:pt x="11420" y="14487"/>
                  </a:cubicBezTo>
                  <a:cubicBezTo>
                    <a:pt x="11521" y="14243"/>
                    <a:pt x="11178" y="13157"/>
                    <a:pt x="11178" y="13157"/>
                  </a:cubicBezTo>
                  <a:lnTo>
                    <a:pt x="11178" y="13157"/>
                  </a:lnTo>
                  <a:cubicBezTo>
                    <a:pt x="11380" y="13196"/>
                    <a:pt x="11535" y="13217"/>
                    <a:pt x="11651" y="13217"/>
                  </a:cubicBezTo>
                  <a:cubicBezTo>
                    <a:pt x="11918" y="13217"/>
                    <a:pt x="11979" y="13106"/>
                    <a:pt x="11950" y="12857"/>
                  </a:cubicBezTo>
                  <a:cubicBezTo>
                    <a:pt x="11921" y="12614"/>
                    <a:pt x="11807" y="12242"/>
                    <a:pt x="11706" y="11714"/>
                  </a:cubicBezTo>
                  <a:cubicBezTo>
                    <a:pt x="11464" y="10399"/>
                    <a:pt x="11263" y="8741"/>
                    <a:pt x="11220" y="5696"/>
                  </a:cubicBezTo>
                  <a:cubicBezTo>
                    <a:pt x="11179" y="2762"/>
                    <a:pt x="9677" y="2709"/>
                    <a:pt x="9568" y="2709"/>
                  </a:cubicBezTo>
                  <a:cubicBezTo>
                    <a:pt x="9564" y="2709"/>
                    <a:pt x="9562" y="2709"/>
                    <a:pt x="9562" y="2709"/>
                  </a:cubicBezTo>
                  <a:cubicBezTo>
                    <a:pt x="9905" y="1979"/>
                    <a:pt x="10448" y="1966"/>
                    <a:pt x="10963" y="1823"/>
                  </a:cubicBezTo>
                  <a:cubicBezTo>
                    <a:pt x="11464" y="1694"/>
                    <a:pt x="11277" y="1293"/>
                    <a:pt x="9920" y="1208"/>
                  </a:cubicBezTo>
                  <a:cubicBezTo>
                    <a:pt x="9852" y="1203"/>
                    <a:pt x="9783" y="1201"/>
                    <a:pt x="9712" y="1201"/>
                  </a:cubicBezTo>
                  <a:cubicBezTo>
                    <a:pt x="8374" y="1201"/>
                    <a:pt x="6632" y="1937"/>
                    <a:pt x="6632" y="1937"/>
                  </a:cubicBezTo>
                  <a:cubicBezTo>
                    <a:pt x="7304" y="508"/>
                    <a:pt x="8891" y="479"/>
                    <a:pt x="8948" y="279"/>
                  </a:cubicBezTo>
                  <a:cubicBezTo>
                    <a:pt x="8973" y="152"/>
                    <a:pt x="8854" y="1"/>
                    <a:pt x="8373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5">
              <a:extLst>
                <a:ext uri="{FF2B5EF4-FFF2-40B4-BE49-F238E27FC236}">
                  <a16:creationId xmlns:a16="http://schemas.microsoft.com/office/drawing/2014/main" id="{43D352C0-3B44-0B53-82CD-23C938EADC69}"/>
                </a:ext>
              </a:extLst>
            </p:cNvPr>
            <p:cNvSpPr/>
            <p:nvPr/>
          </p:nvSpPr>
          <p:spPr>
            <a:xfrm>
              <a:off x="5282200" y="1581150"/>
              <a:ext cx="296625" cy="379850"/>
            </a:xfrm>
            <a:custGeom>
              <a:avLst/>
              <a:gdLst/>
              <a:ahLst/>
              <a:cxnLst/>
              <a:rect l="l" t="t" r="r" b="b"/>
              <a:pathLst>
                <a:path w="11865" h="15194" extrusionOk="0">
                  <a:moveTo>
                    <a:pt x="4775" y="0"/>
                  </a:moveTo>
                  <a:cubicBezTo>
                    <a:pt x="4089" y="0"/>
                    <a:pt x="1359" y="1229"/>
                    <a:pt x="887" y="2401"/>
                  </a:cubicBezTo>
                  <a:cubicBezTo>
                    <a:pt x="387" y="3730"/>
                    <a:pt x="159" y="5203"/>
                    <a:pt x="44" y="7032"/>
                  </a:cubicBezTo>
                  <a:cubicBezTo>
                    <a:pt x="16" y="7490"/>
                    <a:pt x="1" y="8033"/>
                    <a:pt x="1" y="8605"/>
                  </a:cubicBezTo>
                  <a:cubicBezTo>
                    <a:pt x="1" y="10648"/>
                    <a:pt x="172" y="13021"/>
                    <a:pt x="487" y="13122"/>
                  </a:cubicBezTo>
                  <a:cubicBezTo>
                    <a:pt x="515" y="13135"/>
                    <a:pt x="559" y="13135"/>
                    <a:pt x="587" y="13135"/>
                  </a:cubicBezTo>
                  <a:cubicBezTo>
                    <a:pt x="1001" y="13135"/>
                    <a:pt x="1616" y="12421"/>
                    <a:pt x="1617" y="12421"/>
                  </a:cubicBezTo>
                  <a:lnTo>
                    <a:pt x="1617" y="12421"/>
                  </a:lnTo>
                  <a:cubicBezTo>
                    <a:pt x="1617" y="12821"/>
                    <a:pt x="1445" y="13322"/>
                    <a:pt x="1445" y="13678"/>
                  </a:cubicBezTo>
                  <a:cubicBezTo>
                    <a:pt x="1445" y="13850"/>
                    <a:pt x="1487" y="13993"/>
                    <a:pt x="1617" y="14065"/>
                  </a:cubicBezTo>
                  <a:cubicBezTo>
                    <a:pt x="1674" y="14093"/>
                    <a:pt x="1759" y="14107"/>
                    <a:pt x="1845" y="14107"/>
                  </a:cubicBezTo>
                  <a:cubicBezTo>
                    <a:pt x="2417" y="14107"/>
                    <a:pt x="3532" y="13636"/>
                    <a:pt x="3532" y="13636"/>
                  </a:cubicBezTo>
                  <a:cubicBezTo>
                    <a:pt x="3532" y="13636"/>
                    <a:pt x="3574" y="15193"/>
                    <a:pt x="3989" y="15193"/>
                  </a:cubicBezTo>
                  <a:lnTo>
                    <a:pt x="4032" y="15193"/>
                  </a:lnTo>
                  <a:cubicBezTo>
                    <a:pt x="4489" y="15079"/>
                    <a:pt x="5518" y="14036"/>
                    <a:pt x="5518" y="14036"/>
                  </a:cubicBezTo>
                  <a:cubicBezTo>
                    <a:pt x="5518" y="14036"/>
                    <a:pt x="6133" y="15193"/>
                    <a:pt x="6576" y="15193"/>
                  </a:cubicBezTo>
                  <a:cubicBezTo>
                    <a:pt x="6619" y="15193"/>
                    <a:pt x="6648" y="15180"/>
                    <a:pt x="6676" y="15165"/>
                  </a:cubicBezTo>
                  <a:cubicBezTo>
                    <a:pt x="7119" y="14951"/>
                    <a:pt x="7233" y="13993"/>
                    <a:pt x="7233" y="13993"/>
                  </a:cubicBezTo>
                  <a:cubicBezTo>
                    <a:pt x="7233" y="13993"/>
                    <a:pt x="8649" y="14822"/>
                    <a:pt x="9163" y="14822"/>
                  </a:cubicBezTo>
                  <a:cubicBezTo>
                    <a:pt x="9206" y="14822"/>
                    <a:pt x="9249" y="14808"/>
                    <a:pt x="9278" y="14793"/>
                  </a:cubicBezTo>
                  <a:cubicBezTo>
                    <a:pt x="9406" y="14722"/>
                    <a:pt x="9449" y="14579"/>
                    <a:pt x="9449" y="14408"/>
                  </a:cubicBezTo>
                  <a:cubicBezTo>
                    <a:pt x="9449" y="14050"/>
                    <a:pt x="9278" y="13608"/>
                    <a:pt x="9278" y="13607"/>
                  </a:cubicBezTo>
                  <a:lnTo>
                    <a:pt x="9278" y="13607"/>
                  </a:lnTo>
                  <a:cubicBezTo>
                    <a:pt x="9764" y="14065"/>
                    <a:pt x="10578" y="14294"/>
                    <a:pt x="11007" y="14294"/>
                  </a:cubicBezTo>
                  <a:cubicBezTo>
                    <a:pt x="11178" y="14294"/>
                    <a:pt x="11293" y="14265"/>
                    <a:pt x="11321" y="14208"/>
                  </a:cubicBezTo>
                  <a:cubicBezTo>
                    <a:pt x="11336" y="14164"/>
                    <a:pt x="11336" y="14122"/>
                    <a:pt x="11336" y="14065"/>
                  </a:cubicBezTo>
                  <a:cubicBezTo>
                    <a:pt x="11336" y="13693"/>
                    <a:pt x="11079" y="12878"/>
                    <a:pt x="11079" y="12878"/>
                  </a:cubicBezTo>
                  <a:lnTo>
                    <a:pt x="11079" y="12878"/>
                  </a:lnTo>
                  <a:cubicBezTo>
                    <a:pt x="11279" y="12921"/>
                    <a:pt x="11435" y="12935"/>
                    <a:pt x="11550" y="12935"/>
                  </a:cubicBezTo>
                  <a:cubicBezTo>
                    <a:pt x="11779" y="12935"/>
                    <a:pt x="11864" y="12849"/>
                    <a:pt x="11864" y="12678"/>
                  </a:cubicBezTo>
                  <a:cubicBezTo>
                    <a:pt x="11864" y="12649"/>
                    <a:pt x="11864" y="12621"/>
                    <a:pt x="11851" y="12578"/>
                  </a:cubicBezTo>
                  <a:cubicBezTo>
                    <a:pt x="11450" y="12563"/>
                    <a:pt x="11035" y="12563"/>
                    <a:pt x="10635" y="12550"/>
                  </a:cubicBezTo>
                  <a:lnTo>
                    <a:pt x="10635" y="12550"/>
                  </a:lnTo>
                  <a:cubicBezTo>
                    <a:pt x="10707" y="12921"/>
                    <a:pt x="10707" y="13322"/>
                    <a:pt x="10635" y="13707"/>
                  </a:cubicBezTo>
                  <a:cubicBezTo>
                    <a:pt x="10035" y="13421"/>
                    <a:pt x="9392" y="13221"/>
                    <a:pt x="8748" y="13107"/>
                  </a:cubicBezTo>
                  <a:lnTo>
                    <a:pt x="8748" y="14265"/>
                  </a:lnTo>
                  <a:cubicBezTo>
                    <a:pt x="8377" y="14021"/>
                    <a:pt x="7991" y="13764"/>
                    <a:pt x="7548" y="13722"/>
                  </a:cubicBezTo>
                  <a:cubicBezTo>
                    <a:pt x="7505" y="13722"/>
                    <a:pt x="7462" y="13707"/>
                    <a:pt x="7420" y="13707"/>
                  </a:cubicBezTo>
                  <a:cubicBezTo>
                    <a:pt x="7019" y="13707"/>
                    <a:pt x="6619" y="13922"/>
                    <a:pt x="6490" y="14279"/>
                  </a:cubicBezTo>
                  <a:cubicBezTo>
                    <a:pt x="6562" y="13993"/>
                    <a:pt x="6219" y="13793"/>
                    <a:pt x="5890" y="13793"/>
                  </a:cubicBezTo>
                  <a:cubicBezTo>
                    <a:pt x="5804" y="13793"/>
                    <a:pt x="5733" y="13808"/>
                    <a:pt x="5647" y="13836"/>
                  </a:cubicBezTo>
                  <a:cubicBezTo>
                    <a:pt x="5289" y="13979"/>
                    <a:pt x="4975" y="14294"/>
                    <a:pt x="4590" y="14294"/>
                  </a:cubicBezTo>
                  <a:lnTo>
                    <a:pt x="4546" y="14294"/>
                  </a:lnTo>
                  <a:cubicBezTo>
                    <a:pt x="4060" y="14265"/>
                    <a:pt x="3761" y="13593"/>
                    <a:pt x="4060" y="13221"/>
                  </a:cubicBezTo>
                  <a:lnTo>
                    <a:pt x="4060" y="13221"/>
                  </a:lnTo>
                  <a:cubicBezTo>
                    <a:pt x="3475" y="13293"/>
                    <a:pt x="2888" y="13364"/>
                    <a:pt x="2303" y="13450"/>
                  </a:cubicBezTo>
                  <a:cubicBezTo>
                    <a:pt x="2231" y="13135"/>
                    <a:pt x="2402" y="12821"/>
                    <a:pt x="2459" y="12521"/>
                  </a:cubicBezTo>
                  <a:cubicBezTo>
                    <a:pt x="2531" y="12207"/>
                    <a:pt x="2402" y="11778"/>
                    <a:pt x="2088" y="11763"/>
                  </a:cubicBezTo>
                  <a:lnTo>
                    <a:pt x="2045" y="11763"/>
                  </a:lnTo>
                  <a:cubicBezTo>
                    <a:pt x="1859" y="11763"/>
                    <a:pt x="1731" y="11807"/>
                    <a:pt x="1602" y="11849"/>
                  </a:cubicBezTo>
                  <a:cubicBezTo>
                    <a:pt x="1487" y="11906"/>
                    <a:pt x="1402" y="11949"/>
                    <a:pt x="1316" y="11949"/>
                  </a:cubicBezTo>
                  <a:cubicBezTo>
                    <a:pt x="1188" y="11949"/>
                    <a:pt x="1073" y="11849"/>
                    <a:pt x="930" y="11534"/>
                  </a:cubicBezTo>
                  <a:cubicBezTo>
                    <a:pt x="759" y="11163"/>
                    <a:pt x="759" y="10148"/>
                    <a:pt x="702" y="9705"/>
                  </a:cubicBezTo>
                  <a:cubicBezTo>
                    <a:pt x="502" y="8247"/>
                    <a:pt x="715" y="6747"/>
                    <a:pt x="930" y="5289"/>
                  </a:cubicBezTo>
                  <a:cubicBezTo>
                    <a:pt x="1116" y="4088"/>
                    <a:pt x="1344" y="2844"/>
                    <a:pt x="2059" y="1872"/>
                  </a:cubicBezTo>
                  <a:cubicBezTo>
                    <a:pt x="2259" y="1601"/>
                    <a:pt x="2488" y="1357"/>
                    <a:pt x="2717" y="1157"/>
                  </a:cubicBezTo>
                  <a:cubicBezTo>
                    <a:pt x="3345" y="643"/>
                    <a:pt x="4075" y="315"/>
                    <a:pt x="4832" y="0"/>
                  </a:cubicBezTo>
                  <a:close/>
                </a:path>
              </a:pathLst>
            </a:custGeom>
            <a:solidFill>
              <a:srgbClr val="58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5">
              <a:extLst>
                <a:ext uri="{FF2B5EF4-FFF2-40B4-BE49-F238E27FC236}">
                  <a16:creationId xmlns:a16="http://schemas.microsoft.com/office/drawing/2014/main" id="{AEA1D9C0-D48C-63F6-DD26-9BD9CD04CD47}"/>
                </a:ext>
              </a:extLst>
            </p:cNvPr>
            <p:cNvSpPr/>
            <p:nvPr/>
          </p:nvSpPr>
          <p:spPr>
            <a:xfrm>
              <a:off x="5242075" y="1729425"/>
              <a:ext cx="49825" cy="71550"/>
            </a:xfrm>
            <a:custGeom>
              <a:avLst/>
              <a:gdLst/>
              <a:ahLst/>
              <a:cxnLst/>
              <a:rect l="l" t="t" r="r" b="b"/>
              <a:pathLst>
                <a:path w="1993" h="2862" extrusionOk="0">
                  <a:moveTo>
                    <a:pt x="1375" y="1"/>
                  </a:moveTo>
                  <a:cubicBezTo>
                    <a:pt x="1000" y="1"/>
                    <a:pt x="558" y="222"/>
                    <a:pt x="377" y="744"/>
                  </a:cubicBezTo>
                  <a:cubicBezTo>
                    <a:pt x="1" y="1789"/>
                    <a:pt x="508" y="2861"/>
                    <a:pt x="1752" y="2861"/>
                  </a:cubicBezTo>
                  <a:cubicBezTo>
                    <a:pt x="1784" y="2861"/>
                    <a:pt x="1816" y="2860"/>
                    <a:pt x="1849" y="2859"/>
                  </a:cubicBezTo>
                  <a:cubicBezTo>
                    <a:pt x="1849" y="2859"/>
                    <a:pt x="1992" y="1187"/>
                    <a:pt x="1992" y="473"/>
                  </a:cubicBezTo>
                  <a:cubicBezTo>
                    <a:pt x="1992" y="176"/>
                    <a:pt x="1710" y="1"/>
                    <a:pt x="1375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5">
              <a:extLst>
                <a:ext uri="{FF2B5EF4-FFF2-40B4-BE49-F238E27FC236}">
                  <a16:creationId xmlns:a16="http://schemas.microsoft.com/office/drawing/2014/main" id="{4C9A6E49-7BAD-AF84-35DB-3D90B3029516}"/>
                </a:ext>
              </a:extLst>
            </p:cNvPr>
            <p:cNvSpPr/>
            <p:nvPr/>
          </p:nvSpPr>
          <p:spPr>
            <a:xfrm>
              <a:off x="5258425" y="1748000"/>
              <a:ext cx="23475" cy="27600"/>
            </a:xfrm>
            <a:custGeom>
              <a:avLst/>
              <a:gdLst/>
              <a:ahLst/>
              <a:cxnLst/>
              <a:rect l="l" t="t" r="r" b="b"/>
              <a:pathLst>
                <a:path w="939" h="1104" extrusionOk="0">
                  <a:moveTo>
                    <a:pt x="459" y="0"/>
                  </a:moveTo>
                  <a:cubicBezTo>
                    <a:pt x="61" y="0"/>
                    <a:pt x="0" y="1104"/>
                    <a:pt x="433" y="1104"/>
                  </a:cubicBezTo>
                  <a:cubicBezTo>
                    <a:pt x="444" y="1104"/>
                    <a:pt x="455" y="1103"/>
                    <a:pt x="466" y="1102"/>
                  </a:cubicBezTo>
                  <a:cubicBezTo>
                    <a:pt x="938" y="1030"/>
                    <a:pt x="837" y="1"/>
                    <a:pt x="466" y="1"/>
                  </a:cubicBezTo>
                  <a:cubicBezTo>
                    <a:pt x="463" y="1"/>
                    <a:pt x="461" y="0"/>
                    <a:pt x="459" y="0"/>
                  </a:cubicBezTo>
                  <a:close/>
                </a:path>
              </a:pathLst>
            </a:custGeom>
            <a:solidFill>
              <a:srgbClr val="D671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5">
              <a:extLst>
                <a:ext uri="{FF2B5EF4-FFF2-40B4-BE49-F238E27FC236}">
                  <a16:creationId xmlns:a16="http://schemas.microsoft.com/office/drawing/2014/main" id="{09A4FE82-0494-A554-C12F-618F6A68EF45}"/>
                </a:ext>
              </a:extLst>
            </p:cNvPr>
            <p:cNvSpPr/>
            <p:nvPr/>
          </p:nvSpPr>
          <p:spPr>
            <a:xfrm>
              <a:off x="5293300" y="1698925"/>
              <a:ext cx="279100" cy="204175"/>
            </a:xfrm>
            <a:custGeom>
              <a:avLst/>
              <a:gdLst/>
              <a:ahLst/>
              <a:cxnLst/>
              <a:rect l="l" t="t" r="r" b="b"/>
              <a:pathLst>
                <a:path w="11164" h="8167" extrusionOk="0">
                  <a:moveTo>
                    <a:pt x="8115" y="1"/>
                  </a:moveTo>
                  <a:cubicBezTo>
                    <a:pt x="6924" y="1"/>
                    <a:pt x="6301" y="792"/>
                    <a:pt x="6098" y="792"/>
                  </a:cubicBezTo>
                  <a:cubicBezTo>
                    <a:pt x="6095" y="792"/>
                    <a:pt x="6092" y="792"/>
                    <a:pt x="6089" y="792"/>
                  </a:cubicBezTo>
                  <a:cubicBezTo>
                    <a:pt x="5778" y="749"/>
                    <a:pt x="5203" y="96"/>
                    <a:pt x="4038" y="96"/>
                  </a:cubicBezTo>
                  <a:cubicBezTo>
                    <a:pt x="3649" y="96"/>
                    <a:pt x="3193" y="169"/>
                    <a:pt x="2659" y="363"/>
                  </a:cubicBezTo>
                  <a:cubicBezTo>
                    <a:pt x="243" y="1235"/>
                    <a:pt x="0" y="5009"/>
                    <a:pt x="1615" y="6838"/>
                  </a:cubicBezTo>
                  <a:cubicBezTo>
                    <a:pt x="2391" y="7726"/>
                    <a:pt x="3998" y="8167"/>
                    <a:pt x="5629" y="8167"/>
                  </a:cubicBezTo>
                  <a:cubicBezTo>
                    <a:pt x="6702" y="8167"/>
                    <a:pt x="7785" y="7976"/>
                    <a:pt x="8647" y="7595"/>
                  </a:cubicBezTo>
                  <a:cubicBezTo>
                    <a:pt x="9177" y="7367"/>
                    <a:pt x="9606" y="7067"/>
                    <a:pt x="9920" y="6709"/>
                  </a:cubicBezTo>
                  <a:cubicBezTo>
                    <a:pt x="11163" y="5237"/>
                    <a:pt x="10849" y="2321"/>
                    <a:pt x="9848" y="892"/>
                  </a:cubicBezTo>
                  <a:cubicBezTo>
                    <a:pt x="9562" y="477"/>
                    <a:pt x="9219" y="191"/>
                    <a:pt x="8834" y="92"/>
                  </a:cubicBezTo>
                  <a:cubicBezTo>
                    <a:pt x="8574" y="28"/>
                    <a:pt x="8335" y="1"/>
                    <a:pt x="8115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5">
              <a:extLst>
                <a:ext uri="{FF2B5EF4-FFF2-40B4-BE49-F238E27FC236}">
                  <a16:creationId xmlns:a16="http://schemas.microsoft.com/office/drawing/2014/main" id="{F448F852-98BB-A5C0-BB59-4620C8DAA27B}"/>
                </a:ext>
              </a:extLst>
            </p:cNvPr>
            <p:cNvSpPr/>
            <p:nvPr/>
          </p:nvSpPr>
          <p:spPr>
            <a:xfrm>
              <a:off x="5293300" y="1698925"/>
              <a:ext cx="246225" cy="204175"/>
            </a:xfrm>
            <a:custGeom>
              <a:avLst/>
              <a:gdLst/>
              <a:ahLst/>
              <a:cxnLst/>
              <a:rect l="l" t="t" r="r" b="b"/>
              <a:pathLst>
                <a:path w="9849" h="8167" extrusionOk="0">
                  <a:moveTo>
                    <a:pt x="8115" y="1"/>
                  </a:moveTo>
                  <a:cubicBezTo>
                    <a:pt x="6924" y="1"/>
                    <a:pt x="6301" y="792"/>
                    <a:pt x="6098" y="792"/>
                  </a:cubicBezTo>
                  <a:cubicBezTo>
                    <a:pt x="6095" y="792"/>
                    <a:pt x="6092" y="792"/>
                    <a:pt x="6089" y="792"/>
                  </a:cubicBezTo>
                  <a:cubicBezTo>
                    <a:pt x="5778" y="749"/>
                    <a:pt x="5203" y="96"/>
                    <a:pt x="4038" y="96"/>
                  </a:cubicBezTo>
                  <a:cubicBezTo>
                    <a:pt x="3649" y="96"/>
                    <a:pt x="3193" y="169"/>
                    <a:pt x="2659" y="363"/>
                  </a:cubicBezTo>
                  <a:cubicBezTo>
                    <a:pt x="243" y="1235"/>
                    <a:pt x="0" y="5009"/>
                    <a:pt x="1615" y="6838"/>
                  </a:cubicBezTo>
                  <a:cubicBezTo>
                    <a:pt x="2391" y="7726"/>
                    <a:pt x="3998" y="8167"/>
                    <a:pt x="5629" y="8167"/>
                  </a:cubicBezTo>
                  <a:cubicBezTo>
                    <a:pt x="6702" y="8167"/>
                    <a:pt x="7785" y="7976"/>
                    <a:pt x="8647" y="7595"/>
                  </a:cubicBezTo>
                  <a:lnTo>
                    <a:pt x="8647" y="7595"/>
                  </a:lnTo>
                  <a:cubicBezTo>
                    <a:pt x="8504" y="7624"/>
                    <a:pt x="8362" y="7667"/>
                    <a:pt x="8219" y="7696"/>
                  </a:cubicBezTo>
                  <a:cubicBezTo>
                    <a:pt x="7533" y="7856"/>
                    <a:pt x="6830" y="7935"/>
                    <a:pt x="6124" y="7935"/>
                  </a:cubicBezTo>
                  <a:cubicBezTo>
                    <a:pt x="5315" y="7935"/>
                    <a:pt x="4503" y="7830"/>
                    <a:pt x="3717" y="7624"/>
                  </a:cubicBezTo>
                  <a:cubicBezTo>
                    <a:pt x="3088" y="7467"/>
                    <a:pt x="2444" y="7210"/>
                    <a:pt x="1987" y="6738"/>
                  </a:cubicBezTo>
                  <a:cubicBezTo>
                    <a:pt x="1344" y="6066"/>
                    <a:pt x="1186" y="5266"/>
                    <a:pt x="1129" y="4365"/>
                  </a:cubicBezTo>
                  <a:cubicBezTo>
                    <a:pt x="1087" y="3822"/>
                    <a:pt x="1043" y="3293"/>
                    <a:pt x="1129" y="2750"/>
                  </a:cubicBezTo>
                  <a:cubicBezTo>
                    <a:pt x="1215" y="2221"/>
                    <a:pt x="1430" y="1693"/>
                    <a:pt x="1830" y="1335"/>
                  </a:cubicBezTo>
                  <a:cubicBezTo>
                    <a:pt x="2403" y="821"/>
                    <a:pt x="3168" y="580"/>
                    <a:pt x="3930" y="580"/>
                  </a:cubicBezTo>
                  <a:cubicBezTo>
                    <a:pt x="4270" y="580"/>
                    <a:pt x="4609" y="628"/>
                    <a:pt x="4931" y="721"/>
                  </a:cubicBezTo>
                  <a:cubicBezTo>
                    <a:pt x="5259" y="816"/>
                    <a:pt x="5600" y="950"/>
                    <a:pt x="5941" y="950"/>
                  </a:cubicBezTo>
                  <a:cubicBezTo>
                    <a:pt x="5957" y="950"/>
                    <a:pt x="5973" y="950"/>
                    <a:pt x="5989" y="949"/>
                  </a:cubicBezTo>
                  <a:cubicBezTo>
                    <a:pt x="6389" y="921"/>
                    <a:pt x="6732" y="706"/>
                    <a:pt x="7104" y="563"/>
                  </a:cubicBezTo>
                  <a:cubicBezTo>
                    <a:pt x="7437" y="431"/>
                    <a:pt x="7791" y="369"/>
                    <a:pt x="8147" y="369"/>
                  </a:cubicBezTo>
                  <a:cubicBezTo>
                    <a:pt x="8602" y="369"/>
                    <a:pt x="9059" y="471"/>
                    <a:pt x="9476" y="663"/>
                  </a:cubicBezTo>
                  <a:cubicBezTo>
                    <a:pt x="9606" y="721"/>
                    <a:pt x="9734" y="806"/>
                    <a:pt x="9848" y="892"/>
                  </a:cubicBezTo>
                  <a:cubicBezTo>
                    <a:pt x="9562" y="477"/>
                    <a:pt x="9219" y="191"/>
                    <a:pt x="8834" y="92"/>
                  </a:cubicBezTo>
                  <a:cubicBezTo>
                    <a:pt x="8574" y="28"/>
                    <a:pt x="8335" y="1"/>
                    <a:pt x="8115" y="1"/>
                  </a:cubicBezTo>
                  <a:close/>
                </a:path>
              </a:pathLst>
            </a:custGeom>
            <a:solidFill>
              <a:srgbClr val="D671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5">
              <a:extLst>
                <a:ext uri="{FF2B5EF4-FFF2-40B4-BE49-F238E27FC236}">
                  <a16:creationId xmlns:a16="http://schemas.microsoft.com/office/drawing/2014/main" id="{4471A646-7E2A-22FD-10A8-52F609B0306E}"/>
                </a:ext>
              </a:extLst>
            </p:cNvPr>
            <p:cNvSpPr/>
            <p:nvPr/>
          </p:nvSpPr>
          <p:spPr>
            <a:xfrm>
              <a:off x="5401550" y="1835500"/>
              <a:ext cx="29325" cy="20825"/>
            </a:xfrm>
            <a:custGeom>
              <a:avLst/>
              <a:gdLst/>
              <a:ahLst/>
              <a:cxnLst/>
              <a:rect l="l" t="t" r="r" b="b"/>
              <a:pathLst>
                <a:path w="1173" h="833" extrusionOk="0">
                  <a:moveTo>
                    <a:pt x="320" y="0"/>
                  </a:moveTo>
                  <a:cubicBezTo>
                    <a:pt x="290" y="0"/>
                    <a:pt x="260" y="5"/>
                    <a:pt x="229" y="17"/>
                  </a:cubicBezTo>
                  <a:cubicBezTo>
                    <a:pt x="130" y="60"/>
                    <a:pt x="87" y="146"/>
                    <a:pt x="29" y="232"/>
                  </a:cubicBezTo>
                  <a:cubicBezTo>
                    <a:pt x="16" y="260"/>
                    <a:pt x="1" y="289"/>
                    <a:pt x="1" y="318"/>
                  </a:cubicBezTo>
                  <a:cubicBezTo>
                    <a:pt x="1" y="375"/>
                    <a:pt x="58" y="417"/>
                    <a:pt x="101" y="446"/>
                  </a:cubicBezTo>
                  <a:cubicBezTo>
                    <a:pt x="287" y="589"/>
                    <a:pt x="487" y="703"/>
                    <a:pt x="702" y="803"/>
                  </a:cubicBezTo>
                  <a:cubicBezTo>
                    <a:pt x="742" y="824"/>
                    <a:pt x="780" y="833"/>
                    <a:pt x="815" y="833"/>
                  </a:cubicBezTo>
                  <a:cubicBezTo>
                    <a:pt x="932" y="833"/>
                    <a:pt x="1028" y="735"/>
                    <a:pt x="1116" y="603"/>
                  </a:cubicBezTo>
                  <a:cubicBezTo>
                    <a:pt x="1144" y="560"/>
                    <a:pt x="1173" y="503"/>
                    <a:pt x="1159" y="446"/>
                  </a:cubicBezTo>
                  <a:cubicBezTo>
                    <a:pt x="1159" y="403"/>
                    <a:pt x="1116" y="375"/>
                    <a:pt x="1087" y="346"/>
                  </a:cubicBezTo>
                  <a:cubicBezTo>
                    <a:pt x="902" y="175"/>
                    <a:pt x="687" y="74"/>
                    <a:pt x="444" y="17"/>
                  </a:cubicBezTo>
                  <a:cubicBezTo>
                    <a:pt x="403" y="9"/>
                    <a:pt x="361" y="0"/>
                    <a:pt x="32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5">
              <a:extLst>
                <a:ext uri="{FF2B5EF4-FFF2-40B4-BE49-F238E27FC236}">
                  <a16:creationId xmlns:a16="http://schemas.microsoft.com/office/drawing/2014/main" id="{F61F6A98-995E-A4DD-47EC-06F8FEBE6943}"/>
                </a:ext>
              </a:extLst>
            </p:cNvPr>
            <p:cNvSpPr/>
            <p:nvPr/>
          </p:nvSpPr>
          <p:spPr>
            <a:xfrm>
              <a:off x="5347950" y="1765150"/>
              <a:ext cx="65450" cy="40575"/>
            </a:xfrm>
            <a:custGeom>
              <a:avLst/>
              <a:gdLst/>
              <a:ahLst/>
              <a:cxnLst/>
              <a:rect l="l" t="t" r="r" b="b"/>
              <a:pathLst>
                <a:path w="2618" h="1623" extrusionOk="0">
                  <a:moveTo>
                    <a:pt x="359" y="1"/>
                  </a:moveTo>
                  <a:lnTo>
                    <a:pt x="359" y="1"/>
                  </a:lnTo>
                  <a:cubicBezTo>
                    <a:pt x="1" y="301"/>
                    <a:pt x="216" y="1087"/>
                    <a:pt x="515" y="1373"/>
                  </a:cubicBezTo>
                  <a:cubicBezTo>
                    <a:pt x="630" y="1487"/>
                    <a:pt x="801" y="1544"/>
                    <a:pt x="959" y="1588"/>
                  </a:cubicBezTo>
                  <a:cubicBezTo>
                    <a:pt x="1072" y="1609"/>
                    <a:pt x="1188" y="1623"/>
                    <a:pt x="1304" y="1623"/>
                  </a:cubicBezTo>
                  <a:cubicBezTo>
                    <a:pt x="1496" y="1623"/>
                    <a:pt x="1685" y="1586"/>
                    <a:pt x="1845" y="1487"/>
                  </a:cubicBezTo>
                  <a:cubicBezTo>
                    <a:pt x="2303" y="1245"/>
                    <a:pt x="2488" y="687"/>
                    <a:pt x="2617" y="172"/>
                  </a:cubicBezTo>
                  <a:cubicBezTo>
                    <a:pt x="1874" y="158"/>
                    <a:pt x="1087" y="16"/>
                    <a:pt x="359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5">
              <a:extLst>
                <a:ext uri="{FF2B5EF4-FFF2-40B4-BE49-F238E27FC236}">
                  <a16:creationId xmlns:a16="http://schemas.microsoft.com/office/drawing/2014/main" id="{96443726-57BB-ADED-1B14-EA07F52944B0}"/>
                </a:ext>
              </a:extLst>
            </p:cNvPr>
            <p:cNvSpPr/>
            <p:nvPr/>
          </p:nvSpPr>
          <p:spPr>
            <a:xfrm>
              <a:off x="5485550" y="1768375"/>
              <a:ext cx="47200" cy="28500"/>
            </a:xfrm>
            <a:custGeom>
              <a:avLst/>
              <a:gdLst/>
              <a:ahLst/>
              <a:cxnLst/>
              <a:rect l="l" t="t" r="r" b="b"/>
              <a:pathLst>
                <a:path w="1888" h="1140" extrusionOk="0">
                  <a:moveTo>
                    <a:pt x="0" y="1"/>
                  </a:moveTo>
                  <a:cubicBezTo>
                    <a:pt x="57" y="386"/>
                    <a:pt x="143" y="786"/>
                    <a:pt x="443" y="1001"/>
                  </a:cubicBezTo>
                  <a:cubicBezTo>
                    <a:pt x="586" y="1100"/>
                    <a:pt x="755" y="1140"/>
                    <a:pt x="929" y="1140"/>
                  </a:cubicBezTo>
                  <a:cubicBezTo>
                    <a:pt x="981" y="1140"/>
                    <a:pt x="1034" y="1136"/>
                    <a:pt x="1087" y="1129"/>
                  </a:cubicBezTo>
                  <a:cubicBezTo>
                    <a:pt x="1201" y="1116"/>
                    <a:pt x="1329" y="1087"/>
                    <a:pt x="1430" y="1015"/>
                  </a:cubicBezTo>
                  <a:cubicBezTo>
                    <a:pt x="1658" y="830"/>
                    <a:pt x="1887" y="287"/>
                    <a:pt x="1658" y="43"/>
                  </a:cubicBezTo>
                  <a:cubicBezTo>
                    <a:pt x="1447" y="20"/>
                    <a:pt x="1228" y="16"/>
                    <a:pt x="1005" y="16"/>
                  </a:cubicBezTo>
                  <a:cubicBezTo>
                    <a:pt x="853" y="16"/>
                    <a:pt x="699" y="18"/>
                    <a:pt x="546" y="18"/>
                  </a:cubicBezTo>
                  <a:cubicBezTo>
                    <a:pt x="362" y="18"/>
                    <a:pt x="179" y="15"/>
                    <a:pt x="0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5">
              <a:extLst>
                <a:ext uri="{FF2B5EF4-FFF2-40B4-BE49-F238E27FC236}">
                  <a16:creationId xmlns:a16="http://schemas.microsoft.com/office/drawing/2014/main" id="{3B4CA96F-426A-5F8D-ABDB-A83A95547DCC}"/>
                </a:ext>
              </a:extLst>
            </p:cNvPr>
            <p:cNvSpPr/>
            <p:nvPr/>
          </p:nvSpPr>
          <p:spPr>
            <a:xfrm>
              <a:off x="5468025" y="1724675"/>
              <a:ext cx="71850" cy="32650"/>
            </a:xfrm>
            <a:custGeom>
              <a:avLst/>
              <a:gdLst/>
              <a:ahLst/>
              <a:cxnLst/>
              <a:rect l="l" t="t" r="r" b="b"/>
              <a:pathLst>
                <a:path w="2874" h="1306" extrusionOk="0">
                  <a:moveTo>
                    <a:pt x="305" y="0"/>
                  </a:moveTo>
                  <a:cubicBezTo>
                    <a:pt x="260" y="0"/>
                    <a:pt x="216" y="2"/>
                    <a:pt x="172" y="5"/>
                  </a:cubicBezTo>
                  <a:lnTo>
                    <a:pt x="0" y="948"/>
                  </a:lnTo>
                  <a:cubicBezTo>
                    <a:pt x="72" y="962"/>
                    <a:pt x="143" y="962"/>
                    <a:pt x="215" y="962"/>
                  </a:cubicBezTo>
                  <a:cubicBezTo>
                    <a:pt x="1087" y="991"/>
                    <a:pt x="2001" y="962"/>
                    <a:pt x="2802" y="1305"/>
                  </a:cubicBezTo>
                  <a:cubicBezTo>
                    <a:pt x="2817" y="1234"/>
                    <a:pt x="2845" y="1177"/>
                    <a:pt x="2874" y="1120"/>
                  </a:cubicBezTo>
                  <a:cubicBezTo>
                    <a:pt x="2416" y="691"/>
                    <a:pt x="1873" y="377"/>
                    <a:pt x="1302" y="190"/>
                  </a:cubicBezTo>
                  <a:cubicBezTo>
                    <a:pt x="999" y="89"/>
                    <a:pt x="640" y="0"/>
                    <a:pt x="305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5">
              <a:extLst>
                <a:ext uri="{FF2B5EF4-FFF2-40B4-BE49-F238E27FC236}">
                  <a16:creationId xmlns:a16="http://schemas.microsoft.com/office/drawing/2014/main" id="{8B3E4B4C-AAC2-DBC3-F9E0-8623EA7F050A}"/>
                </a:ext>
              </a:extLst>
            </p:cNvPr>
            <p:cNvSpPr/>
            <p:nvPr/>
          </p:nvSpPr>
          <p:spPr>
            <a:xfrm>
              <a:off x="5342600" y="1715850"/>
              <a:ext cx="81850" cy="38600"/>
            </a:xfrm>
            <a:custGeom>
              <a:avLst/>
              <a:gdLst/>
              <a:ahLst/>
              <a:cxnLst/>
              <a:rect l="l" t="t" r="r" b="b"/>
              <a:pathLst>
                <a:path w="3274" h="1544" extrusionOk="0">
                  <a:moveTo>
                    <a:pt x="3073" y="0"/>
                  </a:moveTo>
                  <a:cubicBezTo>
                    <a:pt x="2645" y="0"/>
                    <a:pt x="2174" y="143"/>
                    <a:pt x="1773" y="286"/>
                  </a:cubicBezTo>
                  <a:cubicBezTo>
                    <a:pt x="1130" y="530"/>
                    <a:pt x="515" y="901"/>
                    <a:pt x="1" y="1372"/>
                  </a:cubicBezTo>
                  <a:lnTo>
                    <a:pt x="87" y="1544"/>
                  </a:lnTo>
                  <a:cubicBezTo>
                    <a:pt x="987" y="1130"/>
                    <a:pt x="2031" y="1073"/>
                    <a:pt x="3031" y="972"/>
                  </a:cubicBezTo>
                  <a:cubicBezTo>
                    <a:pt x="3117" y="972"/>
                    <a:pt x="3203" y="958"/>
                    <a:pt x="3274" y="930"/>
                  </a:cubicBezTo>
                  <a:cubicBezTo>
                    <a:pt x="3203" y="615"/>
                    <a:pt x="3131" y="315"/>
                    <a:pt x="3073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5">
              <a:extLst>
                <a:ext uri="{FF2B5EF4-FFF2-40B4-BE49-F238E27FC236}">
                  <a16:creationId xmlns:a16="http://schemas.microsoft.com/office/drawing/2014/main" id="{EFC95015-01D8-A0DB-7119-26755929B5BF}"/>
                </a:ext>
              </a:extLst>
            </p:cNvPr>
            <p:cNvSpPr/>
            <p:nvPr/>
          </p:nvSpPr>
          <p:spPr>
            <a:xfrm>
              <a:off x="5355475" y="1766575"/>
              <a:ext cx="21475" cy="22575"/>
            </a:xfrm>
            <a:custGeom>
              <a:avLst/>
              <a:gdLst/>
              <a:ahLst/>
              <a:cxnLst/>
              <a:rect l="l" t="t" r="r" b="b"/>
              <a:pathLst>
                <a:path w="859" h="903" extrusionOk="0">
                  <a:moveTo>
                    <a:pt x="423" y="0"/>
                  </a:moveTo>
                  <a:cubicBezTo>
                    <a:pt x="416" y="0"/>
                    <a:pt x="408" y="0"/>
                    <a:pt x="401" y="1"/>
                  </a:cubicBezTo>
                  <a:cubicBezTo>
                    <a:pt x="172" y="29"/>
                    <a:pt x="0" y="230"/>
                    <a:pt x="14" y="473"/>
                  </a:cubicBezTo>
                  <a:cubicBezTo>
                    <a:pt x="14" y="708"/>
                    <a:pt x="228" y="903"/>
                    <a:pt x="437" y="903"/>
                  </a:cubicBezTo>
                  <a:cubicBezTo>
                    <a:pt x="444" y="903"/>
                    <a:pt x="451" y="902"/>
                    <a:pt x="458" y="902"/>
                  </a:cubicBezTo>
                  <a:cubicBezTo>
                    <a:pt x="700" y="873"/>
                    <a:pt x="858" y="673"/>
                    <a:pt x="858" y="430"/>
                  </a:cubicBezTo>
                  <a:cubicBezTo>
                    <a:pt x="844" y="195"/>
                    <a:pt x="643" y="0"/>
                    <a:pt x="423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5">
              <a:extLst>
                <a:ext uri="{FF2B5EF4-FFF2-40B4-BE49-F238E27FC236}">
                  <a16:creationId xmlns:a16="http://schemas.microsoft.com/office/drawing/2014/main" id="{76252F90-6F5E-4CB1-852E-D38596C812D5}"/>
                </a:ext>
              </a:extLst>
            </p:cNvPr>
            <p:cNvSpPr/>
            <p:nvPr/>
          </p:nvSpPr>
          <p:spPr>
            <a:xfrm>
              <a:off x="5486975" y="1771025"/>
              <a:ext cx="23950" cy="21525"/>
            </a:xfrm>
            <a:custGeom>
              <a:avLst/>
              <a:gdLst/>
              <a:ahLst/>
              <a:cxnLst/>
              <a:rect l="l" t="t" r="r" b="b"/>
              <a:pathLst>
                <a:path w="958" h="861" extrusionOk="0">
                  <a:moveTo>
                    <a:pt x="496" y="1"/>
                  </a:moveTo>
                  <a:cubicBezTo>
                    <a:pt x="335" y="1"/>
                    <a:pt x="186" y="105"/>
                    <a:pt x="100" y="267"/>
                  </a:cubicBezTo>
                  <a:cubicBezTo>
                    <a:pt x="0" y="467"/>
                    <a:pt x="100" y="738"/>
                    <a:pt x="300" y="823"/>
                  </a:cubicBezTo>
                  <a:cubicBezTo>
                    <a:pt x="354" y="849"/>
                    <a:pt x="409" y="860"/>
                    <a:pt x="462" y="860"/>
                  </a:cubicBezTo>
                  <a:cubicBezTo>
                    <a:pt x="623" y="860"/>
                    <a:pt x="772" y="756"/>
                    <a:pt x="858" y="595"/>
                  </a:cubicBezTo>
                  <a:cubicBezTo>
                    <a:pt x="958" y="395"/>
                    <a:pt x="858" y="124"/>
                    <a:pt x="658" y="38"/>
                  </a:cubicBezTo>
                  <a:cubicBezTo>
                    <a:pt x="604" y="13"/>
                    <a:pt x="549" y="1"/>
                    <a:pt x="496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5">
              <a:extLst>
                <a:ext uri="{FF2B5EF4-FFF2-40B4-BE49-F238E27FC236}">
                  <a16:creationId xmlns:a16="http://schemas.microsoft.com/office/drawing/2014/main" id="{FA6BC431-BC21-BB18-22BF-BAB60EFBC603}"/>
                </a:ext>
              </a:extLst>
            </p:cNvPr>
            <p:cNvSpPr/>
            <p:nvPr/>
          </p:nvSpPr>
          <p:spPr>
            <a:xfrm>
              <a:off x="5372250" y="1810475"/>
              <a:ext cx="21850" cy="33700"/>
            </a:xfrm>
            <a:custGeom>
              <a:avLst/>
              <a:gdLst/>
              <a:ahLst/>
              <a:cxnLst/>
              <a:rect l="l" t="t" r="r" b="b"/>
              <a:pathLst>
                <a:path w="874" h="1348" extrusionOk="0">
                  <a:moveTo>
                    <a:pt x="749" y="0"/>
                  </a:moveTo>
                  <a:cubicBezTo>
                    <a:pt x="734" y="0"/>
                    <a:pt x="718" y="5"/>
                    <a:pt x="702" y="17"/>
                  </a:cubicBezTo>
                  <a:cubicBezTo>
                    <a:pt x="458" y="175"/>
                    <a:pt x="244" y="389"/>
                    <a:pt x="58" y="618"/>
                  </a:cubicBezTo>
                  <a:cubicBezTo>
                    <a:pt x="29" y="646"/>
                    <a:pt x="1" y="690"/>
                    <a:pt x="1" y="732"/>
                  </a:cubicBezTo>
                  <a:cubicBezTo>
                    <a:pt x="16" y="732"/>
                    <a:pt x="16" y="732"/>
                    <a:pt x="29" y="747"/>
                  </a:cubicBezTo>
                  <a:cubicBezTo>
                    <a:pt x="229" y="961"/>
                    <a:pt x="444" y="1147"/>
                    <a:pt x="715" y="1275"/>
                  </a:cubicBezTo>
                  <a:cubicBezTo>
                    <a:pt x="773" y="1304"/>
                    <a:pt x="816" y="1319"/>
                    <a:pt x="873" y="1347"/>
                  </a:cubicBezTo>
                  <a:cubicBezTo>
                    <a:pt x="845" y="1147"/>
                    <a:pt x="816" y="932"/>
                    <a:pt x="816" y="718"/>
                  </a:cubicBezTo>
                  <a:cubicBezTo>
                    <a:pt x="816" y="646"/>
                    <a:pt x="801" y="303"/>
                    <a:pt x="816" y="74"/>
                  </a:cubicBezTo>
                  <a:cubicBezTo>
                    <a:pt x="816" y="33"/>
                    <a:pt x="787" y="0"/>
                    <a:pt x="749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5">
              <a:extLst>
                <a:ext uri="{FF2B5EF4-FFF2-40B4-BE49-F238E27FC236}">
                  <a16:creationId xmlns:a16="http://schemas.microsoft.com/office/drawing/2014/main" id="{275DCBC5-1619-4B15-14B6-9B7B2621C373}"/>
                </a:ext>
              </a:extLst>
            </p:cNvPr>
            <p:cNvSpPr/>
            <p:nvPr/>
          </p:nvSpPr>
          <p:spPr>
            <a:xfrm>
              <a:off x="5438725" y="1835025"/>
              <a:ext cx="28600" cy="27350"/>
            </a:xfrm>
            <a:custGeom>
              <a:avLst/>
              <a:gdLst/>
              <a:ahLst/>
              <a:cxnLst/>
              <a:rect l="l" t="t" r="r" b="b"/>
              <a:pathLst>
                <a:path w="1144" h="1094" extrusionOk="0">
                  <a:moveTo>
                    <a:pt x="986" y="1"/>
                  </a:moveTo>
                  <a:cubicBezTo>
                    <a:pt x="964" y="1"/>
                    <a:pt x="942" y="12"/>
                    <a:pt x="930" y="36"/>
                  </a:cubicBezTo>
                  <a:cubicBezTo>
                    <a:pt x="787" y="207"/>
                    <a:pt x="543" y="451"/>
                    <a:pt x="501" y="508"/>
                  </a:cubicBezTo>
                  <a:cubicBezTo>
                    <a:pt x="343" y="665"/>
                    <a:pt x="187" y="808"/>
                    <a:pt x="29" y="951"/>
                  </a:cubicBezTo>
                  <a:lnTo>
                    <a:pt x="0" y="979"/>
                  </a:lnTo>
                  <a:cubicBezTo>
                    <a:pt x="30" y="977"/>
                    <a:pt x="59" y="976"/>
                    <a:pt x="89" y="976"/>
                  </a:cubicBezTo>
                  <a:cubicBezTo>
                    <a:pt x="231" y="976"/>
                    <a:pt x="373" y="1001"/>
                    <a:pt x="515" y="1036"/>
                  </a:cubicBezTo>
                  <a:cubicBezTo>
                    <a:pt x="701" y="1065"/>
                    <a:pt x="886" y="1080"/>
                    <a:pt x="1058" y="1093"/>
                  </a:cubicBezTo>
                  <a:cubicBezTo>
                    <a:pt x="1073" y="1093"/>
                    <a:pt x="1087" y="1080"/>
                    <a:pt x="1087" y="1080"/>
                  </a:cubicBezTo>
                  <a:cubicBezTo>
                    <a:pt x="1115" y="1036"/>
                    <a:pt x="1130" y="994"/>
                    <a:pt x="1130" y="951"/>
                  </a:cubicBezTo>
                  <a:cubicBezTo>
                    <a:pt x="1144" y="651"/>
                    <a:pt x="1115" y="350"/>
                    <a:pt x="1058" y="64"/>
                  </a:cubicBezTo>
                  <a:cubicBezTo>
                    <a:pt x="1050" y="23"/>
                    <a:pt x="1017" y="1"/>
                    <a:pt x="986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5">
              <a:extLst>
                <a:ext uri="{FF2B5EF4-FFF2-40B4-BE49-F238E27FC236}">
                  <a16:creationId xmlns:a16="http://schemas.microsoft.com/office/drawing/2014/main" id="{D105021C-A1C4-28DA-4E07-3E5959A3B6F9}"/>
                </a:ext>
              </a:extLst>
            </p:cNvPr>
            <p:cNvSpPr/>
            <p:nvPr/>
          </p:nvSpPr>
          <p:spPr>
            <a:xfrm>
              <a:off x="5356200" y="1762300"/>
              <a:ext cx="58250" cy="8750"/>
            </a:xfrm>
            <a:custGeom>
              <a:avLst/>
              <a:gdLst/>
              <a:ahLst/>
              <a:cxnLst/>
              <a:rect l="l" t="t" r="r" b="b"/>
              <a:pathLst>
                <a:path w="2330" h="350" extrusionOk="0">
                  <a:moveTo>
                    <a:pt x="29" y="0"/>
                  </a:moveTo>
                  <a:lnTo>
                    <a:pt x="0" y="143"/>
                  </a:lnTo>
                  <a:cubicBezTo>
                    <a:pt x="660" y="278"/>
                    <a:pt x="1320" y="350"/>
                    <a:pt x="1988" y="350"/>
                  </a:cubicBezTo>
                  <a:cubicBezTo>
                    <a:pt x="2102" y="350"/>
                    <a:pt x="2215" y="348"/>
                    <a:pt x="2329" y="343"/>
                  </a:cubicBezTo>
                  <a:lnTo>
                    <a:pt x="2316" y="200"/>
                  </a:lnTo>
                  <a:cubicBezTo>
                    <a:pt x="2206" y="205"/>
                    <a:pt x="2095" y="207"/>
                    <a:pt x="1985" y="207"/>
                  </a:cubicBezTo>
                  <a:cubicBezTo>
                    <a:pt x="1334" y="207"/>
                    <a:pt x="676" y="135"/>
                    <a:pt x="29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5">
              <a:extLst>
                <a:ext uri="{FF2B5EF4-FFF2-40B4-BE49-F238E27FC236}">
                  <a16:creationId xmlns:a16="http://schemas.microsoft.com/office/drawing/2014/main" id="{AEC5EAE0-8EF2-4486-597A-2E58D04E5DB2}"/>
                </a:ext>
              </a:extLst>
            </p:cNvPr>
            <p:cNvSpPr/>
            <p:nvPr/>
          </p:nvSpPr>
          <p:spPr>
            <a:xfrm>
              <a:off x="5483400" y="1766575"/>
              <a:ext cx="44675" cy="5150"/>
            </a:xfrm>
            <a:custGeom>
              <a:avLst/>
              <a:gdLst/>
              <a:ahLst/>
              <a:cxnLst/>
              <a:rect l="l" t="t" r="r" b="b"/>
              <a:pathLst>
                <a:path w="1787" h="206" extrusionOk="0">
                  <a:moveTo>
                    <a:pt x="29" y="1"/>
                  </a:moveTo>
                  <a:lnTo>
                    <a:pt x="1" y="144"/>
                  </a:lnTo>
                  <a:cubicBezTo>
                    <a:pt x="322" y="183"/>
                    <a:pt x="648" y="205"/>
                    <a:pt x="977" y="205"/>
                  </a:cubicBezTo>
                  <a:cubicBezTo>
                    <a:pt x="1246" y="205"/>
                    <a:pt x="1516" y="191"/>
                    <a:pt x="1787" y="159"/>
                  </a:cubicBezTo>
                  <a:lnTo>
                    <a:pt x="1773" y="16"/>
                  </a:lnTo>
                  <a:cubicBezTo>
                    <a:pt x="1497" y="43"/>
                    <a:pt x="1220" y="57"/>
                    <a:pt x="946" y="57"/>
                  </a:cubicBezTo>
                  <a:cubicBezTo>
                    <a:pt x="638" y="57"/>
                    <a:pt x="331" y="39"/>
                    <a:pt x="29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5">
              <a:extLst>
                <a:ext uri="{FF2B5EF4-FFF2-40B4-BE49-F238E27FC236}">
                  <a16:creationId xmlns:a16="http://schemas.microsoft.com/office/drawing/2014/main" id="{751EEA8C-1172-BA50-CB27-3B0AC53E5CA4}"/>
                </a:ext>
              </a:extLst>
            </p:cNvPr>
            <p:cNvSpPr/>
            <p:nvPr/>
          </p:nvSpPr>
          <p:spPr>
            <a:xfrm>
              <a:off x="5417650" y="1780850"/>
              <a:ext cx="55400" cy="40075"/>
            </a:xfrm>
            <a:custGeom>
              <a:avLst/>
              <a:gdLst/>
              <a:ahLst/>
              <a:cxnLst/>
              <a:rect l="l" t="t" r="r" b="b"/>
              <a:pathLst>
                <a:path w="2216" h="1603" extrusionOk="0">
                  <a:moveTo>
                    <a:pt x="1741" y="0"/>
                  </a:moveTo>
                  <a:cubicBezTo>
                    <a:pt x="1582" y="0"/>
                    <a:pt x="1422" y="81"/>
                    <a:pt x="1316" y="188"/>
                  </a:cubicBezTo>
                  <a:cubicBezTo>
                    <a:pt x="1258" y="274"/>
                    <a:pt x="1201" y="359"/>
                    <a:pt x="1173" y="445"/>
                  </a:cubicBezTo>
                  <a:cubicBezTo>
                    <a:pt x="998" y="208"/>
                    <a:pt x="716" y="48"/>
                    <a:pt x="429" y="48"/>
                  </a:cubicBezTo>
                  <a:cubicBezTo>
                    <a:pt x="386" y="48"/>
                    <a:pt x="343" y="51"/>
                    <a:pt x="300" y="59"/>
                  </a:cubicBezTo>
                  <a:cubicBezTo>
                    <a:pt x="258" y="59"/>
                    <a:pt x="201" y="74"/>
                    <a:pt x="157" y="116"/>
                  </a:cubicBezTo>
                  <a:cubicBezTo>
                    <a:pt x="100" y="145"/>
                    <a:pt x="71" y="202"/>
                    <a:pt x="58" y="274"/>
                  </a:cubicBezTo>
                  <a:cubicBezTo>
                    <a:pt x="1" y="488"/>
                    <a:pt x="100" y="688"/>
                    <a:pt x="214" y="859"/>
                  </a:cubicBezTo>
                  <a:cubicBezTo>
                    <a:pt x="401" y="1160"/>
                    <a:pt x="601" y="1460"/>
                    <a:pt x="944" y="1532"/>
                  </a:cubicBezTo>
                  <a:lnTo>
                    <a:pt x="986" y="1303"/>
                  </a:lnTo>
                  <a:cubicBezTo>
                    <a:pt x="744" y="1246"/>
                    <a:pt x="572" y="988"/>
                    <a:pt x="414" y="745"/>
                  </a:cubicBezTo>
                  <a:cubicBezTo>
                    <a:pt x="329" y="602"/>
                    <a:pt x="243" y="459"/>
                    <a:pt x="286" y="331"/>
                  </a:cubicBezTo>
                  <a:cubicBezTo>
                    <a:pt x="286" y="316"/>
                    <a:pt x="300" y="302"/>
                    <a:pt x="300" y="302"/>
                  </a:cubicBezTo>
                  <a:lnTo>
                    <a:pt x="329" y="287"/>
                  </a:lnTo>
                  <a:cubicBezTo>
                    <a:pt x="355" y="284"/>
                    <a:pt x="382" y="282"/>
                    <a:pt x="408" y="282"/>
                  </a:cubicBezTo>
                  <a:cubicBezTo>
                    <a:pt x="711" y="282"/>
                    <a:pt x="1007" y="499"/>
                    <a:pt x="1072" y="788"/>
                  </a:cubicBezTo>
                  <a:lnTo>
                    <a:pt x="1173" y="1246"/>
                  </a:lnTo>
                  <a:lnTo>
                    <a:pt x="1301" y="802"/>
                  </a:lnTo>
                  <a:cubicBezTo>
                    <a:pt x="1344" y="645"/>
                    <a:pt x="1386" y="474"/>
                    <a:pt x="1501" y="345"/>
                  </a:cubicBezTo>
                  <a:cubicBezTo>
                    <a:pt x="1563" y="283"/>
                    <a:pt x="1654" y="236"/>
                    <a:pt x="1743" y="236"/>
                  </a:cubicBezTo>
                  <a:cubicBezTo>
                    <a:pt x="1778" y="236"/>
                    <a:pt x="1812" y="243"/>
                    <a:pt x="1844" y="259"/>
                  </a:cubicBezTo>
                  <a:cubicBezTo>
                    <a:pt x="1944" y="331"/>
                    <a:pt x="1958" y="474"/>
                    <a:pt x="1958" y="602"/>
                  </a:cubicBezTo>
                  <a:cubicBezTo>
                    <a:pt x="1930" y="916"/>
                    <a:pt x="1744" y="1217"/>
                    <a:pt x="1587" y="1474"/>
                  </a:cubicBezTo>
                  <a:lnTo>
                    <a:pt x="1787" y="1602"/>
                  </a:lnTo>
                  <a:cubicBezTo>
                    <a:pt x="1958" y="1317"/>
                    <a:pt x="2158" y="1002"/>
                    <a:pt x="2187" y="630"/>
                  </a:cubicBezTo>
                  <a:cubicBezTo>
                    <a:pt x="2215" y="373"/>
                    <a:pt x="2130" y="159"/>
                    <a:pt x="1958" y="59"/>
                  </a:cubicBezTo>
                  <a:cubicBezTo>
                    <a:pt x="1890" y="18"/>
                    <a:pt x="1816" y="0"/>
                    <a:pt x="1741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5">
              <a:extLst>
                <a:ext uri="{FF2B5EF4-FFF2-40B4-BE49-F238E27FC236}">
                  <a16:creationId xmlns:a16="http://schemas.microsoft.com/office/drawing/2014/main" id="{E921A2F6-8841-D19D-886D-AE5B0CA7302B}"/>
                </a:ext>
              </a:extLst>
            </p:cNvPr>
            <p:cNvSpPr/>
            <p:nvPr/>
          </p:nvSpPr>
          <p:spPr>
            <a:xfrm>
              <a:off x="5370100" y="1825900"/>
              <a:ext cx="96175" cy="39000"/>
            </a:xfrm>
            <a:custGeom>
              <a:avLst/>
              <a:gdLst/>
              <a:ahLst/>
              <a:cxnLst/>
              <a:rect l="l" t="t" r="r" b="b"/>
              <a:pathLst>
                <a:path w="3847" h="1560" extrusionOk="0">
                  <a:moveTo>
                    <a:pt x="102" y="1"/>
                  </a:moveTo>
                  <a:cubicBezTo>
                    <a:pt x="73" y="29"/>
                    <a:pt x="30" y="58"/>
                    <a:pt x="1" y="86"/>
                  </a:cubicBezTo>
                  <a:cubicBezTo>
                    <a:pt x="773" y="801"/>
                    <a:pt x="1731" y="1273"/>
                    <a:pt x="2745" y="1458"/>
                  </a:cubicBezTo>
                  <a:cubicBezTo>
                    <a:pt x="3103" y="1531"/>
                    <a:pt x="3460" y="1559"/>
                    <a:pt x="3832" y="1559"/>
                  </a:cubicBezTo>
                  <a:cubicBezTo>
                    <a:pt x="3832" y="1502"/>
                    <a:pt x="3846" y="1458"/>
                    <a:pt x="3846" y="1416"/>
                  </a:cubicBezTo>
                  <a:lnTo>
                    <a:pt x="3846" y="1416"/>
                  </a:lnTo>
                  <a:cubicBezTo>
                    <a:pt x="3828" y="1416"/>
                    <a:pt x="3810" y="1416"/>
                    <a:pt x="3791" y="1416"/>
                  </a:cubicBezTo>
                  <a:cubicBezTo>
                    <a:pt x="2438" y="1416"/>
                    <a:pt x="1117" y="918"/>
                    <a:pt x="102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5">
              <a:extLst>
                <a:ext uri="{FF2B5EF4-FFF2-40B4-BE49-F238E27FC236}">
                  <a16:creationId xmlns:a16="http://schemas.microsoft.com/office/drawing/2014/main" id="{F2B45B2E-8084-DA63-0EAF-B0F1130E5476}"/>
                </a:ext>
              </a:extLst>
            </p:cNvPr>
            <p:cNvSpPr/>
            <p:nvPr/>
          </p:nvSpPr>
          <p:spPr>
            <a:xfrm>
              <a:off x="6023325" y="2719250"/>
              <a:ext cx="196200" cy="77925"/>
            </a:xfrm>
            <a:custGeom>
              <a:avLst/>
              <a:gdLst/>
              <a:ahLst/>
              <a:cxnLst/>
              <a:rect l="l" t="t" r="r" b="b"/>
              <a:pathLst>
                <a:path w="7848" h="3117" extrusionOk="0">
                  <a:moveTo>
                    <a:pt x="1873" y="0"/>
                  </a:moveTo>
                  <a:cubicBezTo>
                    <a:pt x="1873" y="0"/>
                    <a:pt x="0" y="772"/>
                    <a:pt x="987" y="1559"/>
                  </a:cubicBezTo>
                  <a:cubicBezTo>
                    <a:pt x="987" y="1559"/>
                    <a:pt x="4002" y="2245"/>
                    <a:pt x="5847" y="3116"/>
                  </a:cubicBezTo>
                  <a:lnTo>
                    <a:pt x="7848" y="858"/>
                  </a:lnTo>
                  <a:lnTo>
                    <a:pt x="7133" y="530"/>
                  </a:lnTo>
                  <a:lnTo>
                    <a:pt x="1873" y="0"/>
                  </a:lnTo>
                  <a:close/>
                </a:path>
              </a:pathLst>
            </a:custGeom>
            <a:solidFill>
              <a:srgbClr val="774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5">
              <a:extLst>
                <a:ext uri="{FF2B5EF4-FFF2-40B4-BE49-F238E27FC236}">
                  <a16:creationId xmlns:a16="http://schemas.microsoft.com/office/drawing/2014/main" id="{99420472-C1DC-638D-D022-7390CEA67333}"/>
                </a:ext>
              </a:extLst>
            </p:cNvPr>
            <p:cNvSpPr/>
            <p:nvPr/>
          </p:nvSpPr>
          <p:spPr>
            <a:xfrm>
              <a:off x="6137925" y="2732450"/>
              <a:ext cx="100475" cy="67025"/>
            </a:xfrm>
            <a:custGeom>
              <a:avLst/>
              <a:gdLst/>
              <a:ahLst/>
              <a:cxnLst/>
              <a:rect l="l" t="t" r="r" b="b"/>
              <a:pathLst>
                <a:path w="4019" h="2681" extrusionOk="0">
                  <a:moveTo>
                    <a:pt x="2446" y="0"/>
                  </a:moveTo>
                  <a:cubicBezTo>
                    <a:pt x="1300" y="0"/>
                    <a:pt x="1" y="1438"/>
                    <a:pt x="905" y="2331"/>
                  </a:cubicBezTo>
                  <a:cubicBezTo>
                    <a:pt x="1154" y="2577"/>
                    <a:pt x="1444" y="2680"/>
                    <a:pt x="1738" y="2680"/>
                  </a:cubicBezTo>
                  <a:cubicBezTo>
                    <a:pt x="2845" y="2680"/>
                    <a:pt x="4018" y="1221"/>
                    <a:pt x="3363" y="430"/>
                  </a:cubicBezTo>
                  <a:cubicBezTo>
                    <a:pt x="3112" y="126"/>
                    <a:pt x="2786" y="0"/>
                    <a:pt x="2446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5">
              <a:extLst>
                <a:ext uri="{FF2B5EF4-FFF2-40B4-BE49-F238E27FC236}">
                  <a16:creationId xmlns:a16="http://schemas.microsoft.com/office/drawing/2014/main" id="{25620AA5-4687-F94A-2A9E-F004086D0443}"/>
                </a:ext>
              </a:extLst>
            </p:cNvPr>
            <p:cNvSpPr/>
            <p:nvPr/>
          </p:nvSpPr>
          <p:spPr>
            <a:xfrm>
              <a:off x="5991575" y="2714050"/>
              <a:ext cx="159700" cy="120650"/>
            </a:xfrm>
            <a:custGeom>
              <a:avLst/>
              <a:gdLst/>
              <a:ahLst/>
              <a:cxnLst/>
              <a:rect l="l" t="t" r="r" b="b"/>
              <a:pathLst>
                <a:path w="6388" h="4826" extrusionOk="0">
                  <a:moveTo>
                    <a:pt x="1241" y="1"/>
                  </a:moveTo>
                  <a:cubicBezTo>
                    <a:pt x="689" y="1"/>
                    <a:pt x="1" y="140"/>
                    <a:pt x="241" y="881"/>
                  </a:cubicBezTo>
                  <a:cubicBezTo>
                    <a:pt x="241" y="881"/>
                    <a:pt x="2400" y="3095"/>
                    <a:pt x="3486" y="4826"/>
                  </a:cubicBezTo>
                  <a:lnTo>
                    <a:pt x="6387" y="4025"/>
                  </a:lnTo>
                  <a:lnTo>
                    <a:pt x="5958" y="3368"/>
                  </a:lnTo>
                  <a:lnTo>
                    <a:pt x="1857" y="52"/>
                  </a:lnTo>
                  <a:cubicBezTo>
                    <a:pt x="1857" y="52"/>
                    <a:pt x="1574" y="1"/>
                    <a:pt x="1241" y="1"/>
                  </a:cubicBezTo>
                  <a:close/>
                </a:path>
              </a:pathLst>
            </a:custGeom>
            <a:solidFill>
              <a:srgbClr val="774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5">
              <a:extLst>
                <a:ext uri="{FF2B5EF4-FFF2-40B4-BE49-F238E27FC236}">
                  <a16:creationId xmlns:a16="http://schemas.microsoft.com/office/drawing/2014/main" id="{60A512FD-441B-F774-0018-C6CB37FA2F37}"/>
                </a:ext>
              </a:extLst>
            </p:cNvPr>
            <p:cNvSpPr/>
            <p:nvPr/>
          </p:nvSpPr>
          <p:spPr>
            <a:xfrm>
              <a:off x="6069750" y="2790250"/>
              <a:ext cx="84500" cy="59050"/>
            </a:xfrm>
            <a:custGeom>
              <a:avLst/>
              <a:gdLst/>
              <a:ahLst/>
              <a:cxnLst/>
              <a:rect l="l" t="t" r="r" b="b"/>
              <a:pathLst>
                <a:path w="3380" h="2362" extrusionOk="0">
                  <a:moveTo>
                    <a:pt x="1759" y="1"/>
                  </a:moveTo>
                  <a:cubicBezTo>
                    <a:pt x="885" y="1"/>
                    <a:pt x="0" y="508"/>
                    <a:pt x="188" y="1391"/>
                  </a:cubicBezTo>
                  <a:cubicBezTo>
                    <a:pt x="341" y="2077"/>
                    <a:pt x="961" y="2362"/>
                    <a:pt x="1607" y="2362"/>
                  </a:cubicBezTo>
                  <a:cubicBezTo>
                    <a:pt x="2470" y="2362"/>
                    <a:pt x="3379" y="1855"/>
                    <a:pt x="3289" y="1120"/>
                  </a:cubicBezTo>
                  <a:cubicBezTo>
                    <a:pt x="3198" y="349"/>
                    <a:pt x="2483" y="1"/>
                    <a:pt x="1759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5">
              <a:extLst>
                <a:ext uri="{FF2B5EF4-FFF2-40B4-BE49-F238E27FC236}">
                  <a16:creationId xmlns:a16="http://schemas.microsoft.com/office/drawing/2014/main" id="{B6582750-26C7-04F5-4A82-6AC956512B07}"/>
                </a:ext>
              </a:extLst>
            </p:cNvPr>
            <p:cNvSpPr/>
            <p:nvPr/>
          </p:nvSpPr>
          <p:spPr>
            <a:xfrm>
              <a:off x="5887900" y="2714050"/>
              <a:ext cx="159550" cy="120650"/>
            </a:xfrm>
            <a:custGeom>
              <a:avLst/>
              <a:gdLst/>
              <a:ahLst/>
              <a:cxnLst/>
              <a:rect l="l" t="t" r="r" b="b"/>
              <a:pathLst>
                <a:path w="6382" h="4826" extrusionOk="0">
                  <a:moveTo>
                    <a:pt x="5146" y="1"/>
                  </a:moveTo>
                  <a:cubicBezTo>
                    <a:pt x="4814" y="1"/>
                    <a:pt x="4531" y="52"/>
                    <a:pt x="4531" y="52"/>
                  </a:cubicBezTo>
                  <a:lnTo>
                    <a:pt x="415" y="3368"/>
                  </a:lnTo>
                  <a:lnTo>
                    <a:pt x="1" y="4025"/>
                  </a:lnTo>
                  <a:lnTo>
                    <a:pt x="2902" y="4826"/>
                  </a:lnTo>
                  <a:cubicBezTo>
                    <a:pt x="3988" y="3095"/>
                    <a:pt x="6132" y="881"/>
                    <a:pt x="6132" y="881"/>
                  </a:cubicBezTo>
                  <a:cubicBezTo>
                    <a:pt x="6382" y="140"/>
                    <a:pt x="5697" y="1"/>
                    <a:pt x="5146" y="1"/>
                  </a:cubicBezTo>
                  <a:close/>
                </a:path>
              </a:pathLst>
            </a:custGeom>
            <a:solidFill>
              <a:srgbClr val="774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5">
              <a:extLst>
                <a:ext uri="{FF2B5EF4-FFF2-40B4-BE49-F238E27FC236}">
                  <a16:creationId xmlns:a16="http://schemas.microsoft.com/office/drawing/2014/main" id="{92626B82-0D40-4C34-92DF-A447D18227E9}"/>
                </a:ext>
              </a:extLst>
            </p:cNvPr>
            <p:cNvSpPr/>
            <p:nvPr/>
          </p:nvSpPr>
          <p:spPr>
            <a:xfrm>
              <a:off x="5884925" y="2790250"/>
              <a:ext cx="84350" cy="59050"/>
            </a:xfrm>
            <a:custGeom>
              <a:avLst/>
              <a:gdLst/>
              <a:ahLst/>
              <a:cxnLst/>
              <a:rect l="l" t="t" r="r" b="b"/>
              <a:pathLst>
                <a:path w="3374" h="2362" extrusionOk="0">
                  <a:moveTo>
                    <a:pt x="1620" y="1"/>
                  </a:moveTo>
                  <a:cubicBezTo>
                    <a:pt x="897" y="1"/>
                    <a:pt x="182" y="349"/>
                    <a:pt x="91" y="1120"/>
                  </a:cubicBezTo>
                  <a:cubicBezTo>
                    <a:pt x="1" y="1855"/>
                    <a:pt x="910" y="2362"/>
                    <a:pt x="1770" y="2362"/>
                  </a:cubicBezTo>
                  <a:cubicBezTo>
                    <a:pt x="2415" y="2362"/>
                    <a:pt x="3031" y="2077"/>
                    <a:pt x="3178" y="1391"/>
                  </a:cubicBezTo>
                  <a:cubicBezTo>
                    <a:pt x="3374" y="508"/>
                    <a:pt x="2492" y="1"/>
                    <a:pt x="1620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5">
              <a:extLst>
                <a:ext uri="{FF2B5EF4-FFF2-40B4-BE49-F238E27FC236}">
                  <a16:creationId xmlns:a16="http://schemas.microsoft.com/office/drawing/2014/main" id="{C5AE753E-5096-91DF-76ED-B407302DF924}"/>
                </a:ext>
              </a:extLst>
            </p:cNvPr>
            <p:cNvSpPr/>
            <p:nvPr/>
          </p:nvSpPr>
          <p:spPr>
            <a:xfrm>
              <a:off x="5808575" y="2720675"/>
              <a:ext cx="189400" cy="81150"/>
            </a:xfrm>
            <a:custGeom>
              <a:avLst/>
              <a:gdLst/>
              <a:ahLst/>
              <a:cxnLst/>
              <a:rect l="l" t="t" r="r" b="b"/>
              <a:pathLst>
                <a:path w="7576" h="3246" extrusionOk="0">
                  <a:moveTo>
                    <a:pt x="5674" y="0"/>
                  </a:moveTo>
                  <a:lnTo>
                    <a:pt x="372" y="730"/>
                  </a:lnTo>
                  <a:lnTo>
                    <a:pt x="1" y="944"/>
                  </a:lnTo>
                  <a:lnTo>
                    <a:pt x="1815" y="3246"/>
                  </a:lnTo>
                  <a:cubicBezTo>
                    <a:pt x="3631" y="2316"/>
                    <a:pt x="6618" y="1544"/>
                    <a:pt x="6618" y="1544"/>
                  </a:cubicBezTo>
                  <a:cubicBezTo>
                    <a:pt x="7576" y="730"/>
                    <a:pt x="5674" y="0"/>
                    <a:pt x="5674" y="0"/>
                  </a:cubicBezTo>
                  <a:close/>
                </a:path>
              </a:pathLst>
            </a:custGeom>
            <a:solidFill>
              <a:srgbClr val="774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5">
              <a:extLst>
                <a:ext uri="{FF2B5EF4-FFF2-40B4-BE49-F238E27FC236}">
                  <a16:creationId xmlns:a16="http://schemas.microsoft.com/office/drawing/2014/main" id="{D9468098-3609-6AAC-FEEF-255ADACF9117}"/>
                </a:ext>
              </a:extLst>
            </p:cNvPr>
            <p:cNvSpPr/>
            <p:nvPr/>
          </p:nvSpPr>
          <p:spPr>
            <a:xfrm>
              <a:off x="5784275" y="2738250"/>
              <a:ext cx="100075" cy="66450"/>
            </a:xfrm>
            <a:custGeom>
              <a:avLst/>
              <a:gdLst/>
              <a:ahLst/>
              <a:cxnLst/>
              <a:rect l="l" t="t" r="r" b="b"/>
              <a:pathLst>
                <a:path w="4003" h="2658" extrusionOk="0">
                  <a:moveTo>
                    <a:pt x="1557" y="0"/>
                  </a:moveTo>
                  <a:cubicBezTo>
                    <a:pt x="1203" y="0"/>
                    <a:pt x="865" y="134"/>
                    <a:pt x="615" y="456"/>
                  </a:cubicBezTo>
                  <a:cubicBezTo>
                    <a:pt x="1" y="1260"/>
                    <a:pt x="1184" y="2657"/>
                    <a:pt x="2276" y="2657"/>
                  </a:cubicBezTo>
                  <a:cubicBezTo>
                    <a:pt x="2582" y="2657"/>
                    <a:pt x="2880" y="2548"/>
                    <a:pt x="3130" y="2285"/>
                  </a:cubicBezTo>
                  <a:cubicBezTo>
                    <a:pt x="4003" y="1380"/>
                    <a:pt x="2695" y="0"/>
                    <a:pt x="1557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5">
              <a:extLst>
                <a:ext uri="{FF2B5EF4-FFF2-40B4-BE49-F238E27FC236}">
                  <a16:creationId xmlns:a16="http://schemas.microsoft.com/office/drawing/2014/main" id="{AF1D1A7A-C17B-C087-4919-31CFB4AFEF75}"/>
                </a:ext>
              </a:extLst>
            </p:cNvPr>
            <p:cNvSpPr/>
            <p:nvPr/>
          </p:nvSpPr>
          <p:spPr>
            <a:xfrm>
              <a:off x="5873250" y="2329400"/>
              <a:ext cx="290175" cy="433875"/>
            </a:xfrm>
            <a:custGeom>
              <a:avLst/>
              <a:gdLst/>
              <a:ahLst/>
              <a:cxnLst/>
              <a:rect l="l" t="t" r="r" b="b"/>
              <a:pathLst>
                <a:path w="11607" h="17355" extrusionOk="0">
                  <a:moveTo>
                    <a:pt x="6118" y="1"/>
                  </a:moveTo>
                  <a:lnTo>
                    <a:pt x="6118" y="1"/>
                  </a:lnTo>
                  <a:cubicBezTo>
                    <a:pt x="6161" y="229"/>
                    <a:pt x="6889" y="4388"/>
                    <a:pt x="4760" y="7205"/>
                  </a:cubicBezTo>
                  <a:cubicBezTo>
                    <a:pt x="3459" y="8905"/>
                    <a:pt x="2916" y="10220"/>
                    <a:pt x="2673" y="11007"/>
                  </a:cubicBezTo>
                  <a:cubicBezTo>
                    <a:pt x="2874" y="9048"/>
                    <a:pt x="1559" y="7576"/>
                    <a:pt x="1473" y="7476"/>
                  </a:cubicBezTo>
                  <a:lnTo>
                    <a:pt x="1473" y="7476"/>
                  </a:lnTo>
                  <a:cubicBezTo>
                    <a:pt x="1501" y="7576"/>
                    <a:pt x="1973" y="9320"/>
                    <a:pt x="800" y="11306"/>
                  </a:cubicBezTo>
                  <a:cubicBezTo>
                    <a:pt x="0" y="12636"/>
                    <a:pt x="343" y="14851"/>
                    <a:pt x="1616" y="16195"/>
                  </a:cubicBezTo>
                  <a:cubicBezTo>
                    <a:pt x="2268" y="16889"/>
                    <a:pt x="3176" y="17354"/>
                    <a:pt x="4302" y="17354"/>
                  </a:cubicBezTo>
                  <a:cubicBezTo>
                    <a:pt x="4335" y="17354"/>
                    <a:pt x="4369" y="17354"/>
                    <a:pt x="4402" y="17353"/>
                  </a:cubicBezTo>
                  <a:cubicBezTo>
                    <a:pt x="6346" y="17309"/>
                    <a:pt x="10678" y="17353"/>
                    <a:pt x="11177" y="11849"/>
                  </a:cubicBezTo>
                  <a:cubicBezTo>
                    <a:pt x="11606" y="7247"/>
                    <a:pt x="7804" y="2087"/>
                    <a:pt x="6533" y="487"/>
                  </a:cubicBezTo>
                  <a:cubicBezTo>
                    <a:pt x="6289" y="201"/>
                    <a:pt x="6146" y="29"/>
                    <a:pt x="6118" y="1"/>
                  </a:cubicBezTo>
                  <a:close/>
                </a:path>
              </a:pathLst>
            </a:custGeom>
            <a:solidFill>
              <a:srgbClr val="FFCC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5">
              <a:extLst>
                <a:ext uri="{FF2B5EF4-FFF2-40B4-BE49-F238E27FC236}">
                  <a16:creationId xmlns:a16="http://schemas.microsoft.com/office/drawing/2014/main" id="{10EDBB5C-C9DC-8FC2-F078-AAD1C842E22D}"/>
                </a:ext>
              </a:extLst>
            </p:cNvPr>
            <p:cNvSpPr/>
            <p:nvPr/>
          </p:nvSpPr>
          <p:spPr>
            <a:xfrm>
              <a:off x="5941300" y="2527700"/>
              <a:ext cx="203525" cy="220200"/>
            </a:xfrm>
            <a:custGeom>
              <a:avLst/>
              <a:gdLst/>
              <a:ahLst/>
              <a:cxnLst/>
              <a:rect l="l" t="t" r="r" b="b"/>
              <a:pathLst>
                <a:path w="8141" h="8808" extrusionOk="0">
                  <a:moveTo>
                    <a:pt x="4668" y="1"/>
                  </a:moveTo>
                  <a:cubicBezTo>
                    <a:pt x="4668" y="1"/>
                    <a:pt x="4510" y="931"/>
                    <a:pt x="2795" y="2888"/>
                  </a:cubicBezTo>
                  <a:cubicBezTo>
                    <a:pt x="1095" y="4847"/>
                    <a:pt x="1438" y="6890"/>
                    <a:pt x="1438" y="6890"/>
                  </a:cubicBezTo>
                  <a:cubicBezTo>
                    <a:pt x="1348" y="6909"/>
                    <a:pt x="1263" y="6917"/>
                    <a:pt x="1183" y="6917"/>
                  </a:cubicBezTo>
                  <a:cubicBezTo>
                    <a:pt x="446" y="6917"/>
                    <a:pt x="108" y="6219"/>
                    <a:pt x="108" y="6219"/>
                  </a:cubicBezTo>
                  <a:lnTo>
                    <a:pt x="108" y="6219"/>
                  </a:lnTo>
                  <a:cubicBezTo>
                    <a:pt x="0" y="7380"/>
                    <a:pt x="1383" y="8807"/>
                    <a:pt x="2597" y="8807"/>
                  </a:cubicBezTo>
                  <a:cubicBezTo>
                    <a:pt x="2669" y="8807"/>
                    <a:pt x="2740" y="8802"/>
                    <a:pt x="2810" y="8792"/>
                  </a:cubicBezTo>
                  <a:cubicBezTo>
                    <a:pt x="8141" y="8020"/>
                    <a:pt x="4668" y="1"/>
                    <a:pt x="4668" y="1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10342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1">
          <a:extLst>
            <a:ext uri="{FF2B5EF4-FFF2-40B4-BE49-F238E27FC236}">
              <a16:creationId xmlns:a16="http://schemas.microsoft.com/office/drawing/2014/main" id="{061EDF7B-0728-7DF4-802B-5A671E803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2" name="Google Shape;1872;p58">
            <a:extLst>
              <a:ext uri="{FF2B5EF4-FFF2-40B4-BE49-F238E27FC236}">
                <a16:creationId xmlns:a16="http://schemas.microsoft.com/office/drawing/2014/main" id="{473BCE88-8A41-1758-CB5D-E26097340DB0}"/>
              </a:ext>
            </a:extLst>
          </p:cNvPr>
          <p:cNvGrpSpPr/>
          <p:nvPr/>
        </p:nvGrpSpPr>
        <p:grpSpPr>
          <a:xfrm>
            <a:off x="3319449" y="1590901"/>
            <a:ext cx="5554273" cy="2528127"/>
            <a:chOff x="3319449" y="1590901"/>
            <a:chExt cx="5554273" cy="2528127"/>
          </a:xfrm>
        </p:grpSpPr>
        <p:sp>
          <p:nvSpPr>
            <p:cNvPr id="1873" name="Google Shape;1873;p58">
              <a:extLst>
                <a:ext uri="{FF2B5EF4-FFF2-40B4-BE49-F238E27FC236}">
                  <a16:creationId xmlns:a16="http://schemas.microsoft.com/office/drawing/2014/main" id="{C4FF6B03-6723-40F8-3945-BDD5E0EBCABF}"/>
                </a:ext>
              </a:extLst>
            </p:cNvPr>
            <p:cNvSpPr/>
            <p:nvPr/>
          </p:nvSpPr>
          <p:spPr>
            <a:xfrm>
              <a:off x="3319449" y="1590901"/>
              <a:ext cx="1538273" cy="608652"/>
            </a:xfrm>
            <a:custGeom>
              <a:avLst/>
              <a:gdLst/>
              <a:ahLst/>
              <a:cxnLst/>
              <a:rect l="l" t="t" r="r" b="b"/>
              <a:pathLst>
                <a:path w="15897" h="6290" extrusionOk="0">
                  <a:moveTo>
                    <a:pt x="12229" y="0"/>
                  </a:moveTo>
                  <a:cubicBezTo>
                    <a:pt x="11775" y="0"/>
                    <a:pt x="11325" y="308"/>
                    <a:pt x="11020" y="667"/>
                  </a:cubicBezTo>
                  <a:cubicBezTo>
                    <a:pt x="10253" y="1578"/>
                    <a:pt x="10043" y="2822"/>
                    <a:pt x="9853" y="4000"/>
                  </a:cubicBezTo>
                  <a:cubicBezTo>
                    <a:pt x="9876" y="3666"/>
                    <a:pt x="9887" y="3333"/>
                    <a:pt x="9787" y="3022"/>
                  </a:cubicBezTo>
                  <a:cubicBezTo>
                    <a:pt x="9676" y="2711"/>
                    <a:pt x="9421" y="2422"/>
                    <a:pt x="9098" y="2389"/>
                  </a:cubicBezTo>
                  <a:cubicBezTo>
                    <a:pt x="9077" y="2387"/>
                    <a:pt x="9055" y="2386"/>
                    <a:pt x="9034" y="2386"/>
                  </a:cubicBezTo>
                  <a:cubicBezTo>
                    <a:pt x="8715" y="2386"/>
                    <a:pt x="8422" y="2619"/>
                    <a:pt x="8276" y="2900"/>
                  </a:cubicBezTo>
                  <a:cubicBezTo>
                    <a:pt x="8110" y="3200"/>
                    <a:pt x="8076" y="3555"/>
                    <a:pt x="8043" y="3900"/>
                  </a:cubicBezTo>
                  <a:cubicBezTo>
                    <a:pt x="7920" y="3367"/>
                    <a:pt x="8043" y="2678"/>
                    <a:pt x="7565" y="2422"/>
                  </a:cubicBezTo>
                  <a:cubicBezTo>
                    <a:pt x="7476" y="2371"/>
                    <a:pt x="7379" y="2348"/>
                    <a:pt x="7281" y="2348"/>
                  </a:cubicBezTo>
                  <a:cubicBezTo>
                    <a:pt x="7059" y="2348"/>
                    <a:pt x="6830" y="2464"/>
                    <a:pt x="6676" y="2634"/>
                  </a:cubicBezTo>
                  <a:cubicBezTo>
                    <a:pt x="6443" y="2878"/>
                    <a:pt x="6343" y="3200"/>
                    <a:pt x="6243" y="3522"/>
                  </a:cubicBezTo>
                  <a:cubicBezTo>
                    <a:pt x="6177" y="3000"/>
                    <a:pt x="6110" y="2489"/>
                    <a:pt x="6021" y="1978"/>
                  </a:cubicBezTo>
                  <a:cubicBezTo>
                    <a:pt x="5899" y="1267"/>
                    <a:pt x="5676" y="479"/>
                    <a:pt x="5044" y="145"/>
                  </a:cubicBezTo>
                  <a:cubicBezTo>
                    <a:pt x="4856" y="48"/>
                    <a:pt x="4651" y="3"/>
                    <a:pt x="4446" y="3"/>
                  </a:cubicBezTo>
                  <a:cubicBezTo>
                    <a:pt x="4043" y="3"/>
                    <a:pt x="3634" y="173"/>
                    <a:pt x="3333" y="445"/>
                  </a:cubicBezTo>
                  <a:cubicBezTo>
                    <a:pt x="2889" y="867"/>
                    <a:pt x="2655" y="1478"/>
                    <a:pt x="2566" y="2078"/>
                  </a:cubicBezTo>
                  <a:cubicBezTo>
                    <a:pt x="2333" y="1667"/>
                    <a:pt x="1867" y="1390"/>
                    <a:pt x="1388" y="1390"/>
                  </a:cubicBezTo>
                  <a:cubicBezTo>
                    <a:pt x="911" y="1390"/>
                    <a:pt x="445" y="1678"/>
                    <a:pt x="222" y="2089"/>
                  </a:cubicBezTo>
                  <a:cubicBezTo>
                    <a:pt x="23" y="2456"/>
                    <a:pt x="0" y="2889"/>
                    <a:pt x="45" y="3289"/>
                  </a:cubicBezTo>
                  <a:cubicBezTo>
                    <a:pt x="134" y="4222"/>
                    <a:pt x="544" y="5233"/>
                    <a:pt x="1222" y="5888"/>
                  </a:cubicBezTo>
                  <a:cubicBezTo>
                    <a:pt x="1356" y="6011"/>
                    <a:pt x="1511" y="6088"/>
                    <a:pt x="1677" y="6144"/>
                  </a:cubicBezTo>
                  <a:cubicBezTo>
                    <a:pt x="1944" y="6230"/>
                    <a:pt x="2255" y="6254"/>
                    <a:pt x="2572" y="6254"/>
                  </a:cubicBezTo>
                  <a:cubicBezTo>
                    <a:pt x="2993" y="6254"/>
                    <a:pt x="3423" y="6211"/>
                    <a:pt x="3766" y="6211"/>
                  </a:cubicBezTo>
                  <a:lnTo>
                    <a:pt x="7421" y="6211"/>
                  </a:lnTo>
                  <a:cubicBezTo>
                    <a:pt x="8665" y="6211"/>
                    <a:pt x="9954" y="6290"/>
                    <a:pt x="11227" y="6290"/>
                  </a:cubicBezTo>
                  <a:cubicBezTo>
                    <a:pt x="11864" y="6290"/>
                    <a:pt x="12497" y="6270"/>
                    <a:pt x="13119" y="6211"/>
                  </a:cubicBezTo>
                  <a:cubicBezTo>
                    <a:pt x="14420" y="6088"/>
                    <a:pt x="15608" y="5177"/>
                    <a:pt x="15841" y="3844"/>
                  </a:cubicBezTo>
                  <a:cubicBezTo>
                    <a:pt x="15897" y="3511"/>
                    <a:pt x="15886" y="3133"/>
                    <a:pt x="15652" y="2878"/>
                  </a:cubicBezTo>
                  <a:cubicBezTo>
                    <a:pt x="15484" y="2689"/>
                    <a:pt x="15247" y="2619"/>
                    <a:pt x="14990" y="2619"/>
                  </a:cubicBezTo>
                  <a:cubicBezTo>
                    <a:pt x="14704" y="2619"/>
                    <a:pt x="14394" y="2706"/>
                    <a:pt x="14131" y="2811"/>
                  </a:cubicBezTo>
                  <a:cubicBezTo>
                    <a:pt x="13552" y="3041"/>
                    <a:pt x="12928" y="3395"/>
                    <a:pt x="12606" y="3894"/>
                  </a:cubicBezTo>
                  <a:lnTo>
                    <a:pt x="12606" y="3894"/>
                  </a:lnTo>
                  <a:cubicBezTo>
                    <a:pt x="12748" y="3463"/>
                    <a:pt x="12892" y="3032"/>
                    <a:pt x="13030" y="2600"/>
                  </a:cubicBezTo>
                  <a:cubicBezTo>
                    <a:pt x="13186" y="2145"/>
                    <a:pt x="13331" y="1678"/>
                    <a:pt x="13297" y="1190"/>
                  </a:cubicBezTo>
                  <a:cubicBezTo>
                    <a:pt x="13264" y="711"/>
                    <a:pt x="13008" y="212"/>
                    <a:pt x="12553" y="56"/>
                  </a:cubicBezTo>
                  <a:cubicBezTo>
                    <a:pt x="12446" y="18"/>
                    <a:pt x="12338" y="0"/>
                    <a:pt x="12229" y="0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58">
              <a:extLst>
                <a:ext uri="{FF2B5EF4-FFF2-40B4-BE49-F238E27FC236}">
                  <a16:creationId xmlns:a16="http://schemas.microsoft.com/office/drawing/2014/main" id="{70FAD262-7F0D-937A-5643-6FE601D2C71A}"/>
                </a:ext>
              </a:extLst>
            </p:cNvPr>
            <p:cNvSpPr/>
            <p:nvPr/>
          </p:nvSpPr>
          <p:spPr>
            <a:xfrm>
              <a:off x="7335449" y="3510376"/>
              <a:ext cx="1538273" cy="608652"/>
            </a:xfrm>
            <a:custGeom>
              <a:avLst/>
              <a:gdLst/>
              <a:ahLst/>
              <a:cxnLst/>
              <a:rect l="l" t="t" r="r" b="b"/>
              <a:pathLst>
                <a:path w="15897" h="6290" extrusionOk="0">
                  <a:moveTo>
                    <a:pt x="12229" y="0"/>
                  </a:moveTo>
                  <a:cubicBezTo>
                    <a:pt x="11775" y="0"/>
                    <a:pt x="11325" y="308"/>
                    <a:pt x="11020" y="667"/>
                  </a:cubicBezTo>
                  <a:cubicBezTo>
                    <a:pt x="10253" y="1578"/>
                    <a:pt x="10043" y="2822"/>
                    <a:pt x="9853" y="4000"/>
                  </a:cubicBezTo>
                  <a:cubicBezTo>
                    <a:pt x="9876" y="3666"/>
                    <a:pt x="9887" y="3333"/>
                    <a:pt x="9787" y="3022"/>
                  </a:cubicBezTo>
                  <a:cubicBezTo>
                    <a:pt x="9676" y="2711"/>
                    <a:pt x="9421" y="2422"/>
                    <a:pt x="9098" y="2389"/>
                  </a:cubicBezTo>
                  <a:cubicBezTo>
                    <a:pt x="9077" y="2387"/>
                    <a:pt x="9055" y="2386"/>
                    <a:pt x="9034" y="2386"/>
                  </a:cubicBezTo>
                  <a:cubicBezTo>
                    <a:pt x="8715" y="2386"/>
                    <a:pt x="8422" y="2619"/>
                    <a:pt x="8276" y="2900"/>
                  </a:cubicBezTo>
                  <a:cubicBezTo>
                    <a:pt x="8110" y="3200"/>
                    <a:pt x="8076" y="3555"/>
                    <a:pt x="8043" y="3900"/>
                  </a:cubicBezTo>
                  <a:cubicBezTo>
                    <a:pt x="7920" y="3367"/>
                    <a:pt x="8043" y="2678"/>
                    <a:pt x="7565" y="2422"/>
                  </a:cubicBezTo>
                  <a:cubicBezTo>
                    <a:pt x="7476" y="2371"/>
                    <a:pt x="7379" y="2348"/>
                    <a:pt x="7281" y="2348"/>
                  </a:cubicBezTo>
                  <a:cubicBezTo>
                    <a:pt x="7059" y="2348"/>
                    <a:pt x="6830" y="2464"/>
                    <a:pt x="6676" y="2634"/>
                  </a:cubicBezTo>
                  <a:cubicBezTo>
                    <a:pt x="6443" y="2878"/>
                    <a:pt x="6343" y="3200"/>
                    <a:pt x="6243" y="3522"/>
                  </a:cubicBezTo>
                  <a:cubicBezTo>
                    <a:pt x="6177" y="3000"/>
                    <a:pt x="6110" y="2489"/>
                    <a:pt x="6021" y="1978"/>
                  </a:cubicBezTo>
                  <a:cubicBezTo>
                    <a:pt x="5899" y="1267"/>
                    <a:pt x="5676" y="479"/>
                    <a:pt x="5044" y="145"/>
                  </a:cubicBezTo>
                  <a:cubicBezTo>
                    <a:pt x="4856" y="48"/>
                    <a:pt x="4651" y="3"/>
                    <a:pt x="4446" y="3"/>
                  </a:cubicBezTo>
                  <a:cubicBezTo>
                    <a:pt x="4043" y="3"/>
                    <a:pt x="3634" y="173"/>
                    <a:pt x="3333" y="445"/>
                  </a:cubicBezTo>
                  <a:cubicBezTo>
                    <a:pt x="2889" y="867"/>
                    <a:pt x="2655" y="1478"/>
                    <a:pt x="2566" y="2078"/>
                  </a:cubicBezTo>
                  <a:cubicBezTo>
                    <a:pt x="2333" y="1667"/>
                    <a:pt x="1867" y="1390"/>
                    <a:pt x="1388" y="1390"/>
                  </a:cubicBezTo>
                  <a:cubicBezTo>
                    <a:pt x="911" y="1390"/>
                    <a:pt x="445" y="1678"/>
                    <a:pt x="222" y="2089"/>
                  </a:cubicBezTo>
                  <a:cubicBezTo>
                    <a:pt x="23" y="2456"/>
                    <a:pt x="0" y="2889"/>
                    <a:pt x="45" y="3289"/>
                  </a:cubicBezTo>
                  <a:cubicBezTo>
                    <a:pt x="134" y="4222"/>
                    <a:pt x="544" y="5233"/>
                    <a:pt x="1222" y="5888"/>
                  </a:cubicBezTo>
                  <a:cubicBezTo>
                    <a:pt x="1356" y="6011"/>
                    <a:pt x="1511" y="6088"/>
                    <a:pt x="1677" y="6144"/>
                  </a:cubicBezTo>
                  <a:cubicBezTo>
                    <a:pt x="1944" y="6230"/>
                    <a:pt x="2255" y="6254"/>
                    <a:pt x="2572" y="6254"/>
                  </a:cubicBezTo>
                  <a:cubicBezTo>
                    <a:pt x="2993" y="6254"/>
                    <a:pt x="3423" y="6211"/>
                    <a:pt x="3766" y="6211"/>
                  </a:cubicBezTo>
                  <a:lnTo>
                    <a:pt x="7421" y="6211"/>
                  </a:lnTo>
                  <a:cubicBezTo>
                    <a:pt x="8665" y="6211"/>
                    <a:pt x="9954" y="6290"/>
                    <a:pt x="11227" y="6290"/>
                  </a:cubicBezTo>
                  <a:cubicBezTo>
                    <a:pt x="11864" y="6290"/>
                    <a:pt x="12497" y="6270"/>
                    <a:pt x="13119" y="6211"/>
                  </a:cubicBezTo>
                  <a:cubicBezTo>
                    <a:pt x="14420" y="6088"/>
                    <a:pt x="15608" y="5177"/>
                    <a:pt x="15841" y="3844"/>
                  </a:cubicBezTo>
                  <a:cubicBezTo>
                    <a:pt x="15897" y="3511"/>
                    <a:pt x="15886" y="3133"/>
                    <a:pt x="15652" y="2878"/>
                  </a:cubicBezTo>
                  <a:cubicBezTo>
                    <a:pt x="15484" y="2689"/>
                    <a:pt x="15247" y="2619"/>
                    <a:pt x="14990" y="2619"/>
                  </a:cubicBezTo>
                  <a:cubicBezTo>
                    <a:pt x="14704" y="2619"/>
                    <a:pt x="14394" y="2706"/>
                    <a:pt x="14131" y="2811"/>
                  </a:cubicBezTo>
                  <a:cubicBezTo>
                    <a:pt x="13552" y="3041"/>
                    <a:pt x="12928" y="3395"/>
                    <a:pt x="12606" y="3894"/>
                  </a:cubicBezTo>
                  <a:lnTo>
                    <a:pt x="12606" y="3894"/>
                  </a:lnTo>
                  <a:cubicBezTo>
                    <a:pt x="12748" y="3463"/>
                    <a:pt x="12892" y="3032"/>
                    <a:pt x="13030" y="2600"/>
                  </a:cubicBezTo>
                  <a:cubicBezTo>
                    <a:pt x="13186" y="2145"/>
                    <a:pt x="13331" y="1678"/>
                    <a:pt x="13297" y="1190"/>
                  </a:cubicBezTo>
                  <a:cubicBezTo>
                    <a:pt x="13264" y="711"/>
                    <a:pt x="13008" y="212"/>
                    <a:pt x="12553" y="56"/>
                  </a:cubicBezTo>
                  <a:cubicBezTo>
                    <a:pt x="12446" y="18"/>
                    <a:pt x="12338" y="0"/>
                    <a:pt x="12229" y="0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75" name="Google Shape;1875;p58">
            <a:extLst>
              <a:ext uri="{FF2B5EF4-FFF2-40B4-BE49-F238E27FC236}">
                <a16:creationId xmlns:a16="http://schemas.microsoft.com/office/drawing/2014/main" id="{5270E0D5-5B81-D854-CBA1-074D3B467AC2}"/>
              </a:ext>
            </a:extLst>
          </p:cNvPr>
          <p:cNvSpPr/>
          <p:nvPr/>
        </p:nvSpPr>
        <p:spPr>
          <a:xfrm>
            <a:off x="1513763" y="404875"/>
            <a:ext cx="6116475" cy="843325"/>
          </a:xfrm>
          <a:custGeom>
            <a:avLst/>
            <a:gdLst/>
            <a:ahLst/>
            <a:cxnLst/>
            <a:rect l="l" t="t" r="r" b="b"/>
            <a:pathLst>
              <a:path w="244659" h="33733" extrusionOk="0">
                <a:moveTo>
                  <a:pt x="3896" y="4933"/>
                </a:moveTo>
                <a:lnTo>
                  <a:pt x="9611" y="0"/>
                </a:lnTo>
                <a:lnTo>
                  <a:pt x="97335" y="648"/>
                </a:lnTo>
                <a:lnTo>
                  <a:pt x="175247" y="1214"/>
                </a:lnTo>
                <a:lnTo>
                  <a:pt x="239843" y="931"/>
                </a:lnTo>
                <a:lnTo>
                  <a:pt x="244376" y="6881"/>
                </a:lnTo>
                <a:lnTo>
                  <a:pt x="244659" y="21330"/>
                </a:lnTo>
                <a:lnTo>
                  <a:pt x="240693" y="28979"/>
                </a:lnTo>
                <a:lnTo>
                  <a:pt x="235027" y="32946"/>
                </a:lnTo>
                <a:lnTo>
                  <a:pt x="164481" y="32946"/>
                </a:lnTo>
                <a:lnTo>
                  <a:pt x="91102" y="32662"/>
                </a:lnTo>
                <a:lnTo>
                  <a:pt x="11169" y="33733"/>
                </a:lnTo>
                <a:lnTo>
                  <a:pt x="2858" y="28482"/>
                </a:lnTo>
                <a:lnTo>
                  <a:pt x="0" y="13844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5400000" algn="bl" rotWithShape="0">
              <a:srgbClr val="9A80C1">
                <a:alpha val="8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76" name="Google Shape;1876;p58">
            <a:extLst>
              <a:ext uri="{FF2B5EF4-FFF2-40B4-BE49-F238E27FC236}">
                <a16:creationId xmlns:a16="http://schemas.microsoft.com/office/drawing/2014/main" id="{E4A49343-03A6-EBBD-38C6-7BF7D4835F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Introduction</a:t>
            </a:r>
            <a:endParaRPr dirty="0"/>
          </a:p>
        </p:txBody>
      </p:sp>
      <p:sp>
        <p:nvSpPr>
          <p:cNvPr id="1877" name="Google Shape;1877;p58">
            <a:extLst>
              <a:ext uri="{FF2B5EF4-FFF2-40B4-BE49-F238E27FC236}">
                <a16:creationId xmlns:a16="http://schemas.microsoft.com/office/drawing/2014/main" id="{3F78F50B-FC9E-0640-B01D-7CF81985CB6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75369" y="1510235"/>
            <a:ext cx="4118488" cy="29429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Bigfoot Field Researchers Organization (BFRO) is a</a:t>
            </a:r>
            <a:r>
              <a:rPr lang="pl-PL" dirty="0"/>
              <a:t>n </a:t>
            </a:r>
            <a:r>
              <a:rPr lang="en-US" dirty="0"/>
              <a:t>organization aiming to uncover the truth about mysterious occurrences in the natural world. </a:t>
            </a:r>
            <a:endParaRPr lang="pl-PL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This dataset contains</a:t>
            </a:r>
            <a:r>
              <a:rPr lang="pl-PL" dirty="0"/>
              <a:t> </a:t>
            </a:r>
            <a:r>
              <a:rPr lang="en-US" dirty="0"/>
              <a:t>various reports of bigfoot and sasquatch sightings in different parts of the world. </a:t>
            </a:r>
            <a:endParaRPr lang="pl-PL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l-PL" dirty="0"/>
              <a:t>I </a:t>
            </a:r>
            <a:r>
              <a:rPr lang="pl-PL" dirty="0" err="1"/>
              <a:t>decided</a:t>
            </a:r>
            <a:r>
              <a:rPr lang="pl-PL" dirty="0"/>
              <a:t> to </a:t>
            </a:r>
            <a:r>
              <a:rPr lang="pl-PL" dirty="0" err="1"/>
              <a:t>look</a:t>
            </a:r>
            <a:r>
              <a:rPr lang="pl-PL" dirty="0"/>
              <a:t> for </a:t>
            </a:r>
            <a:r>
              <a:rPr lang="pl-PL" dirty="0" err="1"/>
              <a:t>some</a:t>
            </a:r>
            <a:r>
              <a:rPr lang="pl-PL" dirty="0"/>
              <a:t> </a:t>
            </a:r>
            <a:r>
              <a:rPr lang="pl-PL" dirty="0" err="1"/>
              <a:t>familiarities</a:t>
            </a:r>
            <a:r>
              <a:rPr lang="pl-PL" dirty="0"/>
              <a:t> and </a:t>
            </a:r>
            <a:r>
              <a:rPr lang="pl-PL" dirty="0" err="1"/>
              <a:t>patterns</a:t>
            </a:r>
            <a:r>
              <a:rPr lang="pl-PL" dirty="0"/>
              <a:t> </a:t>
            </a:r>
            <a:r>
              <a:rPr lang="pl-PL" dirty="0" err="1"/>
              <a:t>between</a:t>
            </a:r>
            <a:r>
              <a:rPr lang="pl-PL" dirty="0"/>
              <a:t> </a:t>
            </a:r>
            <a:r>
              <a:rPr lang="pl-PL" dirty="0" err="1"/>
              <a:t>such</a:t>
            </a:r>
            <a:r>
              <a:rPr lang="pl-PL" dirty="0"/>
              <a:t> </a:t>
            </a:r>
            <a:r>
              <a:rPr lang="pl-PL" dirty="0" err="1"/>
              <a:t>sightings</a:t>
            </a:r>
            <a:endParaRPr dirty="0"/>
          </a:p>
        </p:txBody>
      </p:sp>
      <p:grpSp>
        <p:nvGrpSpPr>
          <p:cNvPr id="1878" name="Google Shape;1878;p58">
            <a:extLst>
              <a:ext uri="{FF2B5EF4-FFF2-40B4-BE49-F238E27FC236}">
                <a16:creationId xmlns:a16="http://schemas.microsoft.com/office/drawing/2014/main" id="{03681741-2AA4-CB1E-50A5-73538826A1F9}"/>
              </a:ext>
            </a:extLst>
          </p:cNvPr>
          <p:cNvGrpSpPr/>
          <p:nvPr/>
        </p:nvGrpSpPr>
        <p:grpSpPr>
          <a:xfrm>
            <a:off x="5001910" y="1806928"/>
            <a:ext cx="3814500" cy="2312100"/>
            <a:chOff x="4368575" y="1866375"/>
            <a:chExt cx="3814500" cy="2312100"/>
          </a:xfrm>
        </p:grpSpPr>
        <p:sp>
          <p:nvSpPr>
            <p:cNvPr id="1879" name="Google Shape;1879;p58">
              <a:extLst>
                <a:ext uri="{FF2B5EF4-FFF2-40B4-BE49-F238E27FC236}">
                  <a16:creationId xmlns:a16="http://schemas.microsoft.com/office/drawing/2014/main" id="{95E37D4C-E08C-C2F5-49BC-98EA0FFC9446}"/>
                </a:ext>
              </a:extLst>
            </p:cNvPr>
            <p:cNvSpPr/>
            <p:nvPr/>
          </p:nvSpPr>
          <p:spPr>
            <a:xfrm>
              <a:off x="4571875" y="1866375"/>
              <a:ext cx="3407700" cy="2100900"/>
            </a:xfrm>
            <a:prstGeom prst="round2SameRect">
              <a:avLst>
                <a:gd name="adj1" fmla="val 3947"/>
                <a:gd name="adj2" fmla="val 0"/>
              </a:avLst>
            </a:prstGeom>
            <a:solidFill>
              <a:schemeClr val="accent5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9050" dir="9120000" algn="bl" rotWithShape="0">
                <a:schemeClr val="accent6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58">
              <a:extLst>
                <a:ext uri="{FF2B5EF4-FFF2-40B4-BE49-F238E27FC236}">
                  <a16:creationId xmlns:a16="http://schemas.microsoft.com/office/drawing/2014/main" id="{F4C38CAF-0A6A-C370-A7AC-56683F28D6D8}"/>
                </a:ext>
              </a:extLst>
            </p:cNvPr>
            <p:cNvSpPr/>
            <p:nvPr/>
          </p:nvSpPr>
          <p:spPr>
            <a:xfrm>
              <a:off x="4368575" y="3967275"/>
              <a:ext cx="3814500" cy="211200"/>
            </a:xfrm>
            <a:prstGeom prst="round2SameRect">
              <a:avLst>
                <a:gd name="adj1" fmla="val 3947"/>
                <a:gd name="adj2" fmla="val 25197"/>
              </a:avLst>
            </a:prstGeom>
            <a:solidFill>
              <a:schemeClr val="accent4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9050" dir="9120000" algn="bl" rotWithShape="0">
                <a:schemeClr val="accent6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58">
              <a:extLst>
                <a:ext uri="{FF2B5EF4-FFF2-40B4-BE49-F238E27FC236}">
                  <a16:creationId xmlns:a16="http://schemas.microsoft.com/office/drawing/2014/main" id="{4D5F3208-F67B-C83B-3C63-11C6A0779A47}"/>
                </a:ext>
              </a:extLst>
            </p:cNvPr>
            <p:cNvSpPr/>
            <p:nvPr/>
          </p:nvSpPr>
          <p:spPr>
            <a:xfrm>
              <a:off x="6244525" y="1958350"/>
              <a:ext cx="62400" cy="62400"/>
            </a:xfrm>
            <a:prstGeom prst="ellipse">
              <a:avLst/>
            </a:prstGeom>
            <a:solidFill>
              <a:schemeClr val="lt1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9050" dir="9180000" algn="bl" rotWithShape="0">
                <a:schemeClr val="accent6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82" name="Google Shape;1882;p58">
            <a:extLst>
              <a:ext uri="{FF2B5EF4-FFF2-40B4-BE49-F238E27FC236}">
                <a16:creationId xmlns:a16="http://schemas.microsoft.com/office/drawing/2014/main" id="{2F5051BC-2FD6-BCB7-CDF9-A3356618D3A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l="889" r="889"/>
          <a:stretch/>
        </p:blipFill>
        <p:spPr>
          <a:xfrm>
            <a:off x="5331360" y="2038128"/>
            <a:ext cx="3152700" cy="1767300"/>
          </a:xfrm>
          <a:prstGeom prst="round2SameRect">
            <a:avLst>
              <a:gd name="adj1" fmla="val 3652"/>
              <a:gd name="adj2" fmla="val 0"/>
            </a:avLst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668194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50"/>
          <p:cNvSpPr/>
          <p:nvPr/>
        </p:nvSpPr>
        <p:spPr>
          <a:xfrm>
            <a:off x="1683750" y="1348627"/>
            <a:ext cx="5776499" cy="1599025"/>
          </a:xfrm>
          <a:custGeom>
            <a:avLst/>
            <a:gdLst/>
            <a:ahLst/>
            <a:cxnLst/>
            <a:rect l="l" t="t" r="r" b="b"/>
            <a:pathLst>
              <a:path w="241821" h="61195" extrusionOk="0">
                <a:moveTo>
                  <a:pt x="237970" y="8681"/>
                </a:moveTo>
                <a:lnTo>
                  <a:pt x="229202" y="0"/>
                </a:lnTo>
                <a:lnTo>
                  <a:pt x="145615" y="868"/>
                </a:lnTo>
                <a:lnTo>
                  <a:pt x="68607" y="1900"/>
                </a:lnTo>
                <a:lnTo>
                  <a:pt x="7083" y="2550"/>
                </a:lnTo>
                <a:lnTo>
                  <a:pt x="280" y="12233"/>
                </a:lnTo>
                <a:lnTo>
                  <a:pt x="0" y="38579"/>
                </a:lnTo>
                <a:lnTo>
                  <a:pt x="3920" y="52526"/>
                </a:lnTo>
                <a:lnTo>
                  <a:pt x="13883" y="59779"/>
                </a:lnTo>
                <a:lnTo>
                  <a:pt x="79248" y="59760"/>
                </a:lnTo>
                <a:lnTo>
                  <a:pt x="151776" y="59242"/>
                </a:lnTo>
                <a:lnTo>
                  <a:pt x="230782" y="61195"/>
                </a:lnTo>
                <a:lnTo>
                  <a:pt x="238996" y="51620"/>
                </a:lnTo>
                <a:lnTo>
                  <a:pt x="241821" y="24929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5400000" algn="bl" rotWithShape="0">
              <a:srgbClr val="9A80C1">
                <a:alpha val="8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93" name="Google Shape;1493;p50"/>
          <p:cNvSpPr txBox="1">
            <a:spLocks noGrp="1"/>
          </p:cNvSpPr>
          <p:nvPr>
            <p:ph type="title"/>
          </p:nvPr>
        </p:nvSpPr>
        <p:spPr>
          <a:xfrm>
            <a:off x="1655550" y="1538952"/>
            <a:ext cx="5832900" cy="114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/>
              <a:t>4 982</a:t>
            </a:r>
            <a:endParaRPr dirty="0"/>
          </a:p>
        </p:txBody>
      </p:sp>
      <p:sp>
        <p:nvSpPr>
          <p:cNvPr id="1494" name="Google Shape;1494;p50"/>
          <p:cNvSpPr txBox="1">
            <a:spLocks noGrp="1"/>
          </p:cNvSpPr>
          <p:nvPr>
            <p:ph type="subTitle" idx="1"/>
          </p:nvPr>
        </p:nvSpPr>
        <p:spPr>
          <a:xfrm>
            <a:off x="2863200" y="3131077"/>
            <a:ext cx="3417600" cy="6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l-PL" dirty="0" err="1"/>
              <a:t>Various</a:t>
            </a:r>
            <a:r>
              <a:rPr lang="pl-PL" dirty="0"/>
              <a:t> </a:t>
            </a:r>
            <a:r>
              <a:rPr lang="en-US" dirty="0"/>
              <a:t>reports of bigfoot and sasquatch sightings</a:t>
            </a:r>
            <a:endParaRPr dirty="0"/>
          </a:p>
        </p:txBody>
      </p:sp>
      <p:grpSp>
        <p:nvGrpSpPr>
          <p:cNvPr id="1495" name="Google Shape;1495;p50"/>
          <p:cNvGrpSpPr/>
          <p:nvPr/>
        </p:nvGrpSpPr>
        <p:grpSpPr>
          <a:xfrm flipH="1">
            <a:off x="-386648" y="1389407"/>
            <a:ext cx="2688530" cy="3410596"/>
            <a:chOff x="-705675" y="1389407"/>
            <a:chExt cx="2688530" cy="3410596"/>
          </a:xfrm>
        </p:grpSpPr>
        <p:sp>
          <p:nvSpPr>
            <p:cNvPr id="1496" name="Google Shape;1496;p50"/>
            <p:cNvSpPr/>
            <p:nvPr/>
          </p:nvSpPr>
          <p:spPr>
            <a:xfrm>
              <a:off x="-705675" y="1389407"/>
              <a:ext cx="2129204" cy="3075805"/>
            </a:xfrm>
            <a:custGeom>
              <a:avLst/>
              <a:gdLst/>
              <a:ahLst/>
              <a:cxnLst/>
              <a:rect l="l" t="t" r="r" b="b"/>
              <a:pathLst>
                <a:path w="15608" h="22547" extrusionOk="0">
                  <a:moveTo>
                    <a:pt x="8674" y="1"/>
                  </a:moveTo>
                  <a:cubicBezTo>
                    <a:pt x="8460" y="1"/>
                    <a:pt x="8247" y="37"/>
                    <a:pt x="8043" y="117"/>
                  </a:cubicBezTo>
                  <a:cubicBezTo>
                    <a:pt x="7187" y="440"/>
                    <a:pt x="6710" y="1361"/>
                    <a:pt x="6510" y="2261"/>
                  </a:cubicBezTo>
                  <a:cubicBezTo>
                    <a:pt x="5977" y="4694"/>
                    <a:pt x="6876" y="7182"/>
                    <a:pt x="7154" y="9660"/>
                  </a:cubicBezTo>
                  <a:cubicBezTo>
                    <a:pt x="7209" y="10248"/>
                    <a:pt x="7098" y="11037"/>
                    <a:pt x="6521" y="11126"/>
                  </a:cubicBezTo>
                  <a:cubicBezTo>
                    <a:pt x="6486" y="11132"/>
                    <a:pt x="6451" y="11135"/>
                    <a:pt x="6417" y="11135"/>
                  </a:cubicBezTo>
                  <a:cubicBezTo>
                    <a:pt x="6051" y="11135"/>
                    <a:pt x="5739" y="10825"/>
                    <a:pt x="5454" y="10582"/>
                  </a:cubicBezTo>
                  <a:cubicBezTo>
                    <a:pt x="4721" y="9954"/>
                    <a:pt x="3753" y="9602"/>
                    <a:pt x="2784" y="9602"/>
                  </a:cubicBezTo>
                  <a:cubicBezTo>
                    <a:pt x="2741" y="9602"/>
                    <a:pt x="2698" y="9603"/>
                    <a:pt x="2655" y="9604"/>
                  </a:cubicBezTo>
                  <a:cubicBezTo>
                    <a:pt x="2489" y="9604"/>
                    <a:pt x="2299" y="9626"/>
                    <a:pt x="2155" y="9727"/>
                  </a:cubicBezTo>
                  <a:cubicBezTo>
                    <a:pt x="1833" y="9949"/>
                    <a:pt x="1844" y="10426"/>
                    <a:pt x="1955" y="10804"/>
                  </a:cubicBezTo>
                  <a:cubicBezTo>
                    <a:pt x="2511" y="12548"/>
                    <a:pt x="4466" y="13603"/>
                    <a:pt x="4844" y="15392"/>
                  </a:cubicBezTo>
                  <a:cubicBezTo>
                    <a:pt x="4899" y="15625"/>
                    <a:pt x="4910" y="15903"/>
                    <a:pt x="4755" y="16092"/>
                  </a:cubicBezTo>
                  <a:cubicBezTo>
                    <a:pt x="4644" y="16225"/>
                    <a:pt x="4454" y="16281"/>
                    <a:pt x="4288" y="16314"/>
                  </a:cubicBezTo>
                  <a:cubicBezTo>
                    <a:pt x="4191" y="16329"/>
                    <a:pt x="4094" y="16335"/>
                    <a:pt x="3998" y="16335"/>
                  </a:cubicBezTo>
                  <a:cubicBezTo>
                    <a:pt x="3377" y="16335"/>
                    <a:pt x="2771" y="16057"/>
                    <a:pt x="2155" y="15903"/>
                  </a:cubicBezTo>
                  <a:cubicBezTo>
                    <a:pt x="1962" y="15858"/>
                    <a:pt x="1754" y="15832"/>
                    <a:pt x="1548" y="15832"/>
                  </a:cubicBezTo>
                  <a:cubicBezTo>
                    <a:pt x="997" y="15832"/>
                    <a:pt x="459" y="16015"/>
                    <a:pt x="233" y="16491"/>
                  </a:cubicBezTo>
                  <a:cubicBezTo>
                    <a:pt x="0" y="16992"/>
                    <a:pt x="222" y="17580"/>
                    <a:pt x="500" y="18047"/>
                  </a:cubicBezTo>
                  <a:cubicBezTo>
                    <a:pt x="1378" y="19491"/>
                    <a:pt x="2810" y="20524"/>
                    <a:pt x="4355" y="21213"/>
                  </a:cubicBezTo>
                  <a:cubicBezTo>
                    <a:pt x="5732" y="21813"/>
                    <a:pt x="7599" y="22535"/>
                    <a:pt x="9132" y="22546"/>
                  </a:cubicBezTo>
                  <a:cubicBezTo>
                    <a:pt x="9138" y="22546"/>
                    <a:pt x="9144" y="22546"/>
                    <a:pt x="9149" y="22546"/>
                  </a:cubicBezTo>
                  <a:cubicBezTo>
                    <a:pt x="10585" y="22546"/>
                    <a:pt x="11746" y="21265"/>
                    <a:pt x="12775" y="20413"/>
                  </a:cubicBezTo>
                  <a:cubicBezTo>
                    <a:pt x="13908" y="19480"/>
                    <a:pt x="15097" y="18258"/>
                    <a:pt x="14953" y="16803"/>
                  </a:cubicBezTo>
                  <a:cubicBezTo>
                    <a:pt x="14930" y="16580"/>
                    <a:pt x="14864" y="16358"/>
                    <a:pt x="14697" y="16225"/>
                  </a:cubicBezTo>
                  <a:cubicBezTo>
                    <a:pt x="14578" y="16136"/>
                    <a:pt x="14442" y="16110"/>
                    <a:pt x="14298" y="16110"/>
                  </a:cubicBezTo>
                  <a:cubicBezTo>
                    <a:pt x="14094" y="16110"/>
                    <a:pt x="13872" y="16162"/>
                    <a:pt x="13660" y="16162"/>
                  </a:cubicBezTo>
                  <a:cubicBezTo>
                    <a:pt x="13628" y="16162"/>
                    <a:pt x="13595" y="16161"/>
                    <a:pt x="13564" y="16158"/>
                  </a:cubicBezTo>
                  <a:cubicBezTo>
                    <a:pt x="12764" y="16069"/>
                    <a:pt x="12486" y="14958"/>
                    <a:pt x="12830" y="14225"/>
                  </a:cubicBezTo>
                  <a:cubicBezTo>
                    <a:pt x="13175" y="13492"/>
                    <a:pt x="13886" y="13026"/>
                    <a:pt x="14419" y="12415"/>
                  </a:cubicBezTo>
                  <a:cubicBezTo>
                    <a:pt x="14886" y="11882"/>
                    <a:pt x="15219" y="11248"/>
                    <a:pt x="15385" y="10559"/>
                  </a:cubicBezTo>
                  <a:cubicBezTo>
                    <a:pt x="15608" y="9671"/>
                    <a:pt x="15308" y="8449"/>
                    <a:pt x="14397" y="8349"/>
                  </a:cubicBezTo>
                  <a:cubicBezTo>
                    <a:pt x="14356" y="8344"/>
                    <a:pt x="14315" y="8342"/>
                    <a:pt x="14275" y="8342"/>
                  </a:cubicBezTo>
                  <a:cubicBezTo>
                    <a:pt x="13666" y="8342"/>
                    <a:pt x="13177" y="8877"/>
                    <a:pt x="12709" y="9304"/>
                  </a:cubicBezTo>
                  <a:cubicBezTo>
                    <a:pt x="12383" y="9601"/>
                    <a:pt x="11914" y="9857"/>
                    <a:pt x="11496" y="9857"/>
                  </a:cubicBezTo>
                  <a:cubicBezTo>
                    <a:pt x="11287" y="9857"/>
                    <a:pt x="11090" y="9793"/>
                    <a:pt x="10931" y="9638"/>
                  </a:cubicBezTo>
                  <a:cubicBezTo>
                    <a:pt x="10520" y="9238"/>
                    <a:pt x="10698" y="8560"/>
                    <a:pt x="10865" y="8004"/>
                  </a:cubicBezTo>
                  <a:cubicBezTo>
                    <a:pt x="11265" y="6661"/>
                    <a:pt x="11442" y="5249"/>
                    <a:pt x="11386" y="3839"/>
                  </a:cubicBezTo>
                  <a:cubicBezTo>
                    <a:pt x="11353" y="2861"/>
                    <a:pt x="11186" y="1850"/>
                    <a:pt x="10609" y="1050"/>
                  </a:cubicBezTo>
                  <a:cubicBezTo>
                    <a:pt x="10161" y="439"/>
                    <a:pt x="9412" y="1"/>
                    <a:pt x="8674" y="1"/>
                  </a:cubicBezTo>
                  <a:close/>
                </a:path>
              </a:pathLst>
            </a:custGeom>
            <a:solidFill>
              <a:srgbClr val="A2B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50"/>
            <p:cNvSpPr/>
            <p:nvPr/>
          </p:nvSpPr>
          <p:spPr>
            <a:xfrm>
              <a:off x="464254" y="1791844"/>
              <a:ext cx="19781" cy="3000639"/>
            </a:xfrm>
            <a:custGeom>
              <a:avLst/>
              <a:gdLst/>
              <a:ahLst/>
              <a:cxnLst/>
              <a:rect l="l" t="t" r="r" b="b"/>
              <a:pathLst>
                <a:path w="145" h="21996" extrusionOk="0">
                  <a:moveTo>
                    <a:pt x="78" y="0"/>
                  </a:moveTo>
                  <a:cubicBezTo>
                    <a:pt x="33" y="0"/>
                    <a:pt x="0" y="33"/>
                    <a:pt x="0" y="67"/>
                  </a:cubicBezTo>
                  <a:lnTo>
                    <a:pt x="0" y="21929"/>
                  </a:lnTo>
                  <a:cubicBezTo>
                    <a:pt x="0" y="21974"/>
                    <a:pt x="33" y="21996"/>
                    <a:pt x="78" y="21996"/>
                  </a:cubicBezTo>
                  <a:cubicBezTo>
                    <a:pt x="111" y="21996"/>
                    <a:pt x="144" y="21974"/>
                    <a:pt x="144" y="21929"/>
                  </a:cubicBezTo>
                  <a:lnTo>
                    <a:pt x="144" y="67"/>
                  </a:lnTo>
                  <a:cubicBezTo>
                    <a:pt x="144" y="33"/>
                    <a:pt x="111" y="0"/>
                    <a:pt x="78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50"/>
            <p:cNvSpPr/>
            <p:nvPr/>
          </p:nvSpPr>
          <p:spPr>
            <a:xfrm>
              <a:off x="483898" y="2675978"/>
              <a:ext cx="800225" cy="817686"/>
            </a:xfrm>
            <a:custGeom>
              <a:avLst/>
              <a:gdLst/>
              <a:ahLst/>
              <a:cxnLst/>
              <a:rect l="l" t="t" r="r" b="b"/>
              <a:pathLst>
                <a:path w="5866" h="5994" extrusionOk="0">
                  <a:moveTo>
                    <a:pt x="5787" y="1"/>
                  </a:moveTo>
                  <a:cubicBezTo>
                    <a:pt x="5769" y="1"/>
                    <a:pt x="5749" y="6"/>
                    <a:pt x="5732" y="17"/>
                  </a:cubicBezTo>
                  <a:cubicBezTo>
                    <a:pt x="3799" y="1918"/>
                    <a:pt x="1878" y="3895"/>
                    <a:pt x="34" y="5883"/>
                  </a:cubicBezTo>
                  <a:cubicBezTo>
                    <a:pt x="0" y="5905"/>
                    <a:pt x="0" y="5950"/>
                    <a:pt x="34" y="5972"/>
                  </a:cubicBezTo>
                  <a:cubicBezTo>
                    <a:pt x="45" y="5994"/>
                    <a:pt x="67" y="5994"/>
                    <a:pt x="78" y="5994"/>
                  </a:cubicBezTo>
                  <a:cubicBezTo>
                    <a:pt x="101" y="5994"/>
                    <a:pt x="123" y="5983"/>
                    <a:pt x="133" y="5972"/>
                  </a:cubicBezTo>
                  <a:cubicBezTo>
                    <a:pt x="1978" y="3984"/>
                    <a:pt x="3900" y="2017"/>
                    <a:pt x="5833" y="118"/>
                  </a:cubicBezTo>
                  <a:cubicBezTo>
                    <a:pt x="5866" y="96"/>
                    <a:pt x="5866" y="51"/>
                    <a:pt x="5833" y="17"/>
                  </a:cubicBezTo>
                  <a:cubicBezTo>
                    <a:pt x="5822" y="6"/>
                    <a:pt x="5805" y="1"/>
                    <a:pt x="5787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50"/>
            <p:cNvSpPr/>
            <p:nvPr/>
          </p:nvSpPr>
          <p:spPr>
            <a:xfrm>
              <a:off x="483898" y="3706763"/>
              <a:ext cx="733517" cy="609923"/>
            </a:xfrm>
            <a:custGeom>
              <a:avLst/>
              <a:gdLst/>
              <a:ahLst/>
              <a:cxnLst/>
              <a:rect l="l" t="t" r="r" b="b"/>
              <a:pathLst>
                <a:path w="5377" h="4471" extrusionOk="0">
                  <a:moveTo>
                    <a:pt x="5295" y="0"/>
                  </a:moveTo>
                  <a:cubicBezTo>
                    <a:pt x="5279" y="0"/>
                    <a:pt x="5265" y="6"/>
                    <a:pt x="5255" y="15"/>
                  </a:cubicBezTo>
                  <a:cubicBezTo>
                    <a:pt x="3488" y="1405"/>
                    <a:pt x="1733" y="2871"/>
                    <a:pt x="34" y="4348"/>
                  </a:cubicBezTo>
                  <a:cubicBezTo>
                    <a:pt x="12" y="4370"/>
                    <a:pt x="0" y="4415"/>
                    <a:pt x="34" y="4448"/>
                  </a:cubicBezTo>
                  <a:cubicBezTo>
                    <a:pt x="45" y="4459"/>
                    <a:pt x="67" y="4471"/>
                    <a:pt x="78" y="4471"/>
                  </a:cubicBezTo>
                  <a:cubicBezTo>
                    <a:pt x="101" y="4471"/>
                    <a:pt x="111" y="4459"/>
                    <a:pt x="123" y="4448"/>
                  </a:cubicBezTo>
                  <a:cubicBezTo>
                    <a:pt x="1822" y="2970"/>
                    <a:pt x="3577" y="1516"/>
                    <a:pt x="5344" y="127"/>
                  </a:cubicBezTo>
                  <a:cubicBezTo>
                    <a:pt x="5366" y="94"/>
                    <a:pt x="5377" y="49"/>
                    <a:pt x="5355" y="27"/>
                  </a:cubicBezTo>
                  <a:cubicBezTo>
                    <a:pt x="5336" y="8"/>
                    <a:pt x="5315" y="0"/>
                    <a:pt x="5295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50"/>
            <p:cNvSpPr/>
            <p:nvPr/>
          </p:nvSpPr>
          <p:spPr>
            <a:xfrm>
              <a:off x="-257130" y="2906391"/>
              <a:ext cx="713873" cy="749614"/>
            </a:xfrm>
            <a:custGeom>
              <a:avLst/>
              <a:gdLst/>
              <a:ahLst/>
              <a:cxnLst/>
              <a:rect l="l" t="t" r="r" b="b"/>
              <a:pathLst>
                <a:path w="5233" h="5495" extrusionOk="0">
                  <a:moveTo>
                    <a:pt x="79" y="0"/>
                  </a:moveTo>
                  <a:cubicBezTo>
                    <a:pt x="61" y="0"/>
                    <a:pt x="44" y="6"/>
                    <a:pt x="33" y="17"/>
                  </a:cubicBezTo>
                  <a:cubicBezTo>
                    <a:pt x="11" y="39"/>
                    <a:pt x="0" y="84"/>
                    <a:pt x="33" y="117"/>
                  </a:cubicBezTo>
                  <a:cubicBezTo>
                    <a:pt x="1744" y="1861"/>
                    <a:pt x="3455" y="3672"/>
                    <a:pt x="5099" y="5472"/>
                  </a:cubicBezTo>
                  <a:cubicBezTo>
                    <a:pt x="5110" y="5483"/>
                    <a:pt x="5133" y="5494"/>
                    <a:pt x="5155" y="5494"/>
                  </a:cubicBezTo>
                  <a:cubicBezTo>
                    <a:pt x="5166" y="5494"/>
                    <a:pt x="5188" y="5483"/>
                    <a:pt x="5199" y="5472"/>
                  </a:cubicBezTo>
                  <a:cubicBezTo>
                    <a:pt x="5232" y="5450"/>
                    <a:pt x="5232" y="5405"/>
                    <a:pt x="5199" y="5371"/>
                  </a:cubicBezTo>
                  <a:cubicBezTo>
                    <a:pt x="3555" y="3572"/>
                    <a:pt x="1844" y="1772"/>
                    <a:pt x="134" y="17"/>
                  </a:cubicBezTo>
                  <a:cubicBezTo>
                    <a:pt x="117" y="6"/>
                    <a:pt x="97" y="0"/>
                    <a:pt x="79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50"/>
            <p:cNvSpPr/>
            <p:nvPr/>
          </p:nvSpPr>
          <p:spPr>
            <a:xfrm>
              <a:off x="59499" y="3115794"/>
              <a:ext cx="1647514" cy="1591856"/>
            </a:xfrm>
            <a:custGeom>
              <a:avLst/>
              <a:gdLst/>
              <a:ahLst/>
              <a:cxnLst/>
              <a:rect l="l" t="t" r="r" b="b"/>
              <a:pathLst>
                <a:path w="12077" h="11669" extrusionOk="0">
                  <a:moveTo>
                    <a:pt x="1726" y="0"/>
                  </a:moveTo>
                  <a:cubicBezTo>
                    <a:pt x="1600" y="0"/>
                    <a:pt x="1472" y="16"/>
                    <a:pt x="1345" y="49"/>
                  </a:cubicBezTo>
                  <a:cubicBezTo>
                    <a:pt x="623" y="227"/>
                    <a:pt x="123" y="970"/>
                    <a:pt x="67" y="1726"/>
                  </a:cubicBezTo>
                  <a:cubicBezTo>
                    <a:pt x="1" y="2471"/>
                    <a:pt x="312" y="3214"/>
                    <a:pt x="734" y="3836"/>
                  </a:cubicBezTo>
                  <a:cubicBezTo>
                    <a:pt x="1168" y="4459"/>
                    <a:pt x="1711" y="4981"/>
                    <a:pt x="2212" y="5547"/>
                  </a:cubicBezTo>
                  <a:cubicBezTo>
                    <a:pt x="2545" y="5925"/>
                    <a:pt x="2867" y="6447"/>
                    <a:pt x="2656" y="6892"/>
                  </a:cubicBezTo>
                  <a:cubicBezTo>
                    <a:pt x="2422" y="7369"/>
                    <a:pt x="1767" y="7436"/>
                    <a:pt x="1423" y="7836"/>
                  </a:cubicBezTo>
                  <a:cubicBezTo>
                    <a:pt x="1112" y="8203"/>
                    <a:pt x="1156" y="8791"/>
                    <a:pt x="1412" y="9202"/>
                  </a:cubicBezTo>
                  <a:cubicBezTo>
                    <a:pt x="1667" y="9613"/>
                    <a:pt x="2089" y="9891"/>
                    <a:pt x="2523" y="10136"/>
                  </a:cubicBezTo>
                  <a:cubicBezTo>
                    <a:pt x="3034" y="10435"/>
                    <a:pt x="3578" y="10702"/>
                    <a:pt x="4133" y="10924"/>
                  </a:cubicBezTo>
                  <a:cubicBezTo>
                    <a:pt x="4522" y="11091"/>
                    <a:pt x="5233" y="11180"/>
                    <a:pt x="5533" y="11469"/>
                  </a:cubicBezTo>
                  <a:cubicBezTo>
                    <a:pt x="5600" y="11535"/>
                    <a:pt x="5656" y="11602"/>
                    <a:pt x="5688" y="11669"/>
                  </a:cubicBezTo>
                  <a:cubicBezTo>
                    <a:pt x="7811" y="11657"/>
                    <a:pt x="9944" y="11657"/>
                    <a:pt x="12076" y="11646"/>
                  </a:cubicBezTo>
                  <a:cubicBezTo>
                    <a:pt x="12010" y="10602"/>
                    <a:pt x="11654" y="9569"/>
                    <a:pt x="11254" y="8502"/>
                  </a:cubicBezTo>
                  <a:cubicBezTo>
                    <a:pt x="11167" y="8263"/>
                    <a:pt x="11083" y="8176"/>
                    <a:pt x="10998" y="8176"/>
                  </a:cubicBezTo>
                  <a:cubicBezTo>
                    <a:pt x="10822" y="8176"/>
                    <a:pt x="10645" y="8545"/>
                    <a:pt x="10443" y="8702"/>
                  </a:cubicBezTo>
                  <a:cubicBezTo>
                    <a:pt x="10362" y="8761"/>
                    <a:pt x="10268" y="8787"/>
                    <a:pt x="10171" y="8787"/>
                  </a:cubicBezTo>
                  <a:cubicBezTo>
                    <a:pt x="9976" y="8787"/>
                    <a:pt x="9770" y="8681"/>
                    <a:pt x="9643" y="8524"/>
                  </a:cubicBezTo>
                  <a:cubicBezTo>
                    <a:pt x="9455" y="8280"/>
                    <a:pt x="9399" y="7969"/>
                    <a:pt x="9354" y="7669"/>
                  </a:cubicBezTo>
                  <a:cubicBezTo>
                    <a:pt x="9110" y="6314"/>
                    <a:pt x="8766" y="4970"/>
                    <a:pt x="8322" y="3659"/>
                  </a:cubicBezTo>
                  <a:cubicBezTo>
                    <a:pt x="8199" y="3303"/>
                    <a:pt x="8066" y="2937"/>
                    <a:pt x="7799" y="2659"/>
                  </a:cubicBezTo>
                  <a:cubicBezTo>
                    <a:pt x="7611" y="2471"/>
                    <a:pt x="7345" y="2344"/>
                    <a:pt x="7084" y="2344"/>
                  </a:cubicBezTo>
                  <a:cubicBezTo>
                    <a:pt x="6975" y="2344"/>
                    <a:pt x="6868" y="2366"/>
                    <a:pt x="6766" y="2415"/>
                  </a:cubicBezTo>
                  <a:cubicBezTo>
                    <a:pt x="6366" y="2604"/>
                    <a:pt x="6167" y="3192"/>
                    <a:pt x="5722" y="3214"/>
                  </a:cubicBezTo>
                  <a:cubicBezTo>
                    <a:pt x="5706" y="3216"/>
                    <a:pt x="5690" y="3217"/>
                    <a:pt x="5674" y="3217"/>
                  </a:cubicBezTo>
                  <a:cubicBezTo>
                    <a:pt x="5460" y="3217"/>
                    <a:pt x="5266" y="3081"/>
                    <a:pt x="5100" y="2926"/>
                  </a:cubicBezTo>
                  <a:cubicBezTo>
                    <a:pt x="4489" y="2370"/>
                    <a:pt x="4089" y="1604"/>
                    <a:pt x="3533" y="982"/>
                  </a:cubicBezTo>
                  <a:cubicBezTo>
                    <a:pt x="3075" y="447"/>
                    <a:pt x="2410" y="0"/>
                    <a:pt x="1726" y="0"/>
                  </a:cubicBez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50"/>
            <p:cNvSpPr/>
            <p:nvPr/>
          </p:nvSpPr>
          <p:spPr>
            <a:xfrm>
              <a:off x="383766" y="3299688"/>
              <a:ext cx="683725" cy="1335254"/>
            </a:xfrm>
            <a:custGeom>
              <a:avLst/>
              <a:gdLst/>
              <a:ahLst/>
              <a:cxnLst/>
              <a:rect l="l" t="t" r="r" b="b"/>
              <a:pathLst>
                <a:path w="5012" h="9788" extrusionOk="0">
                  <a:moveTo>
                    <a:pt x="112" y="0"/>
                  </a:moveTo>
                  <a:lnTo>
                    <a:pt x="1" y="45"/>
                  </a:lnTo>
                  <a:cubicBezTo>
                    <a:pt x="423" y="1056"/>
                    <a:pt x="1012" y="1989"/>
                    <a:pt x="1768" y="2789"/>
                  </a:cubicBezTo>
                  <a:cubicBezTo>
                    <a:pt x="2023" y="3055"/>
                    <a:pt x="2289" y="3311"/>
                    <a:pt x="2556" y="3555"/>
                  </a:cubicBezTo>
                  <a:cubicBezTo>
                    <a:pt x="3089" y="4066"/>
                    <a:pt x="3645" y="4588"/>
                    <a:pt x="4034" y="5211"/>
                  </a:cubicBezTo>
                  <a:cubicBezTo>
                    <a:pt x="4878" y="6588"/>
                    <a:pt x="4889" y="8365"/>
                    <a:pt x="4900" y="9787"/>
                  </a:cubicBezTo>
                  <a:lnTo>
                    <a:pt x="5011" y="9787"/>
                  </a:lnTo>
                  <a:cubicBezTo>
                    <a:pt x="5000" y="8343"/>
                    <a:pt x="5000" y="6554"/>
                    <a:pt x="4133" y="5155"/>
                  </a:cubicBezTo>
                  <a:cubicBezTo>
                    <a:pt x="3734" y="4510"/>
                    <a:pt x="3167" y="3989"/>
                    <a:pt x="2634" y="3478"/>
                  </a:cubicBezTo>
                  <a:cubicBezTo>
                    <a:pt x="2368" y="3233"/>
                    <a:pt x="2101" y="2977"/>
                    <a:pt x="1857" y="2711"/>
                  </a:cubicBezTo>
                  <a:cubicBezTo>
                    <a:pt x="1112" y="1911"/>
                    <a:pt x="524" y="1000"/>
                    <a:pt x="1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50"/>
            <p:cNvSpPr/>
            <p:nvPr/>
          </p:nvSpPr>
          <p:spPr>
            <a:xfrm>
              <a:off x="968731" y="3636098"/>
              <a:ext cx="113909" cy="766939"/>
            </a:xfrm>
            <a:custGeom>
              <a:avLst/>
              <a:gdLst/>
              <a:ahLst/>
              <a:cxnLst/>
              <a:rect l="l" t="t" r="r" b="b"/>
              <a:pathLst>
                <a:path w="835" h="5622" extrusionOk="0">
                  <a:moveTo>
                    <a:pt x="45" y="0"/>
                  </a:moveTo>
                  <a:lnTo>
                    <a:pt x="13" y="1056"/>
                  </a:lnTo>
                  <a:cubicBezTo>
                    <a:pt x="13" y="1289"/>
                    <a:pt x="1" y="1555"/>
                    <a:pt x="79" y="1800"/>
                  </a:cubicBezTo>
                  <a:cubicBezTo>
                    <a:pt x="124" y="1933"/>
                    <a:pt x="190" y="2066"/>
                    <a:pt x="268" y="2200"/>
                  </a:cubicBezTo>
                  <a:cubicBezTo>
                    <a:pt x="290" y="2256"/>
                    <a:pt x="324" y="2311"/>
                    <a:pt x="356" y="2367"/>
                  </a:cubicBezTo>
                  <a:cubicBezTo>
                    <a:pt x="756" y="3177"/>
                    <a:pt x="612" y="4944"/>
                    <a:pt x="556" y="5611"/>
                  </a:cubicBezTo>
                  <a:lnTo>
                    <a:pt x="668" y="5621"/>
                  </a:lnTo>
                  <a:cubicBezTo>
                    <a:pt x="768" y="4466"/>
                    <a:pt x="835" y="3056"/>
                    <a:pt x="457" y="2311"/>
                  </a:cubicBezTo>
                  <a:cubicBezTo>
                    <a:pt x="423" y="2256"/>
                    <a:pt x="390" y="2200"/>
                    <a:pt x="368" y="2145"/>
                  </a:cubicBezTo>
                  <a:cubicBezTo>
                    <a:pt x="290" y="2011"/>
                    <a:pt x="223" y="1889"/>
                    <a:pt x="190" y="1767"/>
                  </a:cubicBezTo>
                  <a:cubicBezTo>
                    <a:pt x="112" y="1533"/>
                    <a:pt x="124" y="1289"/>
                    <a:pt x="134" y="1056"/>
                  </a:cubicBezTo>
                  <a:lnTo>
                    <a:pt x="168" y="12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3A81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50"/>
            <p:cNvSpPr/>
            <p:nvPr/>
          </p:nvSpPr>
          <p:spPr>
            <a:xfrm>
              <a:off x="235343" y="3460253"/>
              <a:ext cx="518387" cy="335178"/>
            </a:xfrm>
            <a:custGeom>
              <a:avLst/>
              <a:gdLst/>
              <a:ahLst/>
              <a:cxnLst/>
              <a:rect l="l" t="t" r="r" b="b"/>
              <a:pathLst>
                <a:path w="3800" h="2457" extrusionOk="0">
                  <a:moveTo>
                    <a:pt x="101" y="1"/>
                  </a:moveTo>
                  <a:lnTo>
                    <a:pt x="0" y="57"/>
                  </a:lnTo>
                  <a:cubicBezTo>
                    <a:pt x="456" y="790"/>
                    <a:pt x="1178" y="1356"/>
                    <a:pt x="1989" y="1623"/>
                  </a:cubicBezTo>
                  <a:lnTo>
                    <a:pt x="2044" y="1645"/>
                  </a:lnTo>
                  <a:cubicBezTo>
                    <a:pt x="2589" y="1822"/>
                    <a:pt x="3333" y="2067"/>
                    <a:pt x="3722" y="2456"/>
                  </a:cubicBezTo>
                  <a:lnTo>
                    <a:pt x="3800" y="2378"/>
                  </a:lnTo>
                  <a:cubicBezTo>
                    <a:pt x="3400" y="1967"/>
                    <a:pt x="2644" y="1711"/>
                    <a:pt x="2089" y="1534"/>
                  </a:cubicBezTo>
                  <a:lnTo>
                    <a:pt x="2034" y="1511"/>
                  </a:lnTo>
                  <a:cubicBezTo>
                    <a:pt x="1244" y="1256"/>
                    <a:pt x="534" y="701"/>
                    <a:pt x="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50"/>
            <p:cNvSpPr/>
            <p:nvPr/>
          </p:nvSpPr>
          <p:spPr>
            <a:xfrm>
              <a:off x="465618" y="4296777"/>
              <a:ext cx="615516" cy="382105"/>
            </a:xfrm>
            <a:custGeom>
              <a:avLst/>
              <a:gdLst/>
              <a:ahLst/>
              <a:cxnLst/>
              <a:rect l="l" t="t" r="r" b="b"/>
              <a:pathLst>
                <a:path w="4512" h="2801" extrusionOk="0">
                  <a:moveTo>
                    <a:pt x="79" y="1"/>
                  </a:moveTo>
                  <a:lnTo>
                    <a:pt x="1" y="79"/>
                  </a:lnTo>
                  <a:cubicBezTo>
                    <a:pt x="334" y="412"/>
                    <a:pt x="712" y="778"/>
                    <a:pt x="1168" y="1000"/>
                  </a:cubicBezTo>
                  <a:cubicBezTo>
                    <a:pt x="1368" y="1089"/>
                    <a:pt x="1590" y="1156"/>
                    <a:pt x="1800" y="1223"/>
                  </a:cubicBezTo>
                  <a:cubicBezTo>
                    <a:pt x="1923" y="1256"/>
                    <a:pt x="2056" y="1289"/>
                    <a:pt x="2178" y="1334"/>
                  </a:cubicBezTo>
                  <a:cubicBezTo>
                    <a:pt x="2434" y="1423"/>
                    <a:pt x="2679" y="1545"/>
                    <a:pt x="2911" y="1667"/>
                  </a:cubicBezTo>
                  <a:lnTo>
                    <a:pt x="3622" y="2012"/>
                  </a:lnTo>
                  <a:cubicBezTo>
                    <a:pt x="3978" y="2178"/>
                    <a:pt x="4378" y="2422"/>
                    <a:pt x="4389" y="2800"/>
                  </a:cubicBezTo>
                  <a:lnTo>
                    <a:pt x="4511" y="2789"/>
                  </a:lnTo>
                  <a:cubicBezTo>
                    <a:pt x="4489" y="2356"/>
                    <a:pt x="4056" y="2089"/>
                    <a:pt x="3678" y="1911"/>
                  </a:cubicBezTo>
                  <a:lnTo>
                    <a:pt x="2967" y="1556"/>
                  </a:lnTo>
                  <a:cubicBezTo>
                    <a:pt x="2723" y="1445"/>
                    <a:pt x="2479" y="1323"/>
                    <a:pt x="2223" y="1223"/>
                  </a:cubicBezTo>
                  <a:cubicBezTo>
                    <a:pt x="2089" y="1178"/>
                    <a:pt x="1956" y="1145"/>
                    <a:pt x="1834" y="1112"/>
                  </a:cubicBezTo>
                  <a:cubicBezTo>
                    <a:pt x="1623" y="1045"/>
                    <a:pt x="1412" y="990"/>
                    <a:pt x="1223" y="889"/>
                  </a:cubicBezTo>
                  <a:cubicBezTo>
                    <a:pt x="778" y="689"/>
                    <a:pt x="423" y="334"/>
                    <a:pt x="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50"/>
            <p:cNvSpPr/>
            <p:nvPr/>
          </p:nvSpPr>
          <p:spPr>
            <a:xfrm>
              <a:off x="617179" y="2692212"/>
              <a:ext cx="1365676" cy="1816945"/>
            </a:xfrm>
            <a:custGeom>
              <a:avLst/>
              <a:gdLst/>
              <a:ahLst/>
              <a:cxnLst/>
              <a:rect l="l" t="t" r="r" b="b"/>
              <a:pathLst>
                <a:path w="10011" h="13319" extrusionOk="0">
                  <a:moveTo>
                    <a:pt x="5024" y="1"/>
                  </a:moveTo>
                  <a:cubicBezTo>
                    <a:pt x="4884" y="1"/>
                    <a:pt x="4742" y="11"/>
                    <a:pt x="4600" y="32"/>
                  </a:cubicBezTo>
                  <a:cubicBezTo>
                    <a:pt x="3756" y="154"/>
                    <a:pt x="3012" y="643"/>
                    <a:pt x="2456" y="1298"/>
                  </a:cubicBezTo>
                  <a:cubicBezTo>
                    <a:pt x="2023" y="1720"/>
                    <a:pt x="1645" y="2243"/>
                    <a:pt x="1356" y="2787"/>
                  </a:cubicBezTo>
                  <a:cubicBezTo>
                    <a:pt x="301" y="4764"/>
                    <a:pt x="1" y="7586"/>
                    <a:pt x="623" y="9730"/>
                  </a:cubicBezTo>
                  <a:cubicBezTo>
                    <a:pt x="923" y="10763"/>
                    <a:pt x="1534" y="11585"/>
                    <a:pt x="2356" y="12263"/>
                  </a:cubicBezTo>
                  <a:cubicBezTo>
                    <a:pt x="3022" y="12818"/>
                    <a:pt x="4133" y="13296"/>
                    <a:pt x="5000" y="13318"/>
                  </a:cubicBezTo>
                  <a:cubicBezTo>
                    <a:pt x="5028" y="13318"/>
                    <a:pt x="5056" y="13319"/>
                    <a:pt x="5084" y="13319"/>
                  </a:cubicBezTo>
                  <a:cubicBezTo>
                    <a:pt x="6204" y="13319"/>
                    <a:pt x="7182" y="12884"/>
                    <a:pt x="7821" y="11940"/>
                  </a:cubicBezTo>
                  <a:cubicBezTo>
                    <a:pt x="7888" y="11896"/>
                    <a:pt x="7955" y="11841"/>
                    <a:pt x="8021" y="11774"/>
                  </a:cubicBezTo>
                  <a:cubicBezTo>
                    <a:pt x="8999" y="10896"/>
                    <a:pt x="9521" y="9597"/>
                    <a:pt x="9721" y="8297"/>
                  </a:cubicBezTo>
                  <a:cubicBezTo>
                    <a:pt x="10010" y="6475"/>
                    <a:pt x="9710" y="4564"/>
                    <a:pt x="8877" y="2909"/>
                  </a:cubicBezTo>
                  <a:cubicBezTo>
                    <a:pt x="8129" y="1394"/>
                    <a:pt x="6674" y="1"/>
                    <a:pt x="5024" y="1"/>
                  </a:cubicBezTo>
                  <a:close/>
                </a:path>
              </a:pathLst>
            </a:custGeom>
            <a:solidFill>
              <a:srgbClr val="2A56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50"/>
            <p:cNvSpPr/>
            <p:nvPr/>
          </p:nvSpPr>
          <p:spPr>
            <a:xfrm>
              <a:off x="1306777" y="2967779"/>
              <a:ext cx="19781" cy="1832223"/>
            </a:xfrm>
            <a:custGeom>
              <a:avLst/>
              <a:gdLst/>
              <a:ahLst/>
              <a:cxnLst/>
              <a:rect l="l" t="t" r="r" b="b"/>
              <a:pathLst>
                <a:path w="145" h="13431" extrusionOk="0">
                  <a:moveTo>
                    <a:pt x="67" y="1"/>
                  </a:moveTo>
                  <a:cubicBezTo>
                    <a:pt x="34" y="1"/>
                    <a:pt x="1" y="34"/>
                    <a:pt x="1" y="67"/>
                  </a:cubicBezTo>
                  <a:lnTo>
                    <a:pt x="1" y="13364"/>
                  </a:lnTo>
                  <a:cubicBezTo>
                    <a:pt x="1" y="13409"/>
                    <a:pt x="34" y="13431"/>
                    <a:pt x="67" y="13431"/>
                  </a:cubicBezTo>
                  <a:cubicBezTo>
                    <a:pt x="112" y="13431"/>
                    <a:pt x="145" y="13409"/>
                    <a:pt x="145" y="13364"/>
                  </a:cubicBezTo>
                  <a:lnTo>
                    <a:pt x="145" y="67"/>
                  </a:lnTo>
                  <a:cubicBezTo>
                    <a:pt x="145" y="34"/>
                    <a:pt x="112" y="1"/>
                    <a:pt x="67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50"/>
            <p:cNvSpPr/>
            <p:nvPr/>
          </p:nvSpPr>
          <p:spPr>
            <a:xfrm>
              <a:off x="1380989" y="3277861"/>
              <a:ext cx="457817" cy="526572"/>
            </a:xfrm>
            <a:custGeom>
              <a:avLst/>
              <a:gdLst/>
              <a:ahLst/>
              <a:cxnLst/>
              <a:rect l="l" t="t" r="r" b="b"/>
              <a:pathLst>
                <a:path w="3356" h="3860" extrusionOk="0">
                  <a:moveTo>
                    <a:pt x="3273" y="1"/>
                  </a:moveTo>
                  <a:cubicBezTo>
                    <a:pt x="3253" y="1"/>
                    <a:pt x="3234" y="9"/>
                    <a:pt x="3222" y="27"/>
                  </a:cubicBezTo>
                  <a:lnTo>
                    <a:pt x="23" y="3737"/>
                  </a:lnTo>
                  <a:cubicBezTo>
                    <a:pt x="1" y="3771"/>
                    <a:pt x="1" y="3815"/>
                    <a:pt x="34" y="3838"/>
                  </a:cubicBezTo>
                  <a:cubicBezTo>
                    <a:pt x="45" y="3848"/>
                    <a:pt x="57" y="3860"/>
                    <a:pt x="79" y="3860"/>
                  </a:cubicBezTo>
                  <a:cubicBezTo>
                    <a:pt x="89" y="3860"/>
                    <a:pt x="112" y="3848"/>
                    <a:pt x="123" y="3826"/>
                  </a:cubicBezTo>
                  <a:lnTo>
                    <a:pt x="3323" y="116"/>
                  </a:lnTo>
                  <a:cubicBezTo>
                    <a:pt x="3355" y="93"/>
                    <a:pt x="3345" y="49"/>
                    <a:pt x="3323" y="16"/>
                  </a:cubicBezTo>
                  <a:cubicBezTo>
                    <a:pt x="3307" y="6"/>
                    <a:pt x="3290" y="1"/>
                    <a:pt x="3273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50"/>
            <p:cNvSpPr/>
            <p:nvPr/>
          </p:nvSpPr>
          <p:spPr>
            <a:xfrm>
              <a:off x="1658328" y="3727908"/>
              <a:ext cx="206263" cy="234229"/>
            </a:xfrm>
            <a:custGeom>
              <a:avLst/>
              <a:gdLst/>
              <a:ahLst/>
              <a:cxnLst/>
              <a:rect l="l" t="t" r="r" b="b"/>
              <a:pathLst>
                <a:path w="1512" h="1717" extrusionOk="0">
                  <a:moveTo>
                    <a:pt x="1438" y="1"/>
                  </a:moveTo>
                  <a:cubicBezTo>
                    <a:pt x="1418" y="1"/>
                    <a:pt x="1397" y="9"/>
                    <a:pt x="1378" y="28"/>
                  </a:cubicBezTo>
                  <a:cubicBezTo>
                    <a:pt x="923" y="539"/>
                    <a:pt x="456" y="1072"/>
                    <a:pt x="23" y="1605"/>
                  </a:cubicBezTo>
                  <a:cubicBezTo>
                    <a:pt x="1" y="1638"/>
                    <a:pt x="1" y="1682"/>
                    <a:pt x="34" y="1705"/>
                  </a:cubicBezTo>
                  <a:cubicBezTo>
                    <a:pt x="45" y="1716"/>
                    <a:pt x="68" y="1716"/>
                    <a:pt x="78" y="1716"/>
                  </a:cubicBezTo>
                  <a:cubicBezTo>
                    <a:pt x="100" y="1716"/>
                    <a:pt x="123" y="1705"/>
                    <a:pt x="134" y="1694"/>
                  </a:cubicBezTo>
                  <a:cubicBezTo>
                    <a:pt x="567" y="1161"/>
                    <a:pt x="1023" y="627"/>
                    <a:pt x="1490" y="116"/>
                  </a:cubicBezTo>
                  <a:cubicBezTo>
                    <a:pt x="1512" y="83"/>
                    <a:pt x="1512" y="38"/>
                    <a:pt x="1478" y="16"/>
                  </a:cubicBezTo>
                  <a:cubicBezTo>
                    <a:pt x="1468" y="6"/>
                    <a:pt x="1454" y="1"/>
                    <a:pt x="1438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50"/>
            <p:cNvSpPr/>
            <p:nvPr/>
          </p:nvSpPr>
          <p:spPr>
            <a:xfrm>
              <a:off x="1320419" y="4087919"/>
              <a:ext cx="253191" cy="278701"/>
            </a:xfrm>
            <a:custGeom>
              <a:avLst/>
              <a:gdLst/>
              <a:ahLst/>
              <a:cxnLst/>
              <a:rect l="l" t="t" r="r" b="b"/>
              <a:pathLst>
                <a:path w="1856" h="2043" extrusionOk="0">
                  <a:moveTo>
                    <a:pt x="1781" y="0"/>
                  </a:moveTo>
                  <a:cubicBezTo>
                    <a:pt x="1762" y="0"/>
                    <a:pt x="1741" y="9"/>
                    <a:pt x="1723" y="21"/>
                  </a:cubicBezTo>
                  <a:cubicBezTo>
                    <a:pt x="1178" y="677"/>
                    <a:pt x="612" y="1310"/>
                    <a:pt x="34" y="1932"/>
                  </a:cubicBezTo>
                  <a:cubicBezTo>
                    <a:pt x="0" y="1954"/>
                    <a:pt x="0" y="1998"/>
                    <a:pt x="34" y="2032"/>
                  </a:cubicBezTo>
                  <a:cubicBezTo>
                    <a:pt x="45" y="2043"/>
                    <a:pt x="67" y="2043"/>
                    <a:pt x="78" y="2043"/>
                  </a:cubicBezTo>
                  <a:cubicBezTo>
                    <a:pt x="101" y="2043"/>
                    <a:pt x="123" y="2043"/>
                    <a:pt x="134" y="2020"/>
                  </a:cubicBezTo>
                  <a:cubicBezTo>
                    <a:pt x="711" y="1410"/>
                    <a:pt x="1289" y="766"/>
                    <a:pt x="1834" y="121"/>
                  </a:cubicBezTo>
                  <a:cubicBezTo>
                    <a:pt x="1856" y="88"/>
                    <a:pt x="1856" y="43"/>
                    <a:pt x="1822" y="21"/>
                  </a:cubicBezTo>
                  <a:cubicBezTo>
                    <a:pt x="1812" y="6"/>
                    <a:pt x="1797" y="0"/>
                    <a:pt x="1781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50"/>
            <p:cNvSpPr/>
            <p:nvPr/>
          </p:nvSpPr>
          <p:spPr>
            <a:xfrm>
              <a:off x="1000653" y="3140486"/>
              <a:ext cx="321400" cy="433671"/>
            </a:xfrm>
            <a:custGeom>
              <a:avLst/>
              <a:gdLst/>
              <a:ahLst/>
              <a:cxnLst/>
              <a:rect l="l" t="t" r="r" b="b"/>
              <a:pathLst>
                <a:path w="2356" h="3179" extrusionOk="0">
                  <a:moveTo>
                    <a:pt x="80" y="0"/>
                  </a:moveTo>
                  <a:cubicBezTo>
                    <a:pt x="68" y="0"/>
                    <a:pt x="57" y="4"/>
                    <a:pt x="45" y="12"/>
                  </a:cubicBezTo>
                  <a:cubicBezTo>
                    <a:pt x="11" y="34"/>
                    <a:pt x="1" y="78"/>
                    <a:pt x="23" y="112"/>
                  </a:cubicBezTo>
                  <a:cubicBezTo>
                    <a:pt x="722" y="1134"/>
                    <a:pt x="1467" y="2167"/>
                    <a:pt x="2222" y="3156"/>
                  </a:cubicBezTo>
                  <a:cubicBezTo>
                    <a:pt x="2233" y="3167"/>
                    <a:pt x="2255" y="3178"/>
                    <a:pt x="2278" y="3178"/>
                  </a:cubicBezTo>
                  <a:cubicBezTo>
                    <a:pt x="2289" y="3178"/>
                    <a:pt x="2311" y="3178"/>
                    <a:pt x="2322" y="3167"/>
                  </a:cubicBezTo>
                  <a:cubicBezTo>
                    <a:pt x="2356" y="3144"/>
                    <a:pt x="2356" y="3100"/>
                    <a:pt x="2334" y="3067"/>
                  </a:cubicBezTo>
                  <a:cubicBezTo>
                    <a:pt x="1578" y="2078"/>
                    <a:pt x="845" y="1056"/>
                    <a:pt x="134" y="34"/>
                  </a:cubicBezTo>
                  <a:cubicBezTo>
                    <a:pt x="120" y="13"/>
                    <a:pt x="100" y="0"/>
                    <a:pt x="80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50"/>
            <p:cNvSpPr/>
            <p:nvPr/>
          </p:nvSpPr>
          <p:spPr>
            <a:xfrm>
              <a:off x="1006791" y="3838408"/>
              <a:ext cx="304620" cy="323719"/>
            </a:xfrm>
            <a:custGeom>
              <a:avLst/>
              <a:gdLst/>
              <a:ahLst/>
              <a:cxnLst/>
              <a:rect l="l" t="t" r="r" b="b"/>
              <a:pathLst>
                <a:path w="2233" h="2373" extrusionOk="0">
                  <a:moveTo>
                    <a:pt x="76" y="1"/>
                  </a:moveTo>
                  <a:cubicBezTo>
                    <a:pt x="58" y="1"/>
                    <a:pt x="39" y="6"/>
                    <a:pt x="22" y="17"/>
                  </a:cubicBezTo>
                  <a:cubicBezTo>
                    <a:pt x="0" y="40"/>
                    <a:pt x="0" y="84"/>
                    <a:pt x="22" y="117"/>
                  </a:cubicBezTo>
                  <a:cubicBezTo>
                    <a:pt x="722" y="850"/>
                    <a:pt x="1422" y="1595"/>
                    <a:pt x="2099" y="2350"/>
                  </a:cubicBezTo>
                  <a:cubicBezTo>
                    <a:pt x="2111" y="2372"/>
                    <a:pt x="2133" y="2372"/>
                    <a:pt x="2155" y="2372"/>
                  </a:cubicBezTo>
                  <a:cubicBezTo>
                    <a:pt x="2166" y="2372"/>
                    <a:pt x="2188" y="2372"/>
                    <a:pt x="2200" y="2361"/>
                  </a:cubicBezTo>
                  <a:cubicBezTo>
                    <a:pt x="2233" y="2328"/>
                    <a:pt x="2233" y="2284"/>
                    <a:pt x="2200" y="2261"/>
                  </a:cubicBezTo>
                  <a:cubicBezTo>
                    <a:pt x="1522" y="1506"/>
                    <a:pt x="833" y="751"/>
                    <a:pt x="122" y="17"/>
                  </a:cubicBezTo>
                  <a:cubicBezTo>
                    <a:pt x="111" y="6"/>
                    <a:pt x="94" y="1"/>
                    <a:pt x="76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3" name="Google Shape;1513;p50"/>
          <p:cNvGrpSpPr/>
          <p:nvPr/>
        </p:nvGrpSpPr>
        <p:grpSpPr>
          <a:xfrm>
            <a:off x="6721689" y="1350800"/>
            <a:ext cx="2327978" cy="3502413"/>
            <a:chOff x="7256414" y="1350800"/>
            <a:chExt cx="2327978" cy="3502413"/>
          </a:xfrm>
        </p:grpSpPr>
        <p:sp>
          <p:nvSpPr>
            <p:cNvPr id="1514" name="Google Shape;1514;p50"/>
            <p:cNvSpPr/>
            <p:nvPr/>
          </p:nvSpPr>
          <p:spPr>
            <a:xfrm>
              <a:off x="8527838" y="3179912"/>
              <a:ext cx="1056554" cy="1406601"/>
            </a:xfrm>
            <a:custGeom>
              <a:avLst/>
              <a:gdLst/>
              <a:ahLst/>
              <a:cxnLst/>
              <a:rect l="l" t="t" r="r" b="b"/>
              <a:pathLst>
                <a:path w="7745" h="10311" extrusionOk="0">
                  <a:moveTo>
                    <a:pt x="3876" y="0"/>
                  </a:moveTo>
                  <a:cubicBezTo>
                    <a:pt x="3770" y="0"/>
                    <a:pt x="3663" y="8"/>
                    <a:pt x="3556" y="23"/>
                  </a:cubicBezTo>
                  <a:cubicBezTo>
                    <a:pt x="2901" y="123"/>
                    <a:pt x="2323" y="500"/>
                    <a:pt x="1889" y="1001"/>
                  </a:cubicBezTo>
                  <a:cubicBezTo>
                    <a:pt x="1556" y="1334"/>
                    <a:pt x="1267" y="1734"/>
                    <a:pt x="1045" y="2156"/>
                  </a:cubicBezTo>
                  <a:cubicBezTo>
                    <a:pt x="223" y="3689"/>
                    <a:pt x="1" y="5877"/>
                    <a:pt x="479" y="7533"/>
                  </a:cubicBezTo>
                  <a:cubicBezTo>
                    <a:pt x="712" y="8333"/>
                    <a:pt x="1178" y="8965"/>
                    <a:pt x="1823" y="9488"/>
                  </a:cubicBezTo>
                  <a:cubicBezTo>
                    <a:pt x="2334" y="9921"/>
                    <a:pt x="3189" y="10298"/>
                    <a:pt x="3867" y="10310"/>
                  </a:cubicBezTo>
                  <a:cubicBezTo>
                    <a:pt x="3881" y="10310"/>
                    <a:pt x="3895" y="10310"/>
                    <a:pt x="3908" y="10310"/>
                  </a:cubicBezTo>
                  <a:cubicBezTo>
                    <a:pt x="4791" y="10310"/>
                    <a:pt x="5552" y="9976"/>
                    <a:pt x="6044" y="9243"/>
                  </a:cubicBezTo>
                  <a:cubicBezTo>
                    <a:pt x="6100" y="9210"/>
                    <a:pt x="6155" y="9165"/>
                    <a:pt x="6200" y="9121"/>
                  </a:cubicBezTo>
                  <a:cubicBezTo>
                    <a:pt x="6955" y="8432"/>
                    <a:pt x="7366" y="7432"/>
                    <a:pt x="7522" y="6422"/>
                  </a:cubicBezTo>
                  <a:cubicBezTo>
                    <a:pt x="7744" y="5011"/>
                    <a:pt x="7510" y="3534"/>
                    <a:pt x="6866" y="2256"/>
                  </a:cubicBezTo>
                  <a:cubicBezTo>
                    <a:pt x="6282" y="1076"/>
                    <a:pt x="5157" y="0"/>
                    <a:pt x="3876" y="0"/>
                  </a:cubicBezTo>
                  <a:close/>
                </a:path>
              </a:pathLst>
            </a:custGeom>
            <a:solidFill>
              <a:srgbClr val="2A56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50"/>
            <p:cNvSpPr/>
            <p:nvPr/>
          </p:nvSpPr>
          <p:spPr>
            <a:xfrm>
              <a:off x="9047731" y="3516458"/>
              <a:ext cx="36560" cy="1336755"/>
            </a:xfrm>
            <a:custGeom>
              <a:avLst/>
              <a:gdLst/>
              <a:ahLst/>
              <a:cxnLst/>
              <a:rect l="l" t="t" r="r" b="b"/>
              <a:pathLst>
                <a:path w="268" h="9799" extrusionOk="0">
                  <a:moveTo>
                    <a:pt x="134" y="0"/>
                  </a:moveTo>
                  <a:cubicBezTo>
                    <a:pt x="67" y="0"/>
                    <a:pt x="1" y="55"/>
                    <a:pt x="1" y="133"/>
                  </a:cubicBezTo>
                  <a:lnTo>
                    <a:pt x="1" y="9665"/>
                  </a:lnTo>
                  <a:cubicBezTo>
                    <a:pt x="1" y="9731"/>
                    <a:pt x="67" y="9798"/>
                    <a:pt x="134" y="9798"/>
                  </a:cubicBezTo>
                  <a:cubicBezTo>
                    <a:pt x="211" y="9798"/>
                    <a:pt x="267" y="9731"/>
                    <a:pt x="267" y="9665"/>
                  </a:cubicBezTo>
                  <a:lnTo>
                    <a:pt x="267" y="133"/>
                  </a:lnTo>
                  <a:cubicBezTo>
                    <a:pt x="267" y="55"/>
                    <a:pt x="211" y="0"/>
                    <a:pt x="134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50"/>
            <p:cNvSpPr/>
            <p:nvPr/>
          </p:nvSpPr>
          <p:spPr>
            <a:xfrm>
              <a:off x="9059872" y="3514276"/>
              <a:ext cx="316761" cy="406797"/>
            </a:xfrm>
            <a:custGeom>
              <a:avLst/>
              <a:gdLst/>
              <a:ahLst/>
              <a:cxnLst/>
              <a:rect l="l" t="t" r="r" b="b"/>
              <a:pathLst>
                <a:path w="2322" h="2982" extrusionOk="0">
                  <a:moveTo>
                    <a:pt x="2167" y="0"/>
                  </a:moveTo>
                  <a:cubicBezTo>
                    <a:pt x="2125" y="0"/>
                    <a:pt x="2082" y="20"/>
                    <a:pt x="2055" y="61"/>
                  </a:cubicBezTo>
                  <a:cubicBezTo>
                    <a:pt x="1433" y="982"/>
                    <a:pt x="756" y="1893"/>
                    <a:pt x="45" y="2760"/>
                  </a:cubicBezTo>
                  <a:cubicBezTo>
                    <a:pt x="0" y="2816"/>
                    <a:pt x="11" y="2904"/>
                    <a:pt x="67" y="2949"/>
                  </a:cubicBezTo>
                  <a:cubicBezTo>
                    <a:pt x="89" y="2971"/>
                    <a:pt x="122" y="2982"/>
                    <a:pt x="144" y="2982"/>
                  </a:cubicBezTo>
                  <a:cubicBezTo>
                    <a:pt x="189" y="2982"/>
                    <a:pt x="223" y="2959"/>
                    <a:pt x="255" y="2937"/>
                  </a:cubicBezTo>
                  <a:cubicBezTo>
                    <a:pt x="966" y="2060"/>
                    <a:pt x="1645" y="1138"/>
                    <a:pt x="2277" y="216"/>
                  </a:cubicBezTo>
                  <a:cubicBezTo>
                    <a:pt x="2322" y="149"/>
                    <a:pt x="2311" y="71"/>
                    <a:pt x="2244" y="27"/>
                  </a:cubicBezTo>
                  <a:cubicBezTo>
                    <a:pt x="2222" y="9"/>
                    <a:pt x="2195" y="0"/>
                    <a:pt x="2167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50"/>
            <p:cNvSpPr/>
            <p:nvPr/>
          </p:nvSpPr>
          <p:spPr>
            <a:xfrm>
              <a:off x="9314430" y="3826540"/>
              <a:ext cx="174342" cy="185528"/>
            </a:xfrm>
            <a:custGeom>
              <a:avLst/>
              <a:gdLst/>
              <a:ahLst/>
              <a:cxnLst/>
              <a:rect l="l" t="t" r="r" b="b"/>
              <a:pathLst>
                <a:path w="1278" h="1360" extrusionOk="0">
                  <a:moveTo>
                    <a:pt x="1123" y="1"/>
                  </a:moveTo>
                  <a:cubicBezTo>
                    <a:pt x="1085" y="1"/>
                    <a:pt x="1047" y="18"/>
                    <a:pt x="1023" y="48"/>
                  </a:cubicBezTo>
                  <a:cubicBezTo>
                    <a:pt x="722" y="426"/>
                    <a:pt x="389" y="793"/>
                    <a:pt x="56" y="1137"/>
                  </a:cubicBezTo>
                  <a:cubicBezTo>
                    <a:pt x="1" y="1181"/>
                    <a:pt x="1" y="1270"/>
                    <a:pt x="56" y="1326"/>
                  </a:cubicBezTo>
                  <a:cubicBezTo>
                    <a:pt x="78" y="1349"/>
                    <a:pt x="112" y="1359"/>
                    <a:pt x="145" y="1359"/>
                  </a:cubicBezTo>
                  <a:cubicBezTo>
                    <a:pt x="178" y="1359"/>
                    <a:pt x="211" y="1349"/>
                    <a:pt x="245" y="1326"/>
                  </a:cubicBezTo>
                  <a:cubicBezTo>
                    <a:pt x="589" y="971"/>
                    <a:pt x="922" y="604"/>
                    <a:pt x="1233" y="226"/>
                  </a:cubicBezTo>
                  <a:cubicBezTo>
                    <a:pt x="1278" y="159"/>
                    <a:pt x="1267" y="82"/>
                    <a:pt x="1211" y="38"/>
                  </a:cubicBezTo>
                  <a:cubicBezTo>
                    <a:pt x="1186" y="13"/>
                    <a:pt x="1155" y="1"/>
                    <a:pt x="1123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50"/>
            <p:cNvSpPr/>
            <p:nvPr/>
          </p:nvSpPr>
          <p:spPr>
            <a:xfrm>
              <a:off x="9067375" y="4090375"/>
              <a:ext cx="212266" cy="212675"/>
            </a:xfrm>
            <a:custGeom>
              <a:avLst/>
              <a:gdLst/>
              <a:ahLst/>
              <a:cxnLst/>
              <a:rect l="l" t="t" r="r" b="b"/>
              <a:pathLst>
                <a:path w="1556" h="1559" extrusionOk="0">
                  <a:moveTo>
                    <a:pt x="1405" y="1"/>
                  </a:moveTo>
                  <a:cubicBezTo>
                    <a:pt x="1366" y="1"/>
                    <a:pt x="1326" y="21"/>
                    <a:pt x="1301" y="59"/>
                  </a:cubicBezTo>
                  <a:cubicBezTo>
                    <a:pt x="934" y="514"/>
                    <a:pt x="512" y="948"/>
                    <a:pt x="67" y="1325"/>
                  </a:cubicBezTo>
                  <a:cubicBezTo>
                    <a:pt x="1" y="1370"/>
                    <a:pt x="1" y="1459"/>
                    <a:pt x="45" y="1514"/>
                  </a:cubicBezTo>
                  <a:cubicBezTo>
                    <a:pt x="67" y="1547"/>
                    <a:pt x="112" y="1558"/>
                    <a:pt x="145" y="1558"/>
                  </a:cubicBezTo>
                  <a:cubicBezTo>
                    <a:pt x="178" y="1558"/>
                    <a:pt x="212" y="1547"/>
                    <a:pt x="234" y="1525"/>
                  </a:cubicBezTo>
                  <a:cubicBezTo>
                    <a:pt x="701" y="1136"/>
                    <a:pt x="1134" y="703"/>
                    <a:pt x="1511" y="225"/>
                  </a:cubicBezTo>
                  <a:cubicBezTo>
                    <a:pt x="1556" y="158"/>
                    <a:pt x="1545" y="81"/>
                    <a:pt x="1489" y="37"/>
                  </a:cubicBezTo>
                  <a:cubicBezTo>
                    <a:pt x="1465" y="13"/>
                    <a:pt x="1435" y="1"/>
                    <a:pt x="1405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50"/>
            <p:cNvSpPr/>
            <p:nvPr/>
          </p:nvSpPr>
          <p:spPr>
            <a:xfrm>
              <a:off x="8844603" y="3427376"/>
              <a:ext cx="228909" cy="277064"/>
            </a:xfrm>
            <a:custGeom>
              <a:avLst/>
              <a:gdLst/>
              <a:ahLst/>
              <a:cxnLst/>
              <a:rect l="l" t="t" r="r" b="b"/>
              <a:pathLst>
                <a:path w="1678" h="2031" extrusionOk="0">
                  <a:moveTo>
                    <a:pt x="155" y="0"/>
                  </a:moveTo>
                  <a:cubicBezTo>
                    <a:pt x="124" y="0"/>
                    <a:pt x="92" y="11"/>
                    <a:pt x="68" y="31"/>
                  </a:cubicBezTo>
                  <a:cubicBezTo>
                    <a:pt x="12" y="86"/>
                    <a:pt x="1" y="164"/>
                    <a:pt x="56" y="219"/>
                  </a:cubicBezTo>
                  <a:cubicBezTo>
                    <a:pt x="534" y="786"/>
                    <a:pt x="1001" y="1375"/>
                    <a:pt x="1423" y="1975"/>
                  </a:cubicBezTo>
                  <a:cubicBezTo>
                    <a:pt x="1445" y="2019"/>
                    <a:pt x="1490" y="2031"/>
                    <a:pt x="1534" y="2031"/>
                  </a:cubicBezTo>
                  <a:cubicBezTo>
                    <a:pt x="1556" y="2031"/>
                    <a:pt x="1589" y="2031"/>
                    <a:pt x="1611" y="2008"/>
                  </a:cubicBezTo>
                  <a:cubicBezTo>
                    <a:pt x="1667" y="1964"/>
                    <a:pt x="1678" y="1886"/>
                    <a:pt x="1645" y="1819"/>
                  </a:cubicBezTo>
                  <a:cubicBezTo>
                    <a:pt x="1211" y="1209"/>
                    <a:pt x="745" y="609"/>
                    <a:pt x="256" y="53"/>
                  </a:cubicBezTo>
                  <a:cubicBezTo>
                    <a:pt x="232" y="17"/>
                    <a:pt x="194" y="0"/>
                    <a:pt x="155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50"/>
            <p:cNvSpPr/>
            <p:nvPr/>
          </p:nvSpPr>
          <p:spPr>
            <a:xfrm>
              <a:off x="8727965" y="3869921"/>
              <a:ext cx="342544" cy="364917"/>
            </a:xfrm>
            <a:custGeom>
              <a:avLst/>
              <a:gdLst/>
              <a:ahLst/>
              <a:cxnLst/>
              <a:rect l="l" t="t" r="r" b="b"/>
              <a:pathLst>
                <a:path w="2511" h="2675" extrusionOk="0">
                  <a:moveTo>
                    <a:pt x="154" y="0"/>
                  </a:moveTo>
                  <a:cubicBezTo>
                    <a:pt x="120" y="0"/>
                    <a:pt x="84" y="14"/>
                    <a:pt x="56" y="41"/>
                  </a:cubicBezTo>
                  <a:cubicBezTo>
                    <a:pt x="0" y="86"/>
                    <a:pt x="0" y="175"/>
                    <a:pt x="56" y="231"/>
                  </a:cubicBezTo>
                  <a:lnTo>
                    <a:pt x="2266" y="2630"/>
                  </a:lnTo>
                  <a:cubicBezTo>
                    <a:pt x="2289" y="2663"/>
                    <a:pt x="2333" y="2675"/>
                    <a:pt x="2367" y="2675"/>
                  </a:cubicBezTo>
                  <a:cubicBezTo>
                    <a:pt x="2400" y="2675"/>
                    <a:pt x="2433" y="2663"/>
                    <a:pt x="2456" y="2641"/>
                  </a:cubicBezTo>
                  <a:cubicBezTo>
                    <a:pt x="2511" y="2586"/>
                    <a:pt x="2511" y="2508"/>
                    <a:pt x="2466" y="2453"/>
                  </a:cubicBezTo>
                  <a:lnTo>
                    <a:pt x="245" y="41"/>
                  </a:lnTo>
                  <a:cubicBezTo>
                    <a:pt x="222" y="14"/>
                    <a:pt x="189" y="0"/>
                    <a:pt x="154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50"/>
            <p:cNvSpPr/>
            <p:nvPr/>
          </p:nvSpPr>
          <p:spPr>
            <a:xfrm>
              <a:off x="7256414" y="1943133"/>
              <a:ext cx="1900569" cy="2744720"/>
            </a:xfrm>
            <a:custGeom>
              <a:avLst/>
              <a:gdLst/>
              <a:ahLst/>
              <a:cxnLst/>
              <a:rect l="l" t="t" r="r" b="b"/>
              <a:pathLst>
                <a:path w="13932" h="20120" extrusionOk="0">
                  <a:moveTo>
                    <a:pt x="7734" y="1"/>
                  </a:moveTo>
                  <a:cubicBezTo>
                    <a:pt x="7545" y="1"/>
                    <a:pt x="7357" y="33"/>
                    <a:pt x="7177" y="102"/>
                  </a:cubicBezTo>
                  <a:cubicBezTo>
                    <a:pt x="6410" y="390"/>
                    <a:pt x="5988" y="1213"/>
                    <a:pt x="5810" y="2012"/>
                  </a:cubicBezTo>
                  <a:cubicBezTo>
                    <a:pt x="5333" y="4190"/>
                    <a:pt x="6133" y="6411"/>
                    <a:pt x="6377" y="8623"/>
                  </a:cubicBezTo>
                  <a:cubicBezTo>
                    <a:pt x="6433" y="9144"/>
                    <a:pt x="6333" y="9845"/>
                    <a:pt x="5822" y="9933"/>
                  </a:cubicBezTo>
                  <a:cubicBezTo>
                    <a:pt x="5793" y="9938"/>
                    <a:pt x="5764" y="9940"/>
                    <a:pt x="5736" y="9940"/>
                  </a:cubicBezTo>
                  <a:cubicBezTo>
                    <a:pt x="5406" y="9940"/>
                    <a:pt x="5122" y="9659"/>
                    <a:pt x="4867" y="9445"/>
                  </a:cubicBezTo>
                  <a:cubicBezTo>
                    <a:pt x="4210" y="8883"/>
                    <a:pt x="3361" y="8564"/>
                    <a:pt x="2504" y="8564"/>
                  </a:cubicBezTo>
                  <a:cubicBezTo>
                    <a:pt x="2462" y="8564"/>
                    <a:pt x="2420" y="8565"/>
                    <a:pt x="2378" y="8567"/>
                  </a:cubicBezTo>
                  <a:cubicBezTo>
                    <a:pt x="2223" y="8578"/>
                    <a:pt x="2056" y="8589"/>
                    <a:pt x="1934" y="8678"/>
                  </a:cubicBezTo>
                  <a:cubicBezTo>
                    <a:pt x="1633" y="8867"/>
                    <a:pt x="1645" y="9311"/>
                    <a:pt x="1745" y="9645"/>
                  </a:cubicBezTo>
                  <a:cubicBezTo>
                    <a:pt x="2233" y="11188"/>
                    <a:pt x="3978" y="12144"/>
                    <a:pt x="4322" y="13733"/>
                  </a:cubicBezTo>
                  <a:cubicBezTo>
                    <a:pt x="4366" y="13943"/>
                    <a:pt x="4378" y="14188"/>
                    <a:pt x="4245" y="14355"/>
                  </a:cubicBezTo>
                  <a:cubicBezTo>
                    <a:pt x="4144" y="14476"/>
                    <a:pt x="3978" y="14532"/>
                    <a:pt x="3822" y="14555"/>
                  </a:cubicBezTo>
                  <a:cubicBezTo>
                    <a:pt x="3736" y="14568"/>
                    <a:pt x="3651" y="14574"/>
                    <a:pt x="3565" y="14574"/>
                  </a:cubicBezTo>
                  <a:cubicBezTo>
                    <a:pt x="3012" y="14574"/>
                    <a:pt x="2471" y="14322"/>
                    <a:pt x="1922" y="14188"/>
                  </a:cubicBezTo>
                  <a:cubicBezTo>
                    <a:pt x="1753" y="14149"/>
                    <a:pt x="1570" y="14127"/>
                    <a:pt x="1389" y="14127"/>
                  </a:cubicBezTo>
                  <a:cubicBezTo>
                    <a:pt x="894" y="14127"/>
                    <a:pt x="407" y="14290"/>
                    <a:pt x="212" y="14721"/>
                  </a:cubicBezTo>
                  <a:cubicBezTo>
                    <a:pt x="1" y="15165"/>
                    <a:pt x="201" y="15688"/>
                    <a:pt x="456" y="16110"/>
                  </a:cubicBezTo>
                  <a:cubicBezTo>
                    <a:pt x="1234" y="17387"/>
                    <a:pt x="2512" y="18309"/>
                    <a:pt x="3877" y="18920"/>
                  </a:cubicBezTo>
                  <a:cubicBezTo>
                    <a:pt x="5111" y="19465"/>
                    <a:pt x="6777" y="20109"/>
                    <a:pt x="8143" y="20120"/>
                  </a:cubicBezTo>
                  <a:cubicBezTo>
                    <a:pt x="8150" y="20120"/>
                    <a:pt x="8156" y="20120"/>
                    <a:pt x="8162" y="20120"/>
                  </a:cubicBezTo>
                  <a:cubicBezTo>
                    <a:pt x="9442" y="20120"/>
                    <a:pt x="10481" y="18972"/>
                    <a:pt x="11399" y="18209"/>
                  </a:cubicBezTo>
                  <a:cubicBezTo>
                    <a:pt x="12409" y="17376"/>
                    <a:pt x="13475" y="16288"/>
                    <a:pt x="13342" y="14987"/>
                  </a:cubicBezTo>
                  <a:cubicBezTo>
                    <a:pt x="13320" y="14799"/>
                    <a:pt x="13265" y="14599"/>
                    <a:pt x="13109" y="14476"/>
                  </a:cubicBezTo>
                  <a:cubicBezTo>
                    <a:pt x="13006" y="14395"/>
                    <a:pt x="12883" y="14372"/>
                    <a:pt x="12752" y="14372"/>
                  </a:cubicBezTo>
                  <a:cubicBezTo>
                    <a:pt x="12575" y="14372"/>
                    <a:pt x="12382" y="14414"/>
                    <a:pt x="12203" y="14414"/>
                  </a:cubicBezTo>
                  <a:cubicBezTo>
                    <a:pt x="12171" y="14414"/>
                    <a:pt x="12140" y="14413"/>
                    <a:pt x="12110" y="14410"/>
                  </a:cubicBezTo>
                  <a:cubicBezTo>
                    <a:pt x="11387" y="14343"/>
                    <a:pt x="11132" y="13343"/>
                    <a:pt x="11454" y="12688"/>
                  </a:cubicBezTo>
                  <a:cubicBezTo>
                    <a:pt x="11765" y="12044"/>
                    <a:pt x="12398" y="11622"/>
                    <a:pt x="12865" y="11077"/>
                  </a:cubicBezTo>
                  <a:cubicBezTo>
                    <a:pt x="13287" y="10600"/>
                    <a:pt x="13576" y="10033"/>
                    <a:pt x="13731" y="9422"/>
                  </a:cubicBezTo>
                  <a:cubicBezTo>
                    <a:pt x="13931" y="8623"/>
                    <a:pt x="13665" y="7534"/>
                    <a:pt x="12843" y="7445"/>
                  </a:cubicBezTo>
                  <a:cubicBezTo>
                    <a:pt x="12808" y="7441"/>
                    <a:pt x="12774" y="7439"/>
                    <a:pt x="12740" y="7439"/>
                  </a:cubicBezTo>
                  <a:cubicBezTo>
                    <a:pt x="12199" y="7439"/>
                    <a:pt x="11761" y="7924"/>
                    <a:pt x="11343" y="8300"/>
                  </a:cubicBezTo>
                  <a:cubicBezTo>
                    <a:pt x="11054" y="8567"/>
                    <a:pt x="10637" y="8794"/>
                    <a:pt x="10262" y="8794"/>
                  </a:cubicBezTo>
                  <a:cubicBezTo>
                    <a:pt x="10075" y="8794"/>
                    <a:pt x="9899" y="8737"/>
                    <a:pt x="9754" y="8600"/>
                  </a:cubicBezTo>
                  <a:cubicBezTo>
                    <a:pt x="9387" y="8245"/>
                    <a:pt x="9543" y="7633"/>
                    <a:pt x="9688" y="7145"/>
                  </a:cubicBezTo>
                  <a:cubicBezTo>
                    <a:pt x="10054" y="5945"/>
                    <a:pt x="10210" y="4678"/>
                    <a:pt x="10165" y="3424"/>
                  </a:cubicBezTo>
                  <a:cubicBezTo>
                    <a:pt x="10132" y="2557"/>
                    <a:pt x="9977" y="1646"/>
                    <a:pt x="9466" y="935"/>
                  </a:cubicBezTo>
                  <a:cubicBezTo>
                    <a:pt x="9068" y="391"/>
                    <a:pt x="8395" y="1"/>
                    <a:pt x="7734" y="1"/>
                  </a:cubicBez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50"/>
            <p:cNvSpPr/>
            <p:nvPr/>
          </p:nvSpPr>
          <p:spPr>
            <a:xfrm>
              <a:off x="8305203" y="2676797"/>
              <a:ext cx="24282" cy="2068635"/>
            </a:xfrm>
            <a:custGeom>
              <a:avLst/>
              <a:gdLst/>
              <a:ahLst/>
              <a:cxnLst/>
              <a:rect l="l" t="t" r="r" b="b"/>
              <a:pathLst>
                <a:path w="178" h="15164" extrusionOk="0">
                  <a:moveTo>
                    <a:pt x="89" y="1"/>
                  </a:moveTo>
                  <a:cubicBezTo>
                    <a:pt x="45" y="1"/>
                    <a:pt x="0" y="45"/>
                    <a:pt x="0" y="90"/>
                  </a:cubicBezTo>
                  <a:lnTo>
                    <a:pt x="0" y="15075"/>
                  </a:lnTo>
                  <a:cubicBezTo>
                    <a:pt x="0" y="15131"/>
                    <a:pt x="45" y="15164"/>
                    <a:pt x="89" y="15164"/>
                  </a:cubicBezTo>
                  <a:cubicBezTo>
                    <a:pt x="144" y="15164"/>
                    <a:pt x="178" y="15131"/>
                    <a:pt x="178" y="15075"/>
                  </a:cubicBezTo>
                  <a:lnTo>
                    <a:pt x="178" y="90"/>
                  </a:lnTo>
                  <a:cubicBezTo>
                    <a:pt x="178" y="45"/>
                    <a:pt x="144" y="1"/>
                    <a:pt x="89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50"/>
            <p:cNvSpPr/>
            <p:nvPr/>
          </p:nvSpPr>
          <p:spPr>
            <a:xfrm>
              <a:off x="8574903" y="3305417"/>
              <a:ext cx="281975" cy="268742"/>
            </a:xfrm>
            <a:custGeom>
              <a:avLst/>
              <a:gdLst/>
              <a:ahLst/>
              <a:cxnLst/>
              <a:rect l="l" t="t" r="r" b="b"/>
              <a:pathLst>
                <a:path w="2067" h="1970" extrusionOk="0">
                  <a:moveTo>
                    <a:pt x="1972" y="0"/>
                  </a:moveTo>
                  <a:cubicBezTo>
                    <a:pt x="1950" y="0"/>
                    <a:pt x="1928" y="8"/>
                    <a:pt x="1911" y="25"/>
                  </a:cubicBezTo>
                  <a:lnTo>
                    <a:pt x="45" y="1824"/>
                  </a:lnTo>
                  <a:cubicBezTo>
                    <a:pt x="1" y="1858"/>
                    <a:pt x="1" y="1913"/>
                    <a:pt x="33" y="1947"/>
                  </a:cubicBezTo>
                  <a:cubicBezTo>
                    <a:pt x="56" y="1969"/>
                    <a:pt x="78" y="1969"/>
                    <a:pt x="100" y="1969"/>
                  </a:cubicBezTo>
                  <a:cubicBezTo>
                    <a:pt x="122" y="1969"/>
                    <a:pt x="145" y="1969"/>
                    <a:pt x="167" y="1947"/>
                  </a:cubicBezTo>
                  <a:lnTo>
                    <a:pt x="2033" y="147"/>
                  </a:lnTo>
                  <a:cubicBezTo>
                    <a:pt x="2067" y="114"/>
                    <a:pt x="2067" y="59"/>
                    <a:pt x="2033" y="25"/>
                  </a:cubicBezTo>
                  <a:cubicBezTo>
                    <a:pt x="2017" y="8"/>
                    <a:pt x="1994" y="0"/>
                    <a:pt x="1972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50"/>
            <p:cNvSpPr/>
            <p:nvPr/>
          </p:nvSpPr>
          <p:spPr>
            <a:xfrm>
              <a:off x="8329349" y="3650831"/>
              <a:ext cx="153197" cy="159745"/>
            </a:xfrm>
            <a:custGeom>
              <a:avLst/>
              <a:gdLst/>
              <a:ahLst/>
              <a:cxnLst/>
              <a:rect l="l" t="t" r="r" b="b"/>
              <a:pathLst>
                <a:path w="1123" h="1171" extrusionOk="0">
                  <a:moveTo>
                    <a:pt x="1019" y="1"/>
                  </a:moveTo>
                  <a:cubicBezTo>
                    <a:pt x="995" y="1"/>
                    <a:pt x="973" y="9"/>
                    <a:pt x="956" y="26"/>
                  </a:cubicBezTo>
                  <a:lnTo>
                    <a:pt x="34" y="1015"/>
                  </a:lnTo>
                  <a:cubicBezTo>
                    <a:pt x="1" y="1059"/>
                    <a:pt x="1" y="1114"/>
                    <a:pt x="45" y="1148"/>
                  </a:cubicBezTo>
                  <a:cubicBezTo>
                    <a:pt x="56" y="1159"/>
                    <a:pt x="78" y="1170"/>
                    <a:pt x="101" y="1170"/>
                  </a:cubicBezTo>
                  <a:cubicBezTo>
                    <a:pt x="123" y="1170"/>
                    <a:pt x="145" y="1159"/>
                    <a:pt x="167" y="1136"/>
                  </a:cubicBezTo>
                  <a:lnTo>
                    <a:pt x="1090" y="148"/>
                  </a:lnTo>
                  <a:cubicBezTo>
                    <a:pt x="1123" y="114"/>
                    <a:pt x="1123" y="59"/>
                    <a:pt x="1090" y="26"/>
                  </a:cubicBezTo>
                  <a:cubicBezTo>
                    <a:pt x="1067" y="9"/>
                    <a:pt x="1042" y="1"/>
                    <a:pt x="1019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50"/>
            <p:cNvSpPr/>
            <p:nvPr/>
          </p:nvSpPr>
          <p:spPr>
            <a:xfrm>
              <a:off x="8329349" y="4015208"/>
              <a:ext cx="485101" cy="431761"/>
            </a:xfrm>
            <a:custGeom>
              <a:avLst/>
              <a:gdLst/>
              <a:ahLst/>
              <a:cxnLst/>
              <a:rect l="l" t="t" r="r" b="b"/>
              <a:pathLst>
                <a:path w="3556" h="3165" extrusionOk="0">
                  <a:moveTo>
                    <a:pt x="3448" y="1"/>
                  </a:moveTo>
                  <a:cubicBezTo>
                    <a:pt x="3428" y="1"/>
                    <a:pt x="3407" y="7"/>
                    <a:pt x="3389" y="21"/>
                  </a:cubicBezTo>
                  <a:cubicBezTo>
                    <a:pt x="2267" y="998"/>
                    <a:pt x="1134" y="2010"/>
                    <a:pt x="45" y="3009"/>
                  </a:cubicBezTo>
                  <a:cubicBezTo>
                    <a:pt x="1" y="3042"/>
                    <a:pt x="1" y="3109"/>
                    <a:pt x="34" y="3143"/>
                  </a:cubicBezTo>
                  <a:cubicBezTo>
                    <a:pt x="56" y="3165"/>
                    <a:pt x="78" y="3165"/>
                    <a:pt x="101" y="3165"/>
                  </a:cubicBezTo>
                  <a:cubicBezTo>
                    <a:pt x="123" y="3165"/>
                    <a:pt x="145" y="3165"/>
                    <a:pt x="167" y="3143"/>
                  </a:cubicBezTo>
                  <a:cubicBezTo>
                    <a:pt x="1256" y="2143"/>
                    <a:pt x="2389" y="1132"/>
                    <a:pt x="3511" y="166"/>
                  </a:cubicBezTo>
                  <a:cubicBezTo>
                    <a:pt x="3544" y="132"/>
                    <a:pt x="3556" y="77"/>
                    <a:pt x="3522" y="32"/>
                  </a:cubicBezTo>
                  <a:cubicBezTo>
                    <a:pt x="3503" y="13"/>
                    <a:pt x="3476" y="1"/>
                    <a:pt x="3448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50"/>
            <p:cNvSpPr/>
            <p:nvPr/>
          </p:nvSpPr>
          <p:spPr>
            <a:xfrm>
              <a:off x="7852019" y="3526553"/>
              <a:ext cx="466821" cy="596144"/>
            </a:xfrm>
            <a:custGeom>
              <a:avLst/>
              <a:gdLst/>
              <a:ahLst/>
              <a:cxnLst/>
              <a:rect l="l" t="t" r="r" b="b"/>
              <a:pathLst>
                <a:path w="3422" h="4370" extrusionOk="0">
                  <a:moveTo>
                    <a:pt x="103" y="0"/>
                  </a:moveTo>
                  <a:cubicBezTo>
                    <a:pt x="83" y="0"/>
                    <a:pt x="63" y="6"/>
                    <a:pt x="45" y="15"/>
                  </a:cubicBezTo>
                  <a:cubicBezTo>
                    <a:pt x="12" y="48"/>
                    <a:pt x="0" y="104"/>
                    <a:pt x="34" y="148"/>
                  </a:cubicBezTo>
                  <a:cubicBezTo>
                    <a:pt x="1111" y="1526"/>
                    <a:pt x="2200" y="2925"/>
                    <a:pt x="3244" y="4336"/>
                  </a:cubicBezTo>
                  <a:cubicBezTo>
                    <a:pt x="3266" y="4358"/>
                    <a:pt x="3288" y="4370"/>
                    <a:pt x="3311" y="4370"/>
                  </a:cubicBezTo>
                  <a:cubicBezTo>
                    <a:pt x="3333" y="4370"/>
                    <a:pt x="3355" y="4358"/>
                    <a:pt x="3367" y="4347"/>
                  </a:cubicBezTo>
                  <a:cubicBezTo>
                    <a:pt x="3411" y="4325"/>
                    <a:pt x="3422" y="4269"/>
                    <a:pt x="3389" y="4225"/>
                  </a:cubicBezTo>
                  <a:cubicBezTo>
                    <a:pt x="2333" y="2825"/>
                    <a:pt x="1256" y="1415"/>
                    <a:pt x="167" y="37"/>
                  </a:cubicBezTo>
                  <a:cubicBezTo>
                    <a:pt x="154" y="11"/>
                    <a:pt x="130" y="0"/>
                    <a:pt x="103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50"/>
            <p:cNvSpPr/>
            <p:nvPr/>
          </p:nvSpPr>
          <p:spPr>
            <a:xfrm>
              <a:off x="7835376" y="1350800"/>
              <a:ext cx="1570165" cy="2824252"/>
            </a:xfrm>
            <a:custGeom>
              <a:avLst/>
              <a:gdLst/>
              <a:ahLst/>
              <a:cxnLst/>
              <a:rect l="l" t="t" r="r" b="b"/>
              <a:pathLst>
                <a:path w="11510" h="20703" extrusionOk="0">
                  <a:moveTo>
                    <a:pt x="6288" y="0"/>
                  </a:moveTo>
                  <a:cubicBezTo>
                    <a:pt x="1733" y="4199"/>
                    <a:pt x="1" y="11042"/>
                    <a:pt x="2055" y="16808"/>
                  </a:cubicBezTo>
                  <a:cubicBezTo>
                    <a:pt x="2411" y="17808"/>
                    <a:pt x="2889" y="18796"/>
                    <a:pt x="3655" y="19563"/>
                  </a:cubicBezTo>
                  <a:cubicBezTo>
                    <a:pt x="4467" y="20362"/>
                    <a:pt x="5285" y="20703"/>
                    <a:pt x="6060" y="20703"/>
                  </a:cubicBezTo>
                  <a:cubicBezTo>
                    <a:pt x="7299" y="20703"/>
                    <a:pt x="8425" y="19832"/>
                    <a:pt x="9231" y="18574"/>
                  </a:cubicBezTo>
                  <a:cubicBezTo>
                    <a:pt x="10898" y="15975"/>
                    <a:pt x="11509" y="13009"/>
                    <a:pt x="11009" y="9976"/>
                  </a:cubicBezTo>
                  <a:cubicBezTo>
                    <a:pt x="10398" y="6332"/>
                    <a:pt x="8454" y="3033"/>
                    <a:pt x="6288" y="0"/>
                  </a:cubicBezTo>
                  <a:close/>
                </a:path>
              </a:pathLst>
            </a:custGeom>
            <a:solidFill>
              <a:srgbClr val="A2B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50"/>
            <p:cNvSpPr/>
            <p:nvPr/>
          </p:nvSpPr>
          <p:spPr>
            <a:xfrm>
              <a:off x="8668896" y="1702353"/>
              <a:ext cx="48565" cy="3058208"/>
            </a:xfrm>
            <a:custGeom>
              <a:avLst/>
              <a:gdLst/>
              <a:ahLst/>
              <a:cxnLst/>
              <a:rect l="l" t="t" r="r" b="b"/>
              <a:pathLst>
                <a:path w="356" h="22418" extrusionOk="0">
                  <a:moveTo>
                    <a:pt x="178" y="0"/>
                  </a:moveTo>
                  <a:cubicBezTo>
                    <a:pt x="78" y="0"/>
                    <a:pt x="0" y="79"/>
                    <a:pt x="0" y="178"/>
                  </a:cubicBezTo>
                  <a:lnTo>
                    <a:pt x="0" y="22240"/>
                  </a:lnTo>
                  <a:cubicBezTo>
                    <a:pt x="0" y="22341"/>
                    <a:pt x="78" y="22418"/>
                    <a:pt x="178" y="22418"/>
                  </a:cubicBezTo>
                  <a:cubicBezTo>
                    <a:pt x="278" y="22418"/>
                    <a:pt x="356" y="22341"/>
                    <a:pt x="356" y="22240"/>
                  </a:cubicBezTo>
                  <a:lnTo>
                    <a:pt x="356" y="178"/>
                  </a:lnTo>
                  <a:cubicBezTo>
                    <a:pt x="356" y="79"/>
                    <a:pt x="278" y="0"/>
                    <a:pt x="178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50"/>
            <p:cNvSpPr/>
            <p:nvPr/>
          </p:nvSpPr>
          <p:spPr>
            <a:xfrm>
              <a:off x="8662757" y="2060317"/>
              <a:ext cx="369964" cy="619745"/>
            </a:xfrm>
            <a:custGeom>
              <a:avLst/>
              <a:gdLst/>
              <a:ahLst/>
              <a:cxnLst/>
              <a:rect l="l" t="t" r="r" b="b"/>
              <a:pathLst>
                <a:path w="2712" h="4543" extrusionOk="0">
                  <a:moveTo>
                    <a:pt x="2518" y="1"/>
                  </a:moveTo>
                  <a:cubicBezTo>
                    <a:pt x="2451" y="1"/>
                    <a:pt x="2387" y="36"/>
                    <a:pt x="2356" y="98"/>
                  </a:cubicBezTo>
                  <a:cubicBezTo>
                    <a:pt x="1611" y="1487"/>
                    <a:pt x="834" y="2898"/>
                    <a:pt x="56" y="4275"/>
                  </a:cubicBezTo>
                  <a:cubicBezTo>
                    <a:pt x="1" y="4364"/>
                    <a:pt x="34" y="4475"/>
                    <a:pt x="123" y="4520"/>
                  </a:cubicBezTo>
                  <a:cubicBezTo>
                    <a:pt x="145" y="4530"/>
                    <a:pt x="179" y="4542"/>
                    <a:pt x="212" y="4542"/>
                  </a:cubicBezTo>
                  <a:cubicBezTo>
                    <a:pt x="268" y="4542"/>
                    <a:pt x="334" y="4508"/>
                    <a:pt x="367" y="4453"/>
                  </a:cubicBezTo>
                  <a:cubicBezTo>
                    <a:pt x="1145" y="3064"/>
                    <a:pt x="1922" y="1664"/>
                    <a:pt x="2667" y="265"/>
                  </a:cubicBezTo>
                  <a:cubicBezTo>
                    <a:pt x="2711" y="176"/>
                    <a:pt x="2678" y="65"/>
                    <a:pt x="2600" y="20"/>
                  </a:cubicBezTo>
                  <a:cubicBezTo>
                    <a:pt x="2574" y="7"/>
                    <a:pt x="2546" y="1"/>
                    <a:pt x="2518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50"/>
            <p:cNvSpPr/>
            <p:nvPr/>
          </p:nvSpPr>
          <p:spPr>
            <a:xfrm>
              <a:off x="8162781" y="2489220"/>
              <a:ext cx="539531" cy="651530"/>
            </a:xfrm>
            <a:custGeom>
              <a:avLst/>
              <a:gdLst/>
              <a:ahLst/>
              <a:cxnLst/>
              <a:rect l="l" t="t" r="r" b="b"/>
              <a:pathLst>
                <a:path w="3955" h="4776" extrusionOk="0">
                  <a:moveTo>
                    <a:pt x="205" y="1"/>
                  </a:moveTo>
                  <a:cubicBezTo>
                    <a:pt x="170" y="1"/>
                    <a:pt x="133" y="10"/>
                    <a:pt x="100" y="31"/>
                  </a:cubicBezTo>
                  <a:cubicBezTo>
                    <a:pt x="22" y="87"/>
                    <a:pt x="0" y="198"/>
                    <a:pt x="55" y="276"/>
                  </a:cubicBezTo>
                  <a:cubicBezTo>
                    <a:pt x="1133" y="1842"/>
                    <a:pt x="2333" y="3342"/>
                    <a:pt x="3632" y="4719"/>
                  </a:cubicBezTo>
                  <a:cubicBezTo>
                    <a:pt x="3666" y="4753"/>
                    <a:pt x="3710" y="4775"/>
                    <a:pt x="3765" y="4775"/>
                  </a:cubicBezTo>
                  <a:cubicBezTo>
                    <a:pt x="3810" y="4775"/>
                    <a:pt x="3854" y="4764"/>
                    <a:pt x="3888" y="4731"/>
                  </a:cubicBezTo>
                  <a:cubicBezTo>
                    <a:pt x="3955" y="4664"/>
                    <a:pt x="3955" y="4541"/>
                    <a:pt x="3888" y="4475"/>
                  </a:cubicBezTo>
                  <a:cubicBezTo>
                    <a:pt x="2599" y="3109"/>
                    <a:pt x="1410" y="1631"/>
                    <a:pt x="355" y="76"/>
                  </a:cubicBezTo>
                  <a:cubicBezTo>
                    <a:pt x="321" y="27"/>
                    <a:pt x="264" y="1"/>
                    <a:pt x="205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>
          <a:extLst>
            <a:ext uri="{FF2B5EF4-FFF2-40B4-BE49-F238E27FC236}">
              <a16:creationId xmlns:a16="http://schemas.microsoft.com/office/drawing/2014/main" id="{A2428594-FF65-B603-F594-4F4F511C8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38">
            <a:extLst>
              <a:ext uri="{FF2B5EF4-FFF2-40B4-BE49-F238E27FC236}">
                <a16:creationId xmlns:a16="http://schemas.microsoft.com/office/drawing/2014/main" id="{0132F546-EF43-2432-25C3-4DF5A755F439}"/>
              </a:ext>
            </a:extLst>
          </p:cNvPr>
          <p:cNvSpPr/>
          <p:nvPr/>
        </p:nvSpPr>
        <p:spPr>
          <a:xfrm>
            <a:off x="870275" y="3217250"/>
            <a:ext cx="2247575" cy="1521375"/>
          </a:xfrm>
          <a:custGeom>
            <a:avLst/>
            <a:gdLst/>
            <a:ahLst/>
            <a:cxnLst/>
            <a:rect l="l" t="t" r="r" b="b"/>
            <a:pathLst>
              <a:path w="154049" h="17797" extrusionOk="0">
                <a:moveTo>
                  <a:pt x="3238" y="2578"/>
                </a:moveTo>
                <a:lnTo>
                  <a:pt x="7988" y="0"/>
                </a:lnTo>
                <a:lnTo>
                  <a:pt x="64769" y="249"/>
                </a:lnTo>
                <a:lnTo>
                  <a:pt x="83984" y="915"/>
                </a:lnTo>
                <a:lnTo>
                  <a:pt x="148029" y="536"/>
                </a:lnTo>
                <a:lnTo>
                  <a:pt x="151890" y="3318"/>
                </a:lnTo>
                <a:lnTo>
                  <a:pt x="154049" y="8715"/>
                </a:lnTo>
                <a:lnTo>
                  <a:pt x="151776" y="16300"/>
                </a:lnTo>
                <a:lnTo>
                  <a:pt x="144868" y="17797"/>
                </a:lnTo>
                <a:lnTo>
                  <a:pt x="110324" y="17797"/>
                </a:lnTo>
                <a:lnTo>
                  <a:pt x="80098" y="17215"/>
                </a:lnTo>
                <a:lnTo>
                  <a:pt x="9283" y="17631"/>
                </a:lnTo>
                <a:lnTo>
                  <a:pt x="2375" y="14886"/>
                </a:lnTo>
                <a:lnTo>
                  <a:pt x="0" y="7235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0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41" name="Google Shape;941;p38">
            <a:extLst>
              <a:ext uri="{FF2B5EF4-FFF2-40B4-BE49-F238E27FC236}">
                <a16:creationId xmlns:a16="http://schemas.microsoft.com/office/drawing/2014/main" id="{02176186-7C72-2B8E-D0CE-F998693F969F}"/>
              </a:ext>
            </a:extLst>
          </p:cNvPr>
          <p:cNvSpPr/>
          <p:nvPr/>
        </p:nvSpPr>
        <p:spPr>
          <a:xfrm flipH="1">
            <a:off x="3448236" y="3217250"/>
            <a:ext cx="2247575" cy="1521375"/>
          </a:xfrm>
          <a:custGeom>
            <a:avLst/>
            <a:gdLst/>
            <a:ahLst/>
            <a:cxnLst/>
            <a:rect l="l" t="t" r="r" b="b"/>
            <a:pathLst>
              <a:path w="154049" h="17797" extrusionOk="0">
                <a:moveTo>
                  <a:pt x="3238" y="2578"/>
                </a:moveTo>
                <a:lnTo>
                  <a:pt x="7988" y="0"/>
                </a:lnTo>
                <a:lnTo>
                  <a:pt x="64769" y="249"/>
                </a:lnTo>
                <a:lnTo>
                  <a:pt x="83984" y="915"/>
                </a:lnTo>
                <a:lnTo>
                  <a:pt x="148029" y="536"/>
                </a:lnTo>
                <a:lnTo>
                  <a:pt x="151890" y="3318"/>
                </a:lnTo>
                <a:lnTo>
                  <a:pt x="154049" y="8715"/>
                </a:lnTo>
                <a:lnTo>
                  <a:pt x="151776" y="16300"/>
                </a:lnTo>
                <a:lnTo>
                  <a:pt x="144868" y="17797"/>
                </a:lnTo>
                <a:lnTo>
                  <a:pt x="110324" y="17797"/>
                </a:lnTo>
                <a:lnTo>
                  <a:pt x="80098" y="17215"/>
                </a:lnTo>
                <a:lnTo>
                  <a:pt x="9283" y="17631"/>
                </a:lnTo>
                <a:lnTo>
                  <a:pt x="2375" y="14886"/>
                </a:lnTo>
                <a:lnTo>
                  <a:pt x="0" y="7235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0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42" name="Google Shape;942;p38">
            <a:extLst>
              <a:ext uri="{FF2B5EF4-FFF2-40B4-BE49-F238E27FC236}">
                <a16:creationId xmlns:a16="http://schemas.microsoft.com/office/drawing/2014/main" id="{3C053065-9268-50DE-F63D-FD4A29F8CAE9}"/>
              </a:ext>
            </a:extLst>
          </p:cNvPr>
          <p:cNvSpPr/>
          <p:nvPr/>
        </p:nvSpPr>
        <p:spPr>
          <a:xfrm flipH="1">
            <a:off x="6026274" y="3217250"/>
            <a:ext cx="2247575" cy="1521375"/>
          </a:xfrm>
          <a:custGeom>
            <a:avLst/>
            <a:gdLst/>
            <a:ahLst/>
            <a:cxnLst/>
            <a:rect l="l" t="t" r="r" b="b"/>
            <a:pathLst>
              <a:path w="154049" h="17797" extrusionOk="0">
                <a:moveTo>
                  <a:pt x="3238" y="2578"/>
                </a:moveTo>
                <a:lnTo>
                  <a:pt x="7988" y="0"/>
                </a:lnTo>
                <a:lnTo>
                  <a:pt x="64769" y="249"/>
                </a:lnTo>
                <a:lnTo>
                  <a:pt x="83984" y="915"/>
                </a:lnTo>
                <a:lnTo>
                  <a:pt x="148029" y="536"/>
                </a:lnTo>
                <a:lnTo>
                  <a:pt x="151890" y="3318"/>
                </a:lnTo>
                <a:lnTo>
                  <a:pt x="154049" y="8715"/>
                </a:lnTo>
                <a:lnTo>
                  <a:pt x="151776" y="16300"/>
                </a:lnTo>
                <a:lnTo>
                  <a:pt x="144868" y="17797"/>
                </a:lnTo>
                <a:lnTo>
                  <a:pt x="110324" y="17797"/>
                </a:lnTo>
                <a:lnTo>
                  <a:pt x="80098" y="17215"/>
                </a:lnTo>
                <a:lnTo>
                  <a:pt x="9283" y="17631"/>
                </a:lnTo>
                <a:lnTo>
                  <a:pt x="2375" y="14886"/>
                </a:lnTo>
                <a:lnTo>
                  <a:pt x="0" y="7235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0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43" name="Google Shape;943;p38">
            <a:extLst>
              <a:ext uri="{FF2B5EF4-FFF2-40B4-BE49-F238E27FC236}">
                <a16:creationId xmlns:a16="http://schemas.microsoft.com/office/drawing/2014/main" id="{29CD6C83-2C4A-7D42-4FA7-B6711DEC1A6F}"/>
              </a:ext>
            </a:extLst>
          </p:cNvPr>
          <p:cNvSpPr/>
          <p:nvPr/>
        </p:nvSpPr>
        <p:spPr>
          <a:xfrm flipH="1">
            <a:off x="1513763" y="404875"/>
            <a:ext cx="6116475" cy="843325"/>
          </a:xfrm>
          <a:custGeom>
            <a:avLst/>
            <a:gdLst/>
            <a:ahLst/>
            <a:cxnLst/>
            <a:rect l="l" t="t" r="r" b="b"/>
            <a:pathLst>
              <a:path w="244659" h="33733" extrusionOk="0">
                <a:moveTo>
                  <a:pt x="3896" y="4933"/>
                </a:moveTo>
                <a:lnTo>
                  <a:pt x="9611" y="0"/>
                </a:lnTo>
                <a:lnTo>
                  <a:pt x="97335" y="648"/>
                </a:lnTo>
                <a:lnTo>
                  <a:pt x="175247" y="1214"/>
                </a:lnTo>
                <a:lnTo>
                  <a:pt x="239843" y="931"/>
                </a:lnTo>
                <a:lnTo>
                  <a:pt x="244376" y="6881"/>
                </a:lnTo>
                <a:lnTo>
                  <a:pt x="244659" y="21330"/>
                </a:lnTo>
                <a:lnTo>
                  <a:pt x="240693" y="28979"/>
                </a:lnTo>
                <a:lnTo>
                  <a:pt x="235027" y="32946"/>
                </a:lnTo>
                <a:lnTo>
                  <a:pt x="164481" y="32946"/>
                </a:lnTo>
                <a:lnTo>
                  <a:pt x="91102" y="32662"/>
                </a:lnTo>
                <a:lnTo>
                  <a:pt x="11169" y="33733"/>
                </a:lnTo>
                <a:lnTo>
                  <a:pt x="2858" y="28482"/>
                </a:lnTo>
                <a:lnTo>
                  <a:pt x="0" y="13844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5400000" algn="bl" rotWithShape="0">
              <a:srgbClr val="9A80C1">
                <a:alpha val="8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44" name="Google Shape;944;p38">
            <a:extLst>
              <a:ext uri="{FF2B5EF4-FFF2-40B4-BE49-F238E27FC236}">
                <a16:creationId xmlns:a16="http://schemas.microsoft.com/office/drawing/2014/main" id="{81E295B2-3B10-68FA-FB0C-28B938468C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3100" dirty="0" err="1"/>
              <a:t>Introduction</a:t>
            </a:r>
            <a:r>
              <a:rPr lang="pl-PL" sz="3100" dirty="0"/>
              <a:t> - </a:t>
            </a:r>
            <a:r>
              <a:rPr lang="pl-PL" sz="3100" dirty="0" err="1"/>
              <a:t>Research</a:t>
            </a:r>
            <a:r>
              <a:rPr lang="pl-PL" sz="3100" dirty="0"/>
              <a:t> </a:t>
            </a:r>
            <a:r>
              <a:rPr lang="pl-PL" sz="3100" dirty="0" err="1"/>
              <a:t>Questions</a:t>
            </a:r>
            <a:endParaRPr sz="3100" dirty="0"/>
          </a:p>
        </p:txBody>
      </p:sp>
      <p:sp>
        <p:nvSpPr>
          <p:cNvPr id="947" name="Google Shape;947;p38">
            <a:extLst>
              <a:ext uri="{FF2B5EF4-FFF2-40B4-BE49-F238E27FC236}">
                <a16:creationId xmlns:a16="http://schemas.microsoft.com/office/drawing/2014/main" id="{F51B2A68-BC38-DA2E-4892-434C1B61D09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909500" y="3288625"/>
            <a:ext cx="2131800" cy="14098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Can we identify latent narrative themes (e.g., visual vs. auditory encounters)?</a:t>
            </a:r>
            <a:endParaRPr sz="1800" dirty="0"/>
          </a:p>
        </p:txBody>
      </p:sp>
      <p:sp>
        <p:nvSpPr>
          <p:cNvPr id="948" name="Google Shape;948;p38">
            <a:extLst>
              <a:ext uri="{FF2B5EF4-FFF2-40B4-BE49-F238E27FC236}">
                <a16:creationId xmlns:a16="http://schemas.microsoft.com/office/drawing/2014/main" id="{870D0488-5317-D90D-373C-DAA2FC576FE9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506125" y="3288625"/>
            <a:ext cx="2131800" cy="1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Can we distinguish environmental contexts (e.g., roadside vs. deep wilderness)?</a:t>
            </a:r>
            <a:endParaRPr sz="1800" dirty="0"/>
          </a:p>
        </p:txBody>
      </p:sp>
      <p:sp>
        <p:nvSpPr>
          <p:cNvPr id="950" name="Google Shape;950;p38">
            <a:extLst>
              <a:ext uri="{FF2B5EF4-FFF2-40B4-BE49-F238E27FC236}">
                <a16:creationId xmlns:a16="http://schemas.microsoft.com/office/drawing/2014/main" id="{C3C47480-18AB-B21E-3D3C-5D745FE7C79E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102750" y="3096722"/>
            <a:ext cx="2131800" cy="1792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 dirty="0"/>
              <a:t>Are there geospatial correlations between states and specific sighting types?</a:t>
            </a:r>
            <a:endParaRPr sz="1750" dirty="0"/>
          </a:p>
        </p:txBody>
      </p:sp>
      <p:sp>
        <p:nvSpPr>
          <p:cNvPr id="951" name="Google Shape;951;p38">
            <a:extLst>
              <a:ext uri="{FF2B5EF4-FFF2-40B4-BE49-F238E27FC236}">
                <a16:creationId xmlns:a16="http://schemas.microsoft.com/office/drawing/2014/main" id="{06638353-7D09-DDAE-5B6F-D4578A8ACCCC}"/>
              </a:ext>
            </a:extLst>
          </p:cNvPr>
          <p:cNvSpPr/>
          <p:nvPr/>
        </p:nvSpPr>
        <p:spPr>
          <a:xfrm rot="10800000">
            <a:off x="4012002" y="1937825"/>
            <a:ext cx="1120033" cy="1010756"/>
          </a:xfrm>
          <a:custGeom>
            <a:avLst/>
            <a:gdLst/>
            <a:ahLst/>
            <a:cxnLst/>
            <a:rect l="l" t="t" r="r" b="b"/>
            <a:pathLst>
              <a:path w="52283" h="47182" extrusionOk="0">
                <a:moveTo>
                  <a:pt x="2915" y="7287"/>
                </a:moveTo>
                <a:lnTo>
                  <a:pt x="8562" y="0"/>
                </a:lnTo>
                <a:lnTo>
                  <a:pt x="42446" y="911"/>
                </a:lnTo>
                <a:lnTo>
                  <a:pt x="50643" y="5829"/>
                </a:lnTo>
                <a:lnTo>
                  <a:pt x="52283" y="16942"/>
                </a:lnTo>
                <a:lnTo>
                  <a:pt x="49550" y="38620"/>
                </a:lnTo>
                <a:lnTo>
                  <a:pt x="44085" y="46635"/>
                </a:lnTo>
                <a:lnTo>
                  <a:pt x="9837" y="47182"/>
                </a:lnTo>
                <a:lnTo>
                  <a:pt x="2733" y="39713"/>
                </a:lnTo>
                <a:lnTo>
                  <a:pt x="0" y="19674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4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52" name="Google Shape;952;p38">
            <a:extLst>
              <a:ext uri="{FF2B5EF4-FFF2-40B4-BE49-F238E27FC236}">
                <a16:creationId xmlns:a16="http://schemas.microsoft.com/office/drawing/2014/main" id="{EFA452C2-46A6-9F48-92FC-9F04EE23DB86}"/>
              </a:ext>
            </a:extLst>
          </p:cNvPr>
          <p:cNvSpPr/>
          <p:nvPr/>
        </p:nvSpPr>
        <p:spPr>
          <a:xfrm>
            <a:off x="1434015" y="1937825"/>
            <a:ext cx="1120033" cy="1010756"/>
          </a:xfrm>
          <a:custGeom>
            <a:avLst/>
            <a:gdLst/>
            <a:ahLst/>
            <a:cxnLst/>
            <a:rect l="l" t="t" r="r" b="b"/>
            <a:pathLst>
              <a:path w="52283" h="47182" extrusionOk="0">
                <a:moveTo>
                  <a:pt x="2915" y="7287"/>
                </a:moveTo>
                <a:lnTo>
                  <a:pt x="8562" y="0"/>
                </a:lnTo>
                <a:lnTo>
                  <a:pt x="42446" y="911"/>
                </a:lnTo>
                <a:lnTo>
                  <a:pt x="50643" y="5829"/>
                </a:lnTo>
                <a:lnTo>
                  <a:pt x="52283" y="16942"/>
                </a:lnTo>
                <a:lnTo>
                  <a:pt x="49550" y="38620"/>
                </a:lnTo>
                <a:lnTo>
                  <a:pt x="44085" y="46635"/>
                </a:lnTo>
                <a:lnTo>
                  <a:pt x="9837" y="47182"/>
                </a:lnTo>
                <a:lnTo>
                  <a:pt x="2733" y="39713"/>
                </a:lnTo>
                <a:lnTo>
                  <a:pt x="0" y="19674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4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53" name="Google Shape;953;p38">
            <a:extLst>
              <a:ext uri="{FF2B5EF4-FFF2-40B4-BE49-F238E27FC236}">
                <a16:creationId xmlns:a16="http://schemas.microsoft.com/office/drawing/2014/main" id="{E452498E-8E58-6351-A734-979731F4296A}"/>
              </a:ext>
            </a:extLst>
          </p:cNvPr>
          <p:cNvSpPr/>
          <p:nvPr/>
        </p:nvSpPr>
        <p:spPr>
          <a:xfrm flipH="1">
            <a:off x="6589998" y="1937825"/>
            <a:ext cx="1120033" cy="1010756"/>
          </a:xfrm>
          <a:custGeom>
            <a:avLst/>
            <a:gdLst/>
            <a:ahLst/>
            <a:cxnLst/>
            <a:rect l="l" t="t" r="r" b="b"/>
            <a:pathLst>
              <a:path w="52283" h="47182" extrusionOk="0">
                <a:moveTo>
                  <a:pt x="2915" y="7287"/>
                </a:moveTo>
                <a:lnTo>
                  <a:pt x="8562" y="0"/>
                </a:lnTo>
                <a:lnTo>
                  <a:pt x="42446" y="911"/>
                </a:lnTo>
                <a:lnTo>
                  <a:pt x="50643" y="5829"/>
                </a:lnTo>
                <a:lnTo>
                  <a:pt x="52283" y="16942"/>
                </a:lnTo>
                <a:lnTo>
                  <a:pt x="49550" y="38620"/>
                </a:lnTo>
                <a:lnTo>
                  <a:pt x="44085" y="46635"/>
                </a:lnTo>
                <a:lnTo>
                  <a:pt x="9837" y="47182"/>
                </a:lnTo>
                <a:lnTo>
                  <a:pt x="2733" y="39713"/>
                </a:lnTo>
                <a:lnTo>
                  <a:pt x="0" y="19674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4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grpSp>
        <p:nvGrpSpPr>
          <p:cNvPr id="954" name="Google Shape;954;p38">
            <a:extLst>
              <a:ext uri="{FF2B5EF4-FFF2-40B4-BE49-F238E27FC236}">
                <a16:creationId xmlns:a16="http://schemas.microsoft.com/office/drawing/2014/main" id="{4C51412E-29E1-0CB9-FCA1-DD6830C848B9}"/>
              </a:ext>
            </a:extLst>
          </p:cNvPr>
          <p:cNvGrpSpPr/>
          <p:nvPr/>
        </p:nvGrpSpPr>
        <p:grpSpPr>
          <a:xfrm>
            <a:off x="1758423" y="2173165"/>
            <a:ext cx="471282" cy="492960"/>
            <a:chOff x="6080691" y="2067722"/>
            <a:chExt cx="375823" cy="393110"/>
          </a:xfrm>
        </p:grpSpPr>
        <p:sp>
          <p:nvSpPr>
            <p:cNvPr id="955" name="Google Shape;955;p38">
              <a:extLst>
                <a:ext uri="{FF2B5EF4-FFF2-40B4-BE49-F238E27FC236}">
                  <a16:creationId xmlns:a16="http://schemas.microsoft.com/office/drawing/2014/main" id="{D819BFE8-5157-5942-DE32-DCAF2A484BA1}"/>
                </a:ext>
              </a:extLst>
            </p:cNvPr>
            <p:cNvSpPr/>
            <p:nvPr/>
          </p:nvSpPr>
          <p:spPr>
            <a:xfrm>
              <a:off x="6165441" y="2260205"/>
              <a:ext cx="207527" cy="189101"/>
            </a:xfrm>
            <a:custGeom>
              <a:avLst/>
              <a:gdLst/>
              <a:ahLst/>
              <a:cxnLst/>
              <a:rect l="l" t="t" r="r" b="b"/>
              <a:pathLst>
                <a:path w="5147" h="4690" extrusionOk="0">
                  <a:moveTo>
                    <a:pt x="1" y="1"/>
                  </a:moveTo>
                  <a:lnTo>
                    <a:pt x="1" y="387"/>
                  </a:lnTo>
                  <a:cubicBezTo>
                    <a:pt x="1" y="1059"/>
                    <a:pt x="544" y="1602"/>
                    <a:pt x="1215" y="1602"/>
                  </a:cubicBezTo>
                  <a:lnTo>
                    <a:pt x="1329" y="1602"/>
                  </a:lnTo>
                  <a:lnTo>
                    <a:pt x="1329" y="4689"/>
                  </a:lnTo>
                  <a:lnTo>
                    <a:pt x="3816" y="4689"/>
                  </a:lnTo>
                  <a:lnTo>
                    <a:pt x="3816" y="1602"/>
                  </a:lnTo>
                  <a:lnTo>
                    <a:pt x="3931" y="1602"/>
                  </a:lnTo>
                  <a:cubicBezTo>
                    <a:pt x="4603" y="1602"/>
                    <a:pt x="5146" y="1059"/>
                    <a:pt x="5146" y="387"/>
                  </a:cubicBezTo>
                  <a:lnTo>
                    <a:pt x="5146" y="1"/>
                  </a:lnTo>
                  <a:lnTo>
                    <a:pt x="4575" y="1"/>
                  </a:lnTo>
                  <a:lnTo>
                    <a:pt x="4575" y="373"/>
                  </a:lnTo>
                  <a:cubicBezTo>
                    <a:pt x="4575" y="730"/>
                    <a:pt x="4289" y="1016"/>
                    <a:pt x="3931" y="1016"/>
                  </a:cubicBezTo>
                  <a:lnTo>
                    <a:pt x="3816" y="1016"/>
                  </a:lnTo>
                  <a:lnTo>
                    <a:pt x="3816" y="1030"/>
                  </a:lnTo>
                  <a:lnTo>
                    <a:pt x="3788" y="1030"/>
                  </a:lnTo>
                  <a:cubicBezTo>
                    <a:pt x="3917" y="830"/>
                    <a:pt x="4003" y="587"/>
                    <a:pt x="4003" y="330"/>
                  </a:cubicBezTo>
                  <a:lnTo>
                    <a:pt x="4003" y="1"/>
                  </a:lnTo>
                  <a:lnTo>
                    <a:pt x="3431" y="1"/>
                  </a:lnTo>
                  <a:lnTo>
                    <a:pt x="3431" y="330"/>
                  </a:lnTo>
                  <a:cubicBezTo>
                    <a:pt x="3431" y="673"/>
                    <a:pt x="3187" y="959"/>
                    <a:pt x="2859" y="1016"/>
                  </a:cubicBezTo>
                  <a:lnTo>
                    <a:pt x="2859" y="1"/>
                  </a:lnTo>
                  <a:lnTo>
                    <a:pt x="2288" y="1"/>
                  </a:lnTo>
                  <a:lnTo>
                    <a:pt x="2288" y="1030"/>
                  </a:lnTo>
                  <a:cubicBezTo>
                    <a:pt x="1958" y="959"/>
                    <a:pt x="1716" y="673"/>
                    <a:pt x="1716" y="330"/>
                  </a:cubicBezTo>
                  <a:lnTo>
                    <a:pt x="1716" y="1"/>
                  </a:lnTo>
                  <a:lnTo>
                    <a:pt x="1144" y="1"/>
                  </a:lnTo>
                  <a:lnTo>
                    <a:pt x="1144" y="330"/>
                  </a:lnTo>
                  <a:cubicBezTo>
                    <a:pt x="1144" y="587"/>
                    <a:pt x="1215" y="830"/>
                    <a:pt x="1358" y="1030"/>
                  </a:cubicBezTo>
                  <a:lnTo>
                    <a:pt x="1215" y="1030"/>
                  </a:lnTo>
                  <a:cubicBezTo>
                    <a:pt x="858" y="1030"/>
                    <a:pt x="572" y="744"/>
                    <a:pt x="572" y="387"/>
                  </a:cubicBezTo>
                  <a:lnTo>
                    <a:pt x="572" y="1"/>
                  </a:ln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8">
              <a:extLst>
                <a:ext uri="{FF2B5EF4-FFF2-40B4-BE49-F238E27FC236}">
                  <a16:creationId xmlns:a16="http://schemas.microsoft.com/office/drawing/2014/main" id="{F6993F6C-2EDE-6FA3-687B-B05720B36FAD}"/>
                </a:ext>
              </a:extLst>
            </p:cNvPr>
            <p:cNvSpPr/>
            <p:nvPr/>
          </p:nvSpPr>
          <p:spPr>
            <a:xfrm>
              <a:off x="6080691" y="2067722"/>
              <a:ext cx="375823" cy="204060"/>
            </a:xfrm>
            <a:custGeom>
              <a:avLst/>
              <a:gdLst/>
              <a:ahLst/>
              <a:cxnLst/>
              <a:rect l="l" t="t" r="r" b="b"/>
              <a:pathLst>
                <a:path w="9321" h="5061" extrusionOk="0">
                  <a:moveTo>
                    <a:pt x="4675" y="1"/>
                  </a:moveTo>
                  <a:cubicBezTo>
                    <a:pt x="4247" y="1"/>
                    <a:pt x="3846" y="115"/>
                    <a:pt x="3503" y="344"/>
                  </a:cubicBezTo>
                  <a:cubicBezTo>
                    <a:pt x="3218" y="515"/>
                    <a:pt x="2974" y="759"/>
                    <a:pt x="2802" y="1045"/>
                  </a:cubicBezTo>
                  <a:lnTo>
                    <a:pt x="2789" y="1045"/>
                  </a:lnTo>
                  <a:cubicBezTo>
                    <a:pt x="1931" y="1045"/>
                    <a:pt x="1230" y="1688"/>
                    <a:pt x="1131" y="2517"/>
                  </a:cubicBezTo>
                  <a:cubicBezTo>
                    <a:pt x="487" y="2602"/>
                    <a:pt x="1" y="3160"/>
                    <a:pt x="30" y="3832"/>
                  </a:cubicBezTo>
                  <a:cubicBezTo>
                    <a:pt x="44" y="4518"/>
                    <a:pt x="630" y="5061"/>
                    <a:pt x="1331" y="5061"/>
                  </a:cubicBezTo>
                  <a:lnTo>
                    <a:pt x="8049" y="5061"/>
                  </a:lnTo>
                  <a:cubicBezTo>
                    <a:pt x="8748" y="5061"/>
                    <a:pt x="9320" y="4489"/>
                    <a:pt x="9320" y="3789"/>
                  </a:cubicBezTo>
                  <a:cubicBezTo>
                    <a:pt x="9320" y="3132"/>
                    <a:pt x="8834" y="2589"/>
                    <a:pt x="8205" y="2503"/>
                  </a:cubicBezTo>
                  <a:cubicBezTo>
                    <a:pt x="8106" y="1688"/>
                    <a:pt x="7405" y="1045"/>
                    <a:pt x="6562" y="1045"/>
                  </a:cubicBezTo>
                  <a:lnTo>
                    <a:pt x="6534" y="1045"/>
                  </a:lnTo>
                  <a:cubicBezTo>
                    <a:pt x="6362" y="759"/>
                    <a:pt x="6118" y="515"/>
                    <a:pt x="5847" y="344"/>
                  </a:cubicBezTo>
                  <a:cubicBezTo>
                    <a:pt x="5490" y="115"/>
                    <a:pt x="5089" y="1"/>
                    <a:pt x="4675" y="1"/>
                  </a:cubicBezTo>
                  <a:close/>
                </a:path>
              </a:pathLst>
            </a:custGeom>
            <a:solidFill>
              <a:srgbClr val="A2B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8">
              <a:extLst>
                <a:ext uri="{FF2B5EF4-FFF2-40B4-BE49-F238E27FC236}">
                  <a16:creationId xmlns:a16="http://schemas.microsoft.com/office/drawing/2014/main" id="{B3E41202-B1A9-B9B0-4040-1E412150601D}"/>
                </a:ext>
              </a:extLst>
            </p:cNvPr>
            <p:cNvSpPr/>
            <p:nvPr/>
          </p:nvSpPr>
          <p:spPr>
            <a:xfrm>
              <a:off x="6219025" y="2347253"/>
              <a:ext cx="34070" cy="23103"/>
            </a:xfrm>
            <a:custGeom>
              <a:avLst/>
              <a:gdLst/>
              <a:ahLst/>
              <a:cxnLst/>
              <a:rect l="l" t="t" r="r" b="b"/>
              <a:pathLst>
                <a:path w="845" h="573" extrusionOk="0">
                  <a:moveTo>
                    <a:pt x="0" y="1"/>
                  </a:moveTo>
                  <a:lnTo>
                    <a:pt x="0" y="573"/>
                  </a:lnTo>
                  <a:lnTo>
                    <a:pt x="844" y="573"/>
                  </a:lnTo>
                  <a:lnTo>
                    <a:pt x="844" y="1"/>
                  </a:lnTo>
                  <a:close/>
                </a:path>
              </a:pathLst>
            </a:custGeom>
            <a:solidFill>
              <a:srgbClr val="774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8">
              <a:extLst>
                <a:ext uri="{FF2B5EF4-FFF2-40B4-BE49-F238E27FC236}">
                  <a16:creationId xmlns:a16="http://schemas.microsoft.com/office/drawing/2014/main" id="{2D94B464-441B-800D-2D96-EC8D925E42D2}"/>
                </a:ext>
              </a:extLst>
            </p:cNvPr>
            <p:cNvSpPr/>
            <p:nvPr/>
          </p:nvSpPr>
          <p:spPr>
            <a:xfrm>
              <a:off x="6284704" y="2391604"/>
              <a:ext cx="34635" cy="23103"/>
            </a:xfrm>
            <a:custGeom>
              <a:avLst/>
              <a:gdLst/>
              <a:ahLst/>
              <a:cxnLst/>
              <a:rect l="l" t="t" r="r" b="b"/>
              <a:pathLst>
                <a:path w="859" h="573" extrusionOk="0">
                  <a:moveTo>
                    <a:pt x="1" y="1"/>
                  </a:moveTo>
                  <a:lnTo>
                    <a:pt x="1" y="573"/>
                  </a:lnTo>
                  <a:lnTo>
                    <a:pt x="858" y="573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774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8">
              <a:extLst>
                <a:ext uri="{FF2B5EF4-FFF2-40B4-BE49-F238E27FC236}">
                  <a16:creationId xmlns:a16="http://schemas.microsoft.com/office/drawing/2014/main" id="{BE66B9CE-451A-12F8-675B-4EFE051F852B}"/>
                </a:ext>
              </a:extLst>
            </p:cNvPr>
            <p:cNvSpPr/>
            <p:nvPr/>
          </p:nvSpPr>
          <p:spPr>
            <a:xfrm>
              <a:off x="6142943" y="2437729"/>
              <a:ext cx="253048" cy="23103"/>
            </a:xfrm>
            <a:custGeom>
              <a:avLst/>
              <a:gdLst/>
              <a:ahLst/>
              <a:cxnLst/>
              <a:rect l="l" t="t" r="r" b="b"/>
              <a:pathLst>
                <a:path w="6276" h="573" extrusionOk="0">
                  <a:moveTo>
                    <a:pt x="1" y="0"/>
                  </a:moveTo>
                  <a:lnTo>
                    <a:pt x="1" y="572"/>
                  </a:lnTo>
                  <a:lnTo>
                    <a:pt x="6276" y="572"/>
                  </a:lnTo>
                  <a:lnTo>
                    <a:pt x="6276" y="0"/>
                  </a:ln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0" name="Google Shape;960;p38">
            <a:extLst>
              <a:ext uri="{FF2B5EF4-FFF2-40B4-BE49-F238E27FC236}">
                <a16:creationId xmlns:a16="http://schemas.microsoft.com/office/drawing/2014/main" id="{11D802CF-A1D4-1CF4-2F5F-549C01133F95}"/>
              </a:ext>
            </a:extLst>
          </p:cNvPr>
          <p:cNvGrpSpPr/>
          <p:nvPr/>
        </p:nvGrpSpPr>
        <p:grpSpPr>
          <a:xfrm>
            <a:off x="6903189" y="2196715"/>
            <a:ext cx="493630" cy="492962"/>
            <a:chOff x="7430405" y="2067722"/>
            <a:chExt cx="393644" cy="393111"/>
          </a:xfrm>
        </p:grpSpPr>
        <p:sp>
          <p:nvSpPr>
            <p:cNvPr id="961" name="Google Shape;961;p38">
              <a:extLst>
                <a:ext uri="{FF2B5EF4-FFF2-40B4-BE49-F238E27FC236}">
                  <a16:creationId xmlns:a16="http://schemas.microsoft.com/office/drawing/2014/main" id="{E4A11ABF-DA3D-B0B6-72E3-11896085FF9B}"/>
                </a:ext>
              </a:extLst>
            </p:cNvPr>
            <p:cNvSpPr/>
            <p:nvPr/>
          </p:nvSpPr>
          <p:spPr>
            <a:xfrm>
              <a:off x="7430405" y="2391604"/>
              <a:ext cx="393644" cy="69229"/>
            </a:xfrm>
            <a:custGeom>
              <a:avLst/>
              <a:gdLst/>
              <a:ahLst/>
              <a:cxnLst/>
              <a:rect l="l" t="t" r="r" b="b"/>
              <a:pathLst>
                <a:path w="9763" h="1717" extrusionOk="0">
                  <a:moveTo>
                    <a:pt x="0" y="1"/>
                  </a:moveTo>
                  <a:lnTo>
                    <a:pt x="0" y="1716"/>
                  </a:lnTo>
                  <a:lnTo>
                    <a:pt x="9763" y="1716"/>
                  </a:lnTo>
                  <a:lnTo>
                    <a:pt x="9763" y="1"/>
                  </a:ln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8">
              <a:extLst>
                <a:ext uri="{FF2B5EF4-FFF2-40B4-BE49-F238E27FC236}">
                  <a16:creationId xmlns:a16="http://schemas.microsoft.com/office/drawing/2014/main" id="{A10B2ED7-FD8B-07BE-1528-8D89DB26668E}"/>
                </a:ext>
              </a:extLst>
            </p:cNvPr>
            <p:cNvSpPr/>
            <p:nvPr/>
          </p:nvSpPr>
          <p:spPr>
            <a:xfrm>
              <a:off x="7430405" y="2171463"/>
              <a:ext cx="139507" cy="153337"/>
            </a:xfrm>
            <a:custGeom>
              <a:avLst/>
              <a:gdLst/>
              <a:ahLst/>
              <a:cxnLst/>
              <a:rect l="l" t="t" r="r" b="b"/>
              <a:pathLst>
                <a:path w="3460" h="3803" extrusionOk="0">
                  <a:moveTo>
                    <a:pt x="2045" y="1"/>
                  </a:moveTo>
                  <a:lnTo>
                    <a:pt x="0" y="2245"/>
                  </a:lnTo>
                  <a:lnTo>
                    <a:pt x="0" y="3803"/>
                  </a:lnTo>
                  <a:lnTo>
                    <a:pt x="1515" y="3803"/>
                  </a:lnTo>
                  <a:lnTo>
                    <a:pt x="3459" y="1559"/>
                  </a:lnTo>
                  <a:lnTo>
                    <a:pt x="2045" y="1"/>
                  </a:lnTo>
                  <a:close/>
                </a:path>
              </a:pathLst>
            </a:custGeom>
            <a:solidFill>
              <a:srgbClr val="A2B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8">
              <a:extLst>
                <a:ext uri="{FF2B5EF4-FFF2-40B4-BE49-F238E27FC236}">
                  <a16:creationId xmlns:a16="http://schemas.microsoft.com/office/drawing/2014/main" id="{73E35A36-2AA2-9028-4E6A-DFCFEED48312}"/>
                </a:ext>
              </a:extLst>
            </p:cNvPr>
            <p:cNvSpPr/>
            <p:nvPr/>
          </p:nvSpPr>
          <p:spPr>
            <a:xfrm>
              <a:off x="7684534" y="2171463"/>
              <a:ext cx="139507" cy="153337"/>
            </a:xfrm>
            <a:custGeom>
              <a:avLst/>
              <a:gdLst/>
              <a:ahLst/>
              <a:cxnLst/>
              <a:rect l="l" t="t" r="r" b="b"/>
              <a:pathLst>
                <a:path w="3460" h="3803" extrusionOk="0">
                  <a:moveTo>
                    <a:pt x="1415" y="1"/>
                  </a:moveTo>
                  <a:lnTo>
                    <a:pt x="1" y="1559"/>
                  </a:lnTo>
                  <a:lnTo>
                    <a:pt x="1930" y="3803"/>
                  </a:lnTo>
                  <a:lnTo>
                    <a:pt x="3460" y="3803"/>
                  </a:lnTo>
                  <a:lnTo>
                    <a:pt x="3460" y="2245"/>
                  </a:lnTo>
                  <a:lnTo>
                    <a:pt x="1415" y="1"/>
                  </a:lnTo>
                  <a:close/>
                </a:path>
              </a:pathLst>
            </a:custGeom>
            <a:solidFill>
              <a:srgbClr val="A2B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8">
              <a:extLst>
                <a:ext uri="{FF2B5EF4-FFF2-40B4-BE49-F238E27FC236}">
                  <a16:creationId xmlns:a16="http://schemas.microsoft.com/office/drawing/2014/main" id="{971F83BF-09D7-BF73-3DAB-30FCAF90EEA9}"/>
                </a:ext>
              </a:extLst>
            </p:cNvPr>
            <p:cNvSpPr/>
            <p:nvPr/>
          </p:nvSpPr>
          <p:spPr>
            <a:xfrm>
              <a:off x="7567005" y="2131749"/>
              <a:ext cx="120436" cy="116444"/>
            </a:xfrm>
            <a:custGeom>
              <a:avLst/>
              <a:gdLst/>
              <a:ahLst/>
              <a:cxnLst/>
              <a:rect l="l" t="t" r="r" b="b"/>
              <a:pathLst>
                <a:path w="2987" h="2888" extrusionOk="0">
                  <a:moveTo>
                    <a:pt x="1487" y="0"/>
                  </a:moveTo>
                  <a:lnTo>
                    <a:pt x="0" y="1729"/>
                  </a:lnTo>
                  <a:lnTo>
                    <a:pt x="1487" y="2887"/>
                  </a:lnTo>
                  <a:lnTo>
                    <a:pt x="2987" y="1744"/>
                  </a:lnTo>
                  <a:lnTo>
                    <a:pt x="14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8">
              <a:extLst>
                <a:ext uri="{FF2B5EF4-FFF2-40B4-BE49-F238E27FC236}">
                  <a16:creationId xmlns:a16="http://schemas.microsoft.com/office/drawing/2014/main" id="{2FC1D869-40AC-A221-F419-E7EC173D170A}"/>
                </a:ext>
              </a:extLst>
            </p:cNvPr>
            <p:cNvSpPr/>
            <p:nvPr/>
          </p:nvSpPr>
          <p:spPr>
            <a:xfrm>
              <a:off x="7461490" y="2183599"/>
              <a:ext cx="331471" cy="141201"/>
            </a:xfrm>
            <a:custGeom>
              <a:avLst/>
              <a:gdLst/>
              <a:ahLst/>
              <a:cxnLst/>
              <a:rect l="l" t="t" r="r" b="b"/>
              <a:pathLst>
                <a:path w="8221" h="3502" extrusionOk="0">
                  <a:moveTo>
                    <a:pt x="3002" y="0"/>
                  </a:moveTo>
                  <a:lnTo>
                    <a:pt x="1" y="3502"/>
                  </a:lnTo>
                  <a:lnTo>
                    <a:pt x="8220" y="3502"/>
                  </a:lnTo>
                  <a:lnTo>
                    <a:pt x="5232" y="29"/>
                  </a:lnTo>
                  <a:lnTo>
                    <a:pt x="4104" y="887"/>
                  </a:lnTo>
                  <a:lnTo>
                    <a:pt x="3002" y="0"/>
                  </a:ln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8">
              <a:extLst>
                <a:ext uri="{FF2B5EF4-FFF2-40B4-BE49-F238E27FC236}">
                  <a16:creationId xmlns:a16="http://schemas.microsoft.com/office/drawing/2014/main" id="{0408E1D8-5CAE-02F4-4049-201D601B2595}"/>
                </a:ext>
              </a:extLst>
            </p:cNvPr>
            <p:cNvSpPr/>
            <p:nvPr/>
          </p:nvSpPr>
          <p:spPr>
            <a:xfrm>
              <a:off x="7430405" y="2301733"/>
              <a:ext cx="393644" cy="112977"/>
            </a:xfrm>
            <a:custGeom>
              <a:avLst/>
              <a:gdLst/>
              <a:ahLst/>
              <a:cxnLst/>
              <a:rect l="l" t="t" r="r" b="b"/>
              <a:pathLst>
                <a:path w="9763" h="2802" extrusionOk="0">
                  <a:moveTo>
                    <a:pt x="0" y="0"/>
                  </a:moveTo>
                  <a:lnTo>
                    <a:pt x="0" y="2802"/>
                  </a:lnTo>
                  <a:lnTo>
                    <a:pt x="9763" y="2802"/>
                  </a:lnTo>
                  <a:lnTo>
                    <a:pt x="9763" y="0"/>
                  </a:lnTo>
                  <a:close/>
                </a:path>
              </a:pathLst>
            </a:custGeom>
            <a:solidFill>
              <a:srgbClr val="2A56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8">
              <a:extLst>
                <a:ext uri="{FF2B5EF4-FFF2-40B4-BE49-F238E27FC236}">
                  <a16:creationId xmlns:a16="http://schemas.microsoft.com/office/drawing/2014/main" id="{AAF1223A-324D-A5B1-A44A-6DF0B497E144}"/>
                </a:ext>
              </a:extLst>
            </p:cNvPr>
            <p:cNvSpPr/>
            <p:nvPr/>
          </p:nvSpPr>
          <p:spPr>
            <a:xfrm>
              <a:off x="7561239" y="2346648"/>
              <a:ext cx="102614" cy="23103"/>
            </a:xfrm>
            <a:custGeom>
              <a:avLst/>
              <a:gdLst/>
              <a:ahLst/>
              <a:cxnLst/>
              <a:rect l="l" t="t" r="r" b="b"/>
              <a:pathLst>
                <a:path w="2545" h="573" extrusionOk="0">
                  <a:moveTo>
                    <a:pt x="0" y="1"/>
                  </a:moveTo>
                  <a:lnTo>
                    <a:pt x="0" y="573"/>
                  </a:lnTo>
                  <a:lnTo>
                    <a:pt x="2544" y="573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8">
              <a:extLst>
                <a:ext uri="{FF2B5EF4-FFF2-40B4-BE49-F238E27FC236}">
                  <a16:creationId xmlns:a16="http://schemas.microsoft.com/office/drawing/2014/main" id="{0265EA13-1286-F63A-BCB2-60C517DDD7D0}"/>
                </a:ext>
              </a:extLst>
            </p:cNvPr>
            <p:cNvSpPr/>
            <p:nvPr/>
          </p:nvSpPr>
          <p:spPr>
            <a:xfrm>
              <a:off x="7702396" y="2346648"/>
              <a:ext cx="23103" cy="23103"/>
            </a:xfrm>
            <a:custGeom>
              <a:avLst/>
              <a:gdLst/>
              <a:ahLst/>
              <a:cxnLst/>
              <a:rect l="l" t="t" r="r" b="b"/>
              <a:pathLst>
                <a:path w="573" h="573" extrusionOk="0">
                  <a:moveTo>
                    <a:pt x="1" y="1"/>
                  </a:moveTo>
                  <a:lnTo>
                    <a:pt x="1" y="573"/>
                  </a:lnTo>
                  <a:lnTo>
                    <a:pt x="572" y="573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8">
              <a:extLst>
                <a:ext uri="{FF2B5EF4-FFF2-40B4-BE49-F238E27FC236}">
                  <a16:creationId xmlns:a16="http://schemas.microsoft.com/office/drawing/2014/main" id="{A4327D74-A749-AC62-B80D-F575BDB3C559}"/>
                </a:ext>
              </a:extLst>
            </p:cNvPr>
            <p:cNvSpPr/>
            <p:nvPr/>
          </p:nvSpPr>
          <p:spPr>
            <a:xfrm>
              <a:off x="7748480" y="2346648"/>
              <a:ext cx="23103" cy="23103"/>
            </a:xfrm>
            <a:custGeom>
              <a:avLst/>
              <a:gdLst/>
              <a:ahLst/>
              <a:cxnLst/>
              <a:rect l="l" t="t" r="r" b="b"/>
              <a:pathLst>
                <a:path w="573" h="573" extrusionOk="0">
                  <a:moveTo>
                    <a:pt x="1" y="1"/>
                  </a:moveTo>
                  <a:lnTo>
                    <a:pt x="1" y="573"/>
                  </a:lnTo>
                  <a:lnTo>
                    <a:pt x="573" y="573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8">
              <a:extLst>
                <a:ext uri="{FF2B5EF4-FFF2-40B4-BE49-F238E27FC236}">
                  <a16:creationId xmlns:a16="http://schemas.microsoft.com/office/drawing/2014/main" id="{A6494E38-6652-3160-0962-A33AF7852622}"/>
                </a:ext>
              </a:extLst>
            </p:cNvPr>
            <p:cNvSpPr/>
            <p:nvPr/>
          </p:nvSpPr>
          <p:spPr>
            <a:xfrm>
              <a:off x="7496689" y="2346648"/>
              <a:ext cx="41530" cy="23103"/>
            </a:xfrm>
            <a:custGeom>
              <a:avLst/>
              <a:gdLst/>
              <a:ahLst/>
              <a:cxnLst/>
              <a:rect l="l" t="t" r="r" b="b"/>
              <a:pathLst>
                <a:path w="1030" h="573" extrusionOk="0">
                  <a:moveTo>
                    <a:pt x="0" y="1"/>
                  </a:moveTo>
                  <a:lnTo>
                    <a:pt x="0" y="573"/>
                  </a:lnTo>
                  <a:lnTo>
                    <a:pt x="1029" y="573"/>
                  </a:lnTo>
                  <a:lnTo>
                    <a:pt x="1029" y="1"/>
                  </a:ln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8">
              <a:extLst>
                <a:ext uri="{FF2B5EF4-FFF2-40B4-BE49-F238E27FC236}">
                  <a16:creationId xmlns:a16="http://schemas.microsoft.com/office/drawing/2014/main" id="{0E36AFAC-4B05-D540-D35F-9AFD96D7003E}"/>
                </a:ext>
              </a:extLst>
            </p:cNvPr>
            <p:cNvSpPr/>
            <p:nvPr/>
          </p:nvSpPr>
          <p:spPr>
            <a:xfrm>
              <a:off x="7473022" y="2067722"/>
              <a:ext cx="79027" cy="79027"/>
            </a:xfrm>
            <a:custGeom>
              <a:avLst/>
              <a:gdLst/>
              <a:ahLst/>
              <a:cxnLst/>
              <a:rect l="l" t="t" r="r" b="b"/>
              <a:pathLst>
                <a:path w="1960" h="1960" extrusionOk="0">
                  <a:moveTo>
                    <a:pt x="988" y="1"/>
                  </a:moveTo>
                  <a:cubicBezTo>
                    <a:pt x="444" y="1"/>
                    <a:pt x="1" y="430"/>
                    <a:pt x="1" y="973"/>
                  </a:cubicBezTo>
                  <a:cubicBezTo>
                    <a:pt x="1" y="1516"/>
                    <a:pt x="444" y="1960"/>
                    <a:pt x="988" y="1960"/>
                  </a:cubicBezTo>
                  <a:cubicBezTo>
                    <a:pt x="1531" y="1960"/>
                    <a:pt x="1960" y="1516"/>
                    <a:pt x="1960" y="973"/>
                  </a:cubicBezTo>
                  <a:cubicBezTo>
                    <a:pt x="1960" y="430"/>
                    <a:pt x="1531" y="1"/>
                    <a:pt x="988" y="1"/>
                  </a:cubicBezTo>
                  <a:close/>
                </a:path>
              </a:pathLst>
            </a:custGeom>
            <a:solidFill>
              <a:srgbClr val="FFCC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2" name="Google Shape;972;p38">
            <a:extLst>
              <a:ext uri="{FF2B5EF4-FFF2-40B4-BE49-F238E27FC236}">
                <a16:creationId xmlns:a16="http://schemas.microsoft.com/office/drawing/2014/main" id="{78DB6815-81E1-D663-A93F-317AEAB2B0FD}"/>
              </a:ext>
            </a:extLst>
          </p:cNvPr>
          <p:cNvGrpSpPr/>
          <p:nvPr/>
        </p:nvGrpSpPr>
        <p:grpSpPr>
          <a:xfrm>
            <a:off x="4325214" y="2196738"/>
            <a:ext cx="493622" cy="492915"/>
            <a:chOff x="7430405" y="4209866"/>
            <a:chExt cx="393638" cy="393074"/>
          </a:xfrm>
        </p:grpSpPr>
        <p:sp>
          <p:nvSpPr>
            <p:cNvPr id="973" name="Google Shape;973;p38">
              <a:extLst>
                <a:ext uri="{FF2B5EF4-FFF2-40B4-BE49-F238E27FC236}">
                  <a16:creationId xmlns:a16="http://schemas.microsoft.com/office/drawing/2014/main" id="{9EBD14F0-D849-1ECD-7811-6847F826336D}"/>
                </a:ext>
              </a:extLst>
            </p:cNvPr>
            <p:cNvSpPr/>
            <p:nvPr/>
          </p:nvSpPr>
          <p:spPr>
            <a:xfrm>
              <a:off x="7637845" y="4209866"/>
              <a:ext cx="186198" cy="240912"/>
            </a:xfrm>
            <a:custGeom>
              <a:avLst/>
              <a:gdLst/>
              <a:ahLst/>
              <a:cxnLst/>
              <a:rect l="l" t="t" r="r" b="b"/>
              <a:pathLst>
                <a:path w="4618" h="5975" extrusionOk="0">
                  <a:moveTo>
                    <a:pt x="2230" y="0"/>
                  </a:moveTo>
                  <a:cubicBezTo>
                    <a:pt x="1001" y="0"/>
                    <a:pt x="1" y="986"/>
                    <a:pt x="1" y="2215"/>
                  </a:cubicBezTo>
                  <a:lnTo>
                    <a:pt x="1" y="5975"/>
                  </a:lnTo>
                  <a:lnTo>
                    <a:pt x="2388" y="5975"/>
                  </a:lnTo>
                  <a:cubicBezTo>
                    <a:pt x="3617" y="5975"/>
                    <a:pt x="4618" y="4988"/>
                    <a:pt x="4618" y="3759"/>
                  </a:cubicBezTo>
                  <a:lnTo>
                    <a:pt x="4618" y="0"/>
                  </a:ln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8">
              <a:extLst>
                <a:ext uri="{FF2B5EF4-FFF2-40B4-BE49-F238E27FC236}">
                  <a16:creationId xmlns:a16="http://schemas.microsoft.com/office/drawing/2014/main" id="{4C3329ED-5CE7-260B-BF96-419F38B1258A}"/>
                </a:ext>
              </a:extLst>
            </p:cNvPr>
            <p:cNvSpPr/>
            <p:nvPr/>
          </p:nvSpPr>
          <p:spPr>
            <a:xfrm>
              <a:off x="7649376" y="4439241"/>
              <a:ext cx="118742" cy="117613"/>
            </a:xfrm>
            <a:custGeom>
              <a:avLst/>
              <a:gdLst/>
              <a:ahLst/>
              <a:cxnLst/>
              <a:rect l="l" t="t" r="r" b="b"/>
              <a:pathLst>
                <a:path w="2945" h="2917" extrusionOk="0">
                  <a:moveTo>
                    <a:pt x="1" y="0"/>
                  </a:moveTo>
                  <a:lnTo>
                    <a:pt x="1" y="1443"/>
                  </a:lnTo>
                  <a:cubicBezTo>
                    <a:pt x="1" y="2230"/>
                    <a:pt x="616" y="2887"/>
                    <a:pt x="1401" y="2916"/>
                  </a:cubicBezTo>
                  <a:cubicBezTo>
                    <a:pt x="1418" y="2916"/>
                    <a:pt x="1435" y="2917"/>
                    <a:pt x="1452" y="2917"/>
                  </a:cubicBezTo>
                  <a:cubicBezTo>
                    <a:pt x="2273" y="2917"/>
                    <a:pt x="2944" y="2241"/>
                    <a:pt x="2916" y="1401"/>
                  </a:cubicBezTo>
                  <a:cubicBezTo>
                    <a:pt x="2888" y="614"/>
                    <a:pt x="2230" y="0"/>
                    <a:pt x="1445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8">
              <a:extLst>
                <a:ext uri="{FF2B5EF4-FFF2-40B4-BE49-F238E27FC236}">
                  <a16:creationId xmlns:a16="http://schemas.microsoft.com/office/drawing/2014/main" id="{0F83B758-69A5-0E90-2DB0-6B85C5FA4375}"/>
                </a:ext>
              </a:extLst>
            </p:cNvPr>
            <p:cNvSpPr/>
            <p:nvPr/>
          </p:nvSpPr>
          <p:spPr>
            <a:xfrm>
              <a:off x="7649376" y="4439241"/>
              <a:ext cx="118742" cy="117613"/>
            </a:xfrm>
            <a:custGeom>
              <a:avLst/>
              <a:gdLst/>
              <a:ahLst/>
              <a:cxnLst/>
              <a:rect l="l" t="t" r="r" b="b"/>
              <a:pathLst>
                <a:path w="2945" h="2917" extrusionOk="0">
                  <a:moveTo>
                    <a:pt x="1" y="0"/>
                  </a:moveTo>
                  <a:lnTo>
                    <a:pt x="1" y="1443"/>
                  </a:lnTo>
                  <a:cubicBezTo>
                    <a:pt x="1" y="2230"/>
                    <a:pt x="616" y="2887"/>
                    <a:pt x="1401" y="2916"/>
                  </a:cubicBezTo>
                  <a:cubicBezTo>
                    <a:pt x="1418" y="2916"/>
                    <a:pt x="1435" y="2917"/>
                    <a:pt x="1452" y="2917"/>
                  </a:cubicBezTo>
                  <a:cubicBezTo>
                    <a:pt x="2273" y="2917"/>
                    <a:pt x="2944" y="2241"/>
                    <a:pt x="2916" y="1401"/>
                  </a:cubicBezTo>
                  <a:cubicBezTo>
                    <a:pt x="2888" y="614"/>
                    <a:pt x="2230" y="0"/>
                    <a:pt x="1445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8">
              <a:extLst>
                <a:ext uri="{FF2B5EF4-FFF2-40B4-BE49-F238E27FC236}">
                  <a16:creationId xmlns:a16="http://schemas.microsoft.com/office/drawing/2014/main" id="{445DD3DA-20DD-23D2-D1BB-AE6ACC871F25}"/>
                </a:ext>
              </a:extLst>
            </p:cNvPr>
            <p:cNvSpPr/>
            <p:nvPr/>
          </p:nvSpPr>
          <p:spPr>
            <a:xfrm>
              <a:off x="7638450" y="4427710"/>
              <a:ext cx="140676" cy="175231"/>
            </a:xfrm>
            <a:custGeom>
              <a:avLst/>
              <a:gdLst/>
              <a:ahLst/>
              <a:cxnLst/>
              <a:rect l="l" t="t" r="r" b="b"/>
              <a:pathLst>
                <a:path w="3489" h="4346" extrusionOk="0">
                  <a:moveTo>
                    <a:pt x="1716" y="572"/>
                  </a:moveTo>
                  <a:cubicBezTo>
                    <a:pt x="2330" y="572"/>
                    <a:pt x="2859" y="1043"/>
                    <a:pt x="2902" y="1672"/>
                  </a:cubicBezTo>
                  <a:cubicBezTo>
                    <a:pt x="2943" y="2349"/>
                    <a:pt x="2398" y="2918"/>
                    <a:pt x="1716" y="2918"/>
                  </a:cubicBezTo>
                  <a:cubicBezTo>
                    <a:pt x="1692" y="2918"/>
                    <a:pt x="1668" y="2917"/>
                    <a:pt x="1644" y="2916"/>
                  </a:cubicBezTo>
                  <a:cubicBezTo>
                    <a:pt x="1030" y="2873"/>
                    <a:pt x="557" y="2344"/>
                    <a:pt x="557" y="1729"/>
                  </a:cubicBezTo>
                  <a:lnTo>
                    <a:pt x="557" y="572"/>
                  </a:lnTo>
                  <a:close/>
                  <a:moveTo>
                    <a:pt x="1" y="0"/>
                  </a:moveTo>
                  <a:lnTo>
                    <a:pt x="1" y="1744"/>
                  </a:lnTo>
                  <a:cubicBezTo>
                    <a:pt x="1" y="2615"/>
                    <a:pt x="629" y="3330"/>
                    <a:pt x="1458" y="3459"/>
                  </a:cubicBezTo>
                  <a:lnTo>
                    <a:pt x="1458" y="4345"/>
                  </a:lnTo>
                  <a:lnTo>
                    <a:pt x="2030" y="4345"/>
                  </a:lnTo>
                  <a:lnTo>
                    <a:pt x="2030" y="3459"/>
                  </a:lnTo>
                  <a:cubicBezTo>
                    <a:pt x="2844" y="3330"/>
                    <a:pt x="3473" y="2615"/>
                    <a:pt x="3488" y="1758"/>
                  </a:cubicBezTo>
                  <a:cubicBezTo>
                    <a:pt x="3488" y="801"/>
                    <a:pt x="2688" y="0"/>
                    <a:pt x="1716" y="0"/>
                  </a:cubicBezTo>
                  <a:close/>
                </a:path>
              </a:pathLst>
            </a:custGeom>
            <a:solidFill>
              <a:srgbClr val="FF7C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8">
              <a:extLst>
                <a:ext uri="{FF2B5EF4-FFF2-40B4-BE49-F238E27FC236}">
                  <a16:creationId xmlns:a16="http://schemas.microsoft.com/office/drawing/2014/main" id="{049F8D95-A5A7-039D-8A0A-117C46C4AAF2}"/>
                </a:ext>
              </a:extLst>
            </p:cNvPr>
            <p:cNvSpPr/>
            <p:nvPr/>
          </p:nvSpPr>
          <p:spPr>
            <a:xfrm>
              <a:off x="7638450" y="4427710"/>
              <a:ext cx="140676" cy="175231"/>
            </a:xfrm>
            <a:custGeom>
              <a:avLst/>
              <a:gdLst/>
              <a:ahLst/>
              <a:cxnLst/>
              <a:rect l="l" t="t" r="r" b="b"/>
              <a:pathLst>
                <a:path w="3489" h="4346" extrusionOk="0">
                  <a:moveTo>
                    <a:pt x="1716" y="572"/>
                  </a:moveTo>
                  <a:cubicBezTo>
                    <a:pt x="2330" y="572"/>
                    <a:pt x="2859" y="1043"/>
                    <a:pt x="2902" y="1672"/>
                  </a:cubicBezTo>
                  <a:cubicBezTo>
                    <a:pt x="2943" y="2349"/>
                    <a:pt x="2398" y="2918"/>
                    <a:pt x="1716" y="2918"/>
                  </a:cubicBezTo>
                  <a:cubicBezTo>
                    <a:pt x="1692" y="2918"/>
                    <a:pt x="1668" y="2917"/>
                    <a:pt x="1644" y="2916"/>
                  </a:cubicBezTo>
                  <a:cubicBezTo>
                    <a:pt x="1030" y="2873"/>
                    <a:pt x="557" y="2344"/>
                    <a:pt x="557" y="1729"/>
                  </a:cubicBezTo>
                  <a:lnTo>
                    <a:pt x="557" y="572"/>
                  </a:lnTo>
                  <a:close/>
                  <a:moveTo>
                    <a:pt x="1" y="0"/>
                  </a:moveTo>
                  <a:lnTo>
                    <a:pt x="1" y="1744"/>
                  </a:lnTo>
                  <a:cubicBezTo>
                    <a:pt x="1" y="2615"/>
                    <a:pt x="629" y="3330"/>
                    <a:pt x="1458" y="3459"/>
                  </a:cubicBezTo>
                  <a:lnTo>
                    <a:pt x="1458" y="4345"/>
                  </a:lnTo>
                  <a:lnTo>
                    <a:pt x="2030" y="4345"/>
                  </a:lnTo>
                  <a:lnTo>
                    <a:pt x="2030" y="3459"/>
                  </a:lnTo>
                  <a:cubicBezTo>
                    <a:pt x="2844" y="3330"/>
                    <a:pt x="3473" y="2615"/>
                    <a:pt x="3488" y="1758"/>
                  </a:cubicBezTo>
                  <a:cubicBezTo>
                    <a:pt x="3488" y="801"/>
                    <a:pt x="2688" y="0"/>
                    <a:pt x="1716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8">
              <a:extLst>
                <a:ext uri="{FF2B5EF4-FFF2-40B4-BE49-F238E27FC236}">
                  <a16:creationId xmlns:a16="http://schemas.microsoft.com/office/drawing/2014/main" id="{8CEDA0F3-006F-874B-18B2-8350A47F901A}"/>
                </a:ext>
              </a:extLst>
            </p:cNvPr>
            <p:cNvSpPr/>
            <p:nvPr/>
          </p:nvSpPr>
          <p:spPr>
            <a:xfrm>
              <a:off x="7688566" y="4260588"/>
              <a:ext cx="84793" cy="139507"/>
            </a:xfrm>
            <a:custGeom>
              <a:avLst/>
              <a:gdLst/>
              <a:ahLst/>
              <a:cxnLst/>
              <a:rect l="l" t="t" r="r" b="b"/>
              <a:pathLst>
                <a:path w="2103" h="3460" extrusionOk="0">
                  <a:moveTo>
                    <a:pt x="1201" y="0"/>
                  </a:moveTo>
                  <a:cubicBezTo>
                    <a:pt x="530" y="0"/>
                    <a:pt x="0" y="528"/>
                    <a:pt x="0" y="1186"/>
                  </a:cubicBezTo>
                  <a:lnTo>
                    <a:pt x="0" y="3459"/>
                  </a:lnTo>
                  <a:lnTo>
                    <a:pt x="902" y="3459"/>
                  </a:lnTo>
                  <a:cubicBezTo>
                    <a:pt x="1559" y="3459"/>
                    <a:pt x="2102" y="2930"/>
                    <a:pt x="2102" y="2272"/>
                  </a:cubicBezTo>
                  <a:lnTo>
                    <a:pt x="2102" y="0"/>
                  </a:lnTo>
                  <a:close/>
                </a:path>
              </a:pathLst>
            </a:custGeom>
            <a:solidFill>
              <a:srgbClr val="D875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8">
              <a:extLst>
                <a:ext uri="{FF2B5EF4-FFF2-40B4-BE49-F238E27FC236}">
                  <a16:creationId xmlns:a16="http://schemas.microsoft.com/office/drawing/2014/main" id="{FE01E33E-62FC-5931-F991-F968FC7AFA94}"/>
                </a:ext>
              </a:extLst>
            </p:cNvPr>
            <p:cNvSpPr/>
            <p:nvPr/>
          </p:nvSpPr>
          <p:spPr>
            <a:xfrm>
              <a:off x="7430405" y="4209866"/>
              <a:ext cx="186198" cy="240912"/>
            </a:xfrm>
            <a:custGeom>
              <a:avLst/>
              <a:gdLst/>
              <a:ahLst/>
              <a:cxnLst/>
              <a:rect l="l" t="t" r="r" b="b"/>
              <a:pathLst>
                <a:path w="4618" h="5975" extrusionOk="0">
                  <a:moveTo>
                    <a:pt x="0" y="0"/>
                  </a:moveTo>
                  <a:lnTo>
                    <a:pt x="0" y="3759"/>
                  </a:lnTo>
                  <a:cubicBezTo>
                    <a:pt x="0" y="4988"/>
                    <a:pt x="1001" y="5975"/>
                    <a:pt x="2230" y="5975"/>
                  </a:cubicBezTo>
                  <a:lnTo>
                    <a:pt x="4617" y="5975"/>
                  </a:lnTo>
                  <a:lnTo>
                    <a:pt x="4617" y="2230"/>
                  </a:lnTo>
                  <a:cubicBezTo>
                    <a:pt x="4617" y="1001"/>
                    <a:pt x="3617" y="0"/>
                    <a:pt x="2388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8">
              <a:extLst>
                <a:ext uri="{FF2B5EF4-FFF2-40B4-BE49-F238E27FC236}">
                  <a16:creationId xmlns:a16="http://schemas.microsoft.com/office/drawing/2014/main" id="{F8ECED26-73A8-F69B-20E4-23176ACEBE22}"/>
                </a:ext>
              </a:extLst>
            </p:cNvPr>
            <p:cNvSpPr/>
            <p:nvPr/>
          </p:nvSpPr>
          <p:spPr>
            <a:xfrm>
              <a:off x="7486327" y="4439241"/>
              <a:ext cx="118742" cy="117573"/>
            </a:xfrm>
            <a:custGeom>
              <a:avLst/>
              <a:gdLst/>
              <a:ahLst/>
              <a:cxnLst/>
              <a:rect l="l" t="t" r="r" b="b"/>
              <a:pathLst>
                <a:path w="2945" h="2916" extrusionOk="0">
                  <a:moveTo>
                    <a:pt x="1500" y="0"/>
                  </a:moveTo>
                  <a:cubicBezTo>
                    <a:pt x="715" y="0"/>
                    <a:pt x="57" y="629"/>
                    <a:pt x="29" y="1414"/>
                  </a:cubicBezTo>
                  <a:cubicBezTo>
                    <a:pt x="0" y="2244"/>
                    <a:pt x="658" y="2916"/>
                    <a:pt x="1487" y="2916"/>
                  </a:cubicBezTo>
                  <a:cubicBezTo>
                    <a:pt x="2287" y="2916"/>
                    <a:pt x="2945" y="2272"/>
                    <a:pt x="2945" y="1458"/>
                  </a:cubicBezTo>
                  <a:lnTo>
                    <a:pt x="2945" y="0"/>
                  </a:ln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8">
              <a:extLst>
                <a:ext uri="{FF2B5EF4-FFF2-40B4-BE49-F238E27FC236}">
                  <a16:creationId xmlns:a16="http://schemas.microsoft.com/office/drawing/2014/main" id="{18F450F1-942B-932C-0A25-E7683E8407AF}"/>
                </a:ext>
              </a:extLst>
            </p:cNvPr>
            <p:cNvSpPr/>
            <p:nvPr/>
          </p:nvSpPr>
          <p:spPr>
            <a:xfrm>
              <a:off x="7475320" y="4427710"/>
              <a:ext cx="140112" cy="175231"/>
            </a:xfrm>
            <a:custGeom>
              <a:avLst/>
              <a:gdLst/>
              <a:ahLst/>
              <a:cxnLst/>
              <a:rect l="l" t="t" r="r" b="b"/>
              <a:pathLst>
                <a:path w="3475" h="4346" extrusionOk="0">
                  <a:moveTo>
                    <a:pt x="2932" y="572"/>
                  </a:moveTo>
                  <a:lnTo>
                    <a:pt x="2932" y="1744"/>
                  </a:lnTo>
                  <a:cubicBezTo>
                    <a:pt x="2932" y="2398"/>
                    <a:pt x="2402" y="2917"/>
                    <a:pt x="1754" y="2917"/>
                  </a:cubicBezTo>
                  <a:cubicBezTo>
                    <a:pt x="1737" y="2917"/>
                    <a:pt x="1720" y="2917"/>
                    <a:pt x="1702" y="2916"/>
                  </a:cubicBezTo>
                  <a:cubicBezTo>
                    <a:pt x="1102" y="2887"/>
                    <a:pt x="616" y="2401"/>
                    <a:pt x="588" y="1801"/>
                  </a:cubicBezTo>
                  <a:cubicBezTo>
                    <a:pt x="559" y="1129"/>
                    <a:pt x="1087" y="572"/>
                    <a:pt x="1760" y="572"/>
                  </a:cubicBezTo>
                  <a:close/>
                  <a:moveTo>
                    <a:pt x="1773" y="0"/>
                  </a:moveTo>
                  <a:cubicBezTo>
                    <a:pt x="801" y="0"/>
                    <a:pt x="1" y="801"/>
                    <a:pt x="16" y="1758"/>
                  </a:cubicBezTo>
                  <a:cubicBezTo>
                    <a:pt x="16" y="2615"/>
                    <a:pt x="645" y="3330"/>
                    <a:pt x="1459" y="3459"/>
                  </a:cubicBezTo>
                  <a:lnTo>
                    <a:pt x="1459" y="4345"/>
                  </a:lnTo>
                  <a:lnTo>
                    <a:pt x="2031" y="4345"/>
                  </a:lnTo>
                  <a:lnTo>
                    <a:pt x="2031" y="3459"/>
                  </a:lnTo>
                  <a:cubicBezTo>
                    <a:pt x="2846" y="3330"/>
                    <a:pt x="3475" y="2615"/>
                    <a:pt x="3475" y="1744"/>
                  </a:cubicBezTo>
                  <a:lnTo>
                    <a:pt x="3475" y="0"/>
                  </a:ln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8">
              <a:extLst>
                <a:ext uri="{FF2B5EF4-FFF2-40B4-BE49-F238E27FC236}">
                  <a16:creationId xmlns:a16="http://schemas.microsoft.com/office/drawing/2014/main" id="{AB0A03A6-A9ED-49D6-51BF-9D535B207E01}"/>
                </a:ext>
              </a:extLst>
            </p:cNvPr>
            <p:cNvSpPr/>
            <p:nvPr/>
          </p:nvSpPr>
          <p:spPr>
            <a:xfrm>
              <a:off x="7481085" y="4260588"/>
              <a:ext cx="84793" cy="139507"/>
            </a:xfrm>
            <a:custGeom>
              <a:avLst/>
              <a:gdLst/>
              <a:ahLst/>
              <a:cxnLst/>
              <a:rect l="l" t="t" r="r" b="b"/>
              <a:pathLst>
                <a:path w="2103" h="3460" extrusionOk="0">
                  <a:moveTo>
                    <a:pt x="1" y="0"/>
                  </a:moveTo>
                  <a:lnTo>
                    <a:pt x="1" y="2272"/>
                  </a:lnTo>
                  <a:cubicBezTo>
                    <a:pt x="1" y="2930"/>
                    <a:pt x="530" y="3459"/>
                    <a:pt x="1201" y="3459"/>
                  </a:cubicBezTo>
                  <a:lnTo>
                    <a:pt x="2103" y="3459"/>
                  </a:lnTo>
                  <a:lnTo>
                    <a:pt x="2103" y="1186"/>
                  </a:lnTo>
                  <a:cubicBezTo>
                    <a:pt x="2103" y="528"/>
                    <a:pt x="1559" y="0"/>
                    <a:pt x="902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8">
              <a:extLst>
                <a:ext uri="{FF2B5EF4-FFF2-40B4-BE49-F238E27FC236}">
                  <a16:creationId xmlns:a16="http://schemas.microsoft.com/office/drawing/2014/main" id="{39DCDF79-D364-BAE6-C8A6-73B7BB7C87FB}"/>
                </a:ext>
              </a:extLst>
            </p:cNvPr>
            <p:cNvSpPr/>
            <p:nvPr/>
          </p:nvSpPr>
          <p:spPr>
            <a:xfrm>
              <a:off x="7688002" y="4477826"/>
              <a:ext cx="40925" cy="40360"/>
            </a:xfrm>
            <a:custGeom>
              <a:avLst/>
              <a:gdLst/>
              <a:ahLst/>
              <a:cxnLst/>
              <a:rect l="l" t="t" r="r" b="b"/>
              <a:pathLst>
                <a:path w="1015" h="1001" extrusionOk="0">
                  <a:moveTo>
                    <a:pt x="500" y="0"/>
                  </a:moveTo>
                  <a:cubicBezTo>
                    <a:pt x="229" y="0"/>
                    <a:pt x="1" y="229"/>
                    <a:pt x="1" y="501"/>
                  </a:cubicBezTo>
                  <a:cubicBezTo>
                    <a:pt x="1" y="772"/>
                    <a:pt x="229" y="1001"/>
                    <a:pt x="500" y="1001"/>
                  </a:cubicBezTo>
                  <a:cubicBezTo>
                    <a:pt x="786" y="1001"/>
                    <a:pt x="1015" y="772"/>
                    <a:pt x="1015" y="501"/>
                  </a:cubicBezTo>
                  <a:cubicBezTo>
                    <a:pt x="1015" y="229"/>
                    <a:pt x="786" y="0"/>
                    <a:pt x="500" y="0"/>
                  </a:cubicBezTo>
                  <a:close/>
                </a:path>
              </a:pathLst>
            </a:custGeom>
            <a:solidFill>
              <a:srgbClr val="FF7C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8">
              <a:extLst>
                <a:ext uri="{FF2B5EF4-FFF2-40B4-BE49-F238E27FC236}">
                  <a16:creationId xmlns:a16="http://schemas.microsoft.com/office/drawing/2014/main" id="{110D0328-1929-3649-2835-9FEE4F5DD4BF}"/>
                </a:ext>
              </a:extLst>
            </p:cNvPr>
            <p:cNvSpPr/>
            <p:nvPr/>
          </p:nvSpPr>
          <p:spPr>
            <a:xfrm>
              <a:off x="7525517" y="4477826"/>
              <a:ext cx="40360" cy="40360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500" y="0"/>
                  </a:moveTo>
                  <a:cubicBezTo>
                    <a:pt x="229" y="0"/>
                    <a:pt x="0" y="229"/>
                    <a:pt x="0" y="501"/>
                  </a:cubicBezTo>
                  <a:cubicBezTo>
                    <a:pt x="0" y="772"/>
                    <a:pt x="229" y="1001"/>
                    <a:pt x="500" y="1001"/>
                  </a:cubicBezTo>
                  <a:cubicBezTo>
                    <a:pt x="786" y="1001"/>
                    <a:pt x="1001" y="772"/>
                    <a:pt x="1001" y="501"/>
                  </a:cubicBezTo>
                  <a:cubicBezTo>
                    <a:pt x="1001" y="229"/>
                    <a:pt x="786" y="0"/>
                    <a:pt x="500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8">
              <a:extLst>
                <a:ext uri="{FF2B5EF4-FFF2-40B4-BE49-F238E27FC236}">
                  <a16:creationId xmlns:a16="http://schemas.microsoft.com/office/drawing/2014/main" id="{089B8D41-8F29-4B99-ECDA-627933B1AD7B}"/>
                </a:ext>
              </a:extLst>
            </p:cNvPr>
            <p:cNvSpPr/>
            <p:nvPr/>
          </p:nvSpPr>
          <p:spPr>
            <a:xfrm>
              <a:off x="7603856" y="4293689"/>
              <a:ext cx="45562" cy="222204"/>
            </a:xfrm>
            <a:custGeom>
              <a:avLst/>
              <a:gdLst/>
              <a:ahLst/>
              <a:cxnLst/>
              <a:rect l="l" t="t" r="r" b="b"/>
              <a:pathLst>
                <a:path w="1130" h="5511" extrusionOk="0">
                  <a:moveTo>
                    <a:pt x="567" y="0"/>
                  </a:moveTo>
                  <a:cubicBezTo>
                    <a:pt x="536" y="0"/>
                    <a:pt x="504" y="3"/>
                    <a:pt x="472" y="8"/>
                  </a:cubicBezTo>
                  <a:cubicBezTo>
                    <a:pt x="201" y="50"/>
                    <a:pt x="1" y="294"/>
                    <a:pt x="1" y="580"/>
                  </a:cubicBezTo>
                  <a:lnTo>
                    <a:pt x="1" y="4954"/>
                  </a:lnTo>
                  <a:cubicBezTo>
                    <a:pt x="1" y="5253"/>
                    <a:pt x="258" y="5510"/>
                    <a:pt x="573" y="5510"/>
                  </a:cubicBezTo>
                  <a:cubicBezTo>
                    <a:pt x="872" y="5510"/>
                    <a:pt x="1130" y="5253"/>
                    <a:pt x="1130" y="4954"/>
                  </a:cubicBezTo>
                  <a:lnTo>
                    <a:pt x="1130" y="565"/>
                  </a:lnTo>
                  <a:cubicBezTo>
                    <a:pt x="1130" y="253"/>
                    <a:pt x="882" y="0"/>
                    <a:pt x="567" y="0"/>
                  </a:cubicBezTo>
                  <a:close/>
                </a:path>
              </a:pathLst>
            </a:custGeom>
            <a:solidFill>
              <a:srgbClr val="FFCC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8">
              <a:extLst>
                <a:ext uri="{FF2B5EF4-FFF2-40B4-BE49-F238E27FC236}">
                  <a16:creationId xmlns:a16="http://schemas.microsoft.com/office/drawing/2014/main" id="{C7596EF3-A45C-2C9B-46F3-A9479D89EF2E}"/>
                </a:ext>
              </a:extLst>
            </p:cNvPr>
            <p:cNvSpPr/>
            <p:nvPr/>
          </p:nvSpPr>
          <p:spPr>
            <a:xfrm>
              <a:off x="7688566" y="4260588"/>
              <a:ext cx="84793" cy="139507"/>
            </a:xfrm>
            <a:custGeom>
              <a:avLst/>
              <a:gdLst/>
              <a:ahLst/>
              <a:cxnLst/>
              <a:rect l="l" t="t" r="r" b="b"/>
              <a:pathLst>
                <a:path w="2103" h="3460" extrusionOk="0">
                  <a:moveTo>
                    <a:pt x="1201" y="0"/>
                  </a:moveTo>
                  <a:cubicBezTo>
                    <a:pt x="530" y="0"/>
                    <a:pt x="0" y="528"/>
                    <a:pt x="0" y="1186"/>
                  </a:cubicBezTo>
                  <a:lnTo>
                    <a:pt x="0" y="3459"/>
                  </a:lnTo>
                  <a:lnTo>
                    <a:pt x="902" y="3459"/>
                  </a:lnTo>
                  <a:cubicBezTo>
                    <a:pt x="1559" y="3459"/>
                    <a:pt x="2102" y="2930"/>
                    <a:pt x="2102" y="2272"/>
                  </a:cubicBezTo>
                  <a:lnTo>
                    <a:pt x="2102" y="0"/>
                  </a:ln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8">
              <a:extLst>
                <a:ext uri="{FF2B5EF4-FFF2-40B4-BE49-F238E27FC236}">
                  <a16:creationId xmlns:a16="http://schemas.microsoft.com/office/drawing/2014/main" id="{2A4008EB-6955-2146-F58E-8CAB8738B125}"/>
                </a:ext>
              </a:extLst>
            </p:cNvPr>
            <p:cNvSpPr/>
            <p:nvPr/>
          </p:nvSpPr>
          <p:spPr>
            <a:xfrm>
              <a:off x="7688002" y="4477826"/>
              <a:ext cx="40925" cy="40360"/>
            </a:xfrm>
            <a:custGeom>
              <a:avLst/>
              <a:gdLst/>
              <a:ahLst/>
              <a:cxnLst/>
              <a:rect l="l" t="t" r="r" b="b"/>
              <a:pathLst>
                <a:path w="1015" h="1001" extrusionOk="0">
                  <a:moveTo>
                    <a:pt x="500" y="0"/>
                  </a:moveTo>
                  <a:cubicBezTo>
                    <a:pt x="229" y="0"/>
                    <a:pt x="1" y="229"/>
                    <a:pt x="1" y="501"/>
                  </a:cubicBezTo>
                  <a:cubicBezTo>
                    <a:pt x="1" y="772"/>
                    <a:pt x="229" y="1001"/>
                    <a:pt x="500" y="1001"/>
                  </a:cubicBezTo>
                  <a:cubicBezTo>
                    <a:pt x="786" y="1001"/>
                    <a:pt x="1015" y="772"/>
                    <a:pt x="1015" y="501"/>
                  </a:cubicBezTo>
                  <a:cubicBezTo>
                    <a:pt x="1015" y="229"/>
                    <a:pt x="786" y="0"/>
                    <a:pt x="500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67669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7">
          <a:extLst>
            <a:ext uri="{FF2B5EF4-FFF2-40B4-BE49-F238E27FC236}">
              <a16:creationId xmlns:a16="http://schemas.microsoft.com/office/drawing/2014/main" id="{1E9BA9B0-385B-3D84-ADB1-78721240F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42">
            <a:extLst>
              <a:ext uri="{FF2B5EF4-FFF2-40B4-BE49-F238E27FC236}">
                <a16:creationId xmlns:a16="http://schemas.microsoft.com/office/drawing/2014/main" id="{63AA26A0-5416-02A6-2A39-90CBFB813747}"/>
              </a:ext>
            </a:extLst>
          </p:cNvPr>
          <p:cNvSpPr/>
          <p:nvPr/>
        </p:nvSpPr>
        <p:spPr>
          <a:xfrm>
            <a:off x="4898827" y="2561150"/>
            <a:ext cx="2623758" cy="841737"/>
          </a:xfrm>
          <a:custGeom>
            <a:avLst/>
            <a:gdLst/>
            <a:ahLst/>
            <a:cxnLst/>
            <a:rect l="l" t="t" r="r" b="b"/>
            <a:pathLst>
              <a:path w="241821" h="61195" extrusionOk="0">
                <a:moveTo>
                  <a:pt x="237970" y="8681"/>
                </a:moveTo>
                <a:lnTo>
                  <a:pt x="229202" y="0"/>
                </a:lnTo>
                <a:lnTo>
                  <a:pt x="145615" y="868"/>
                </a:lnTo>
                <a:lnTo>
                  <a:pt x="68607" y="1900"/>
                </a:lnTo>
                <a:lnTo>
                  <a:pt x="7083" y="2550"/>
                </a:lnTo>
                <a:lnTo>
                  <a:pt x="280" y="12233"/>
                </a:lnTo>
                <a:lnTo>
                  <a:pt x="0" y="38579"/>
                </a:lnTo>
                <a:lnTo>
                  <a:pt x="3920" y="52526"/>
                </a:lnTo>
                <a:lnTo>
                  <a:pt x="13883" y="59779"/>
                </a:lnTo>
                <a:lnTo>
                  <a:pt x="79248" y="59760"/>
                </a:lnTo>
                <a:lnTo>
                  <a:pt x="151776" y="59242"/>
                </a:lnTo>
                <a:lnTo>
                  <a:pt x="230782" y="61195"/>
                </a:lnTo>
                <a:lnTo>
                  <a:pt x="238996" y="51620"/>
                </a:lnTo>
                <a:lnTo>
                  <a:pt x="241821" y="24929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5400000" algn="bl" rotWithShape="0">
              <a:srgbClr val="9A80C1">
                <a:alpha val="8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29" name="Google Shape;1029;p42">
            <a:extLst>
              <a:ext uri="{FF2B5EF4-FFF2-40B4-BE49-F238E27FC236}">
                <a16:creationId xmlns:a16="http://schemas.microsoft.com/office/drawing/2014/main" id="{F3594302-90C9-9FE3-C9BE-CFFC8B50AA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34175" y="2720150"/>
            <a:ext cx="2955000" cy="46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Technicals</a:t>
            </a:r>
            <a:endParaRPr dirty="0"/>
          </a:p>
        </p:txBody>
      </p:sp>
      <p:sp>
        <p:nvSpPr>
          <p:cNvPr id="1030" name="Google Shape;1030;p42">
            <a:extLst>
              <a:ext uri="{FF2B5EF4-FFF2-40B4-BE49-F238E27FC236}">
                <a16:creationId xmlns:a16="http://schemas.microsoft.com/office/drawing/2014/main" id="{F24F6510-37AD-4C69-737C-28349D2EBF6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734186" y="540000"/>
            <a:ext cx="2955000" cy="19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031" name="Google Shape;1031;p42">
            <a:extLst>
              <a:ext uri="{FF2B5EF4-FFF2-40B4-BE49-F238E27FC236}">
                <a16:creationId xmlns:a16="http://schemas.microsoft.com/office/drawing/2014/main" id="{7058162E-D70D-D80B-B554-73A7AD50BA6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865050" y="3726475"/>
            <a:ext cx="2691300" cy="46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/>
              <a:t>The "How"</a:t>
            </a:r>
            <a:endParaRPr dirty="0"/>
          </a:p>
        </p:txBody>
      </p:sp>
      <p:grpSp>
        <p:nvGrpSpPr>
          <p:cNvPr id="1032" name="Google Shape;1032;p42">
            <a:extLst>
              <a:ext uri="{FF2B5EF4-FFF2-40B4-BE49-F238E27FC236}">
                <a16:creationId xmlns:a16="http://schemas.microsoft.com/office/drawing/2014/main" id="{056A385A-FFB1-B80F-1B45-6A162C99E7FE}"/>
              </a:ext>
            </a:extLst>
          </p:cNvPr>
          <p:cNvGrpSpPr/>
          <p:nvPr/>
        </p:nvGrpSpPr>
        <p:grpSpPr>
          <a:xfrm>
            <a:off x="1338593" y="1678171"/>
            <a:ext cx="2926862" cy="3410599"/>
            <a:chOff x="6185050" y="3191500"/>
            <a:chExt cx="682650" cy="795475"/>
          </a:xfrm>
        </p:grpSpPr>
        <p:sp>
          <p:nvSpPr>
            <p:cNvPr id="1033" name="Google Shape;1033;p42">
              <a:extLst>
                <a:ext uri="{FF2B5EF4-FFF2-40B4-BE49-F238E27FC236}">
                  <a16:creationId xmlns:a16="http://schemas.microsoft.com/office/drawing/2014/main" id="{56C94FD8-9FFD-D012-3CEF-794D8960AAB3}"/>
                </a:ext>
              </a:extLst>
            </p:cNvPr>
            <p:cNvSpPr/>
            <p:nvPr/>
          </p:nvSpPr>
          <p:spPr>
            <a:xfrm>
              <a:off x="6688100" y="3402525"/>
              <a:ext cx="105175" cy="211475"/>
            </a:xfrm>
            <a:custGeom>
              <a:avLst/>
              <a:gdLst/>
              <a:ahLst/>
              <a:cxnLst/>
              <a:rect l="l" t="t" r="r" b="b"/>
              <a:pathLst>
                <a:path w="4207" h="8459" extrusionOk="0">
                  <a:moveTo>
                    <a:pt x="736" y="1"/>
                  </a:moveTo>
                  <a:cubicBezTo>
                    <a:pt x="1" y="1"/>
                    <a:pt x="554" y="3047"/>
                    <a:pt x="585" y="3427"/>
                  </a:cubicBezTo>
                  <a:cubicBezTo>
                    <a:pt x="629" y="4138"/>
                    <a:pt x="563" y="4849"/>
                    <a:pt x="607" y="5560"/>
                  </a:cubicBezTo>
                  <a:cubicBezTo>
                    <a:pt x="629" y="5871"/>
                    <a:pt x="674" y="6182"/>
                    <a:pt x="796" y="6470"/>
                  </a:cubicBezTo>
                  <a:cubicBezTo>
                    <a:pt x="985" y="6882"/>
                    <a:pt x="1330" y="7193"/>
                    <a:pt x="1685" y="7470"/>
                  </a:cubicBezTo>
                  <a:cubicBezTo>
                    <a:pt x="2196" y="7848"/>
                    <a:pt x="2752" y="8171"/>
                    <a:pt x="3340" y="8415"/>
                  </a:cubicBezTo>
                  <a:cubicBezTo>
                    <a:pt x="3384" y="8437"/>
                    <a:pt x="3437" y="8458"/>
                    <a:pt x="3487" y="8458"/>
                  </a:cubicBezTo>
                  <a:cubicBezTo>
                    <a:pt x="3514" y="8458"/>
                    <a:pt x="3539" y="8452"/>
                    <a:pt x="3562" y="8437"/>
                  </a:cubicBezTo>
                  <a:cubicBezTo>
                    <a:pt x="3607" y="8415"/>
                    <a:pt x="3640" y="8370"/>
                    <a:pt x="3663" y="8315"/>
                  </a:cubicBezTo>
                  <a:cubicBezTo>
                    <a:pt x="4029" y="7581"/>
                    <a:pt x="4206" y="6693"/>
                    <a:pt x="3863" y="5949"/>
                  </a:cubicBezTo>
                  <a:cubicBezTo>
                    <a:pt x="3673" y="5549"/>
                    <a:pt x="3352" y="5226"/>
                    <a:pt x="3096" y="4871"/>
                  </a:cubicBezTo>
                  <a:cubicBezTo>
                    <a:pt x="2707" y="4338"/>
                    <a:pt x="2473" y="3715"/>
                    <a:pt x="2263" y="3093"/>
                  </a:cubicBezTo>
                  <a:cubicBezTo>
                    <a:pt x="2074" y="2549"/>
                    <a:pt x="1918" y="1982"/>
                    <a:pt x="1696" y="1449"/>
                  </a:cubicBezTo>
                  <a:cubicBezTo>
                    <a:pt x="1563" y="1105"/>
                    <a:pt x="1241" y="172"/>
                    <a:pt x="863" y="27"/>
                  </a:cubicBezTo>
                  <a:cubicBezTo>
                    <a:pt x="817" y="9"/>
                    <a:pt x="774" y="1"/>
                    <a:pt x="736" y="1"/>
                  </a:cubicBezTo>
                  <a:close/>
                </a:path>
              </a:pathLst>
            </a:custGeom>
            <a:solidFill>
              <a:srgbClr val="633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2">
              <a:extLst>
                <a:ext uri="{FF2B5EF4-FFF2-40B4-BE49-F238E27FC236}">
                  <a16:creationId xmlns:a16="http://schemas.microsoft.com/office/drawing/2014/main" id="{BDDD2A04-D3E4-1037-28F8-8B461C05AF6A}"/>
                </a:ext>
              </a:extLst>
            </p:cNvPr>
            <p:cNvSpPr/>
            <p:nvPr/>
          </p:nvSpPr>
          <p:spPr>
            <a:xfrm>
              <a:off x="6699125" y="3841050"/>
              <a:ext cx="168575" cy="95825"/>
            </a:xfrm>
            <a:custGeom>
              <a:avLst/>
              <a:gdLst/>
              <a:ahLst/>
              <a:cxnLst/>
              <a:rect l="l" t="t" r="r" b="b"/>
              <a:pathLst>
                <a:path w="6743" h="3833" extrusionOk="0">
                  <a:moveTo>
                    <a:pt x="145" y="1"/>
                  </a:moveTo>
                  <a:cubicBezTo>
                    <a:pt x="88" y="1"/>
                    <a:pt x="38" y="5"/>
                    <a:pt x="0" y="16"/>
                  </a:cubicBezTo>
                  <a:cubicBezTo>
                    <a:pt x="211" y="894"/>
                    <a:pt x="555" y="2360"/>
                    <a:pt x="766" y="3227"/>
                  </a:cubicBezTo>
                  <a:cubicBezTo>
                    <a:pt x="800" y="3393"/>
                    <a:pt x="844" y="3560"/>
                    <a:pt x="966" y="3682"/>
                  </a:cubicBezTo>
                  <a:cubicBezTo>
                    <a:pt x="1079" y="3795"/>
                    <a:pt x="1232" y="3833"/>
                    <a:pt x="1391" y="3833"/>
                  </a:cubicBezTo>
                  <a:cubicBezTo>
                    <a:pt x="1498" y="3833"/>
                    <a:pt x="1608" y="3816"/>
                    <a:pt x="1711" y="3793"/>
                  </a:cubicBezTo>
                  <a:cubicBezTo>
                    <a:pt x="2266" y="3682"/>
                    <a:pt x="2799" y="3482"/>
                    <a:pt x="3288" y="3193"/>
                  </a:cubicBezTo>
                  <a:cubicBezTo>
                    <a:pt x="3621" y="2993"/>
                    <a:pt x="3943" y="2760"/>
                    <a:pt x="4310" y="2627"/>
                  </a:cubicBezTo>
                  <a:cubicBezTo>
                    <a:pt x="4460" y="2577"/>
                    <a:pt x="4621" y="2547"/>
                    <a:pt x="4779" y="2547"/>
                  </a:cubicBezTo>
                  <a:cubicBezTo>
                    <a:pt x="5007" y="2547"/>
                    <a:pt x="5228" y="2609"/>
                    <a:pt x="5399" y="2760"/>
                  </a:cubicBezTo>
                  <a:cubicBezTo>
                    <a:pt x="5498" y="2838"/>
                    <a:pt x="5587" y="2960"/>
                    <a:pt x="5698" y="3015"/>
                  </a:cubicBezTo>
                  <a:cubicBezTo>
                    <a:pt x="5739" y="3040"/>
                    <a:pt x="5789" y="3052"/>
                    <a:pt x="5838" y="3052"/>
                  </a:cubicBezTo>
                  <a:cubicBezTo>
                    <a:pt x="5924" y="3052"/>
                    <a:pt x="6008" y="3015"/>
                    <a:pt x="6043" y="2938"/>
                  </a:cubicBezTo>
                  <a:cubicBezTo>
                    <a:pt x="6088" y="2838"/>
                    <a:pt x="6043" y="2727"/>
                    <a:pt x="5987" y="2638"/>
                  </a:cubicBezTo>
                  <a:cubicBezTo>
                    <a:pt x="5809" y="2327"/>
                    <a:pt x="5554" y="2072"/>
                    <a:pt x="5243" y="1894"/>
                  </a:cubicBezTo>
                  <a:lnTo>
                    <a:pt x="5243" y="1894"/>
                  </a:lnTo>
                  <a:cubicBezTo>
                    <a:pt x="5565" y="2060"/>
                    <a:pt x="5888" y="2227"/>
                    <a:pt x="6199" y="2393"/>
                  </a:cubicBezTo>
                  <a:cubicBezTo>
                    <a:pt x="6240" y="2414"/>
                    <a:pt x="6289" y="2434"/>
                    <a:pt x="6331" y="2434"/>
                  </a:cubicBezTo>
                  <a:cubicBezTo>
                    <a:pt x="6358" y="2434"/>
                    <a:pt x="6381" y="2426"/>
                    <a:pt x="6399" y="2405"/>
                  </a:cubicBezTo>
                  <a:cubicBezTo>
                    <a:pt x="6432" y="2360"/>
                    <a:pt x="6421" y="2294"/>
                    <a:pt x="6409" y="2249"/>
                  </a:cubicBezTo>
                  <a:cubicBezTo>
                    <a:pt x="6298" y="1905"/>
                    <a:pt x="6043" y="1627"/>
                    <a:pt x="5721" y="1494"/>
                  </a:cubicBezTo>
                  <a:lnTo>
                    <a:pt x="5721" y="1494"/>
                  </a:lnTo>
                  <a:cubicBezTo>
                    <a:pt x="5977" y="1594"/>
                    <a:pt x="6243" y="1694"/>
                    <a:pt x="6510" y="1793"/>
                  </a:cubicBezTo>
                  <a:cubicBezTo>
                    <a:pt x="6533" y="1802"/>
                    <a:pt x="6557" y="1809"/>
                    <a:pt x="6580" y="1809"/>
                  </a:cubicBezTo>
                  <a:cubicBezTo>
                    <a:pt x="6590" y="1809"/>
                    <a:pt x="6600" y="1808"/>
                    <a:pt x="6609" y="1805"/>
                  </a:cubicBezTo>
                  <a:cubicBezTo>
                    <a:pt x="6720" y="1793"/>
                    <a:pt x="6743" y="1638"/>
                    <a:pt x="6720" y="1527"/>
                  </a:cubicBezTo>
                  <a:cubicBezTo>
                    <a:pt x="6609" y="1083"/>
                    <a:pt x="6199" y="805"/>
                    <a:pt x="5765" y="739"/>
                  </a:cubicBezTo>
                  <a:cubicBezTo>
                    <a:pt x="5687" y="728"/>
                    <a:pt x="5609" y="724"/>
                    <a:pt x="5530" y="724"/>
                  </a:cubicBezTo>
                  <a:cubicBezTo>
                    <a:pt x="5183" y="724"/>
                    <a:pt x="4832" y="814"/>
                    <a:pt x="4488" y="905"/>
                  </a:cubicBezTo>
                  <a:cubicBezTo>
                    <a:pt x="3799" y="1083"/>
                    <a:pt x="3121" y="1260"/>
                    <a:pt x="2432" y="1438"/>
                  </a:cubicBezTo>
                  <a:cubicBezTo>
                    <a:pt x="2334" y="1468"/>
                    <a:pt x="2224" y="1491"/>
                    <a:pt x="2121" y="1491"/>
                  </a:cubicBezTo>
                  <a:cubicBezTo>
                    <a:pt x="1992" y="1491"/>
                    <a:pt x="1874" y="1454"/>
                    <a:pt x="1800" y="1349"/>
                  </a:cubicBezTo>
                  <a:cubicBezTo>
                    <a:pt x="1744" y="1282"/>
                    <a:pt x="1733" y="1194"/>
                    <a:pt x="1711" y="1116"/>
                  </a:cubicBezTo>
                  <a:cubicBezTo>
                    <a:pt x="1644" y="783"/>
                    <a:pt x="1666" y="349"/>
                    <a:pt x="1366" y="260"/>
                  </a:cubicBezTo>
                  <a:cubicBezTo>
                    <a:pt x="1146" y="184"/>
                    <a:pt x="497" y="1"/>
                    <a:pt x="145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2">
              <a:extLst>
                <a:ext uri="{FF2B5EF4-FFF2-40B4-BE49-F238E27FC236}">
                  <a16:creationId xmlns:a16="http://schemas.microsoft.com/office/drawing/2014/main" id="{BFAB59AC-9EBF-44B5-9838-DDA1B77FED2A}"/>
                </a:ext>
              </a:extLst>
            </p:cNvPr>
            <p:cNvSpPr/>
            <p:nvPr/>
          </p:nvSpPr>
          <p:spPr>
            <a:xfrm>
              <a:off x="6742150" y="3869500"/>
              <a:ext cx="1700" cy="5025"/>
            </a:xfrm>
            <a:custGeom>
              <a:avLst/>
              <a:gdLst/>
              <a:ahLst/>
              <a:cxnLst/>
              <a:rect l="l" t="t" r="r" b="b"/>
              <a:pathLst>
                <a:path w="68" h="201" extrusionOk="0">
                  <a:moveTo>
                    <a:pt x="0" y="1"/>
                  </a:moveTo>
                  <a:cubicBezTo>
                    <a:pt x="12" y="67"/>
                    <a:pt x="23" y="145"/>
                    <a:pt x="67" y="200"/>
                  </a:cubicBezTo>
                  <a:cubicBezTo>
                    <a:pt x="34" y="145"/>
                    <a:pt x="12" y="67"/>
                    <a:pt x="0" y="1"/>
                  </a:cubicBezTo>
                  <a:close/>
                </a:path>
              </a:pathLst>
            </a:custGeom>
            <a:solidFill>
              <a:srgbClr val="D9BB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2">
              <a:extLst>
                <a:ext uri="{FF2B5EF4-FFF2-40B4-BE49-F238E27FC236}">
                  <a16:creationId xmlns:a16="http://schemas.microsoft.com/office/drawing/2014/main" id="{5EE79D5F-86C6-1D0C-F183-4C3B8C0BC40F}"/>
                </a:ext>
              </a:extLst>
            </p:cNvPr>
            <p:cNvSpPr/>
            <p:nvPr/>
          </p:nvSpPr>
          <p:spPr>
            <a:xfrm>
              <a:off x="6699125" y="3841175"/>
              <a:ext cx="44725" cy="36125"/>
            </a:xfrm>
            <a:custGeom>
              <a:avLst/>
              <a:gdLst/>
              <a:ahLst/>
              <a:cxnLst/>
              <a:rect l="l" t="t" r="r" b="b"/>
              <a:pathLst>
                <a:path w="1789" h="1445" extrusionOk="0">
                  <a:moveTo>
                    <a:pt x="144" y="0"/>
                  </a:moveTo>
                  <a:cubicBezTo>
                    <a:pt x="89" y="0"/>
                    <a:pt x="44" y="0"/>
                    <a:pt x="0" y="11"/>
                  </a:cubicBezTo>
                  <a:cubicBezTo>
                    <a:pt x="100" y="411"/>
                    <a:pt x="222" y="922"/>
                    <a:pt x="344" y="1445"/>
                  </a:cubicBezTo>
                  <a:cubicBezTo>
                    <a:pt x="411" y="1311"/>
                    <a:pt x="477" y="1166"/>
                    <a:pt x="544" y="1011"/>
                  </a:cubicBezTo>
                  <a:cubicBezTo>
                    <a:pt x="566" y="956"/>
                    <a:pt x="622" y="922"/>
                    <a:pt x="667" y="922"/>
                  </a:cubicBezTo>
                  <a:cubicBezTo>
                    <a:pt x="699" y="922"/>
                    <a:pt x="733" y="934"/>
                    <a:pt x="755" y="966"/>
                  </a:cubicBezTo>
                  <a:cubicBezTo>
                    <a:pt x="1010" y="1233"/>
                    <a:pt x="1266" y="1400"/>
                    <a:pt x="1511" y="1400"/>
                  </a:cubicBezTo>
                  <a:cubicBezTo>
                    <a:pt x="1600" y="1400"/>
                    <a:pt x="1699" y="1378"/>
                    <a:pt x="1788" y="1333"/>
                  </a:cubicBezTo>
                  <a:cubicBezTo>
                    <a:pt x="1744" y="1277"/>
                    <a:pt x="1733" y="1200"/>
                    <a:pt x="1721" y="1133"/>
                  </a:cubicBezTo>
                  <a:cubicBezTo>
                    <a:pt x="1721" y="1122"/>
                    <a:pt x="1711" y="1111"/>
                    <a:pt x="1711" y="1111"/>
                  </a:cubicBezTo>
                  <a:cubicBezTo>
                    <a:pt x="1655" y="833"/>
                    <a:pt x="1666" y="478"/>
                    <a:pt x="1489" y="322"/>
                  </a:cubicBezTo>
                  <a:cubicBezTo>
                    <a:pt x="1455" y="289"/>
                    <a:pt x="1410" y="267"/>
                    <a:pt x="1366" y="255"/>
                  </a:cubicBezTo>
                  <a:cubicBezTo>
                    <a:pt x="1155" y="178"/>
                    <a:pt x="499" y="0"/>
                    <a:pt x="144" y="0"/>
                  </a:cubicBezTo>
                  <a:close/>
                </a:path>
              </a:pathLst>
            </a:custGeom>
            <a:solidFill>
              <a:srgbClr val="CD85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2">
              <a:extLst>
                <a:ext uri="{FF2B5EF4-FFF2-40B4-BE49-F238E27FC236}">
                  <a16:creationId xmlns:a16="http://schemas.microsoft.com/office/drawing/2014/main" id="{23DCD2A8-B29D-EA5B-5196-314846F61F7F}"/>
                </a:ext>
              </a:extLst>
            </p:cNvPr>
            <p:cNvSpPr/>
            <p:nvPr/>
          </p:nvSpPr>
          <p:spPr>
            <a:xfrm>
              <a:off x="6646050" y="3716175"/>
              <a:ext cx="125850" cy="149925"/>
            </a:xfrm>
            <a:custGeom>
              <a:avLst/>
              <a:gdLst/>
              <a:ahLst/>
              <a:cxnLst/>
              <a:rect l="l" t="t" r="r" b="b"/>
              <a:pathLst>
                <a:path w="5034" h="5997" extrusionOk="0">
                  <a:moveTo>
                    <a:pt x="3687" y="0"/>
                  </a:moveTo>
                  <a:cubicBezTo>
                    <a:pt x="3622" y="0"/>
                    <a:pt x="2221" y="1713"/>
                    <a:pt x="2123" y="1745"/>
                  </a:cubicBezTo>
                  <a:cubicBezTo>
                    <a:pt x="1845" y="1834"/>
                    <a:pt x="1600" y="1957"/>
                    <a:pt x="1301" y="1989"/>
                  </a:cubicBezTo>
                  <a:cubicBezTo>
                    <a:pt x="634" y="2078"/>
                    <a:pt x="168" y="2245"/>
                    <a:pt x="201" y="3045"/>
                  </a:cubicBezTo>
                  <a:cubicBezTo>
                    <a:pt x="212" y="3401"/>
                    <a:pt x="346" y="3745"/>
                    <a:pt x="467" y="4078"/>
                  </a:cubicBezTo>
                  <a:cubicBezTo>
                    <a:pt x="334" y="3967"/>
                    <a:pt x="168" y="3900"/>
                    <a:pt x="1" y="3890"/>
                  </a:cubicBezTo>
                  <a:lnTo>
                    <a:pt x="1" y="3890"/>
                  </a:lnTo>
                  <a:cubicBezTo>
                    <a:pt x="245" y="4312"/>
                    <a:pt x="556" y="4700"/>
                    <a:pt x="912" y="5045"/>
                  </a:cubicBezTo>
                  <a:cubicBezTo>
                    <a:pt x="712" y="4934"/>
                    <a:pt x="501" y="4856"/>
                    <a:pt x="279" y="4811"/>
                  </a:cubicBezTo>
                  <a:lnTo>
                    <a:pt x="279" y="4811"/>
                  </a:lnTo>
                  <a:cubicBezTo>
                    <a:pt x="490" y="5189"/>
                    <a:pt x="801" y="5522"/>
                    <a:pt x="1168" y="5756"/>
                  </a:cubicBezTo>
                  <a:cubicBezTo>
                    <a:pt x="1374" y="5890"/>
                    <a:pt x="1625" y="5996"/>
                    <a:pt x="1872" y="5996"/>
                  </a:cubicBezTo>
                  <a:cubicBezTo>
                    <a:pt x="1930" y="5996"/>
                    <a:pt x="1988" y="5991"/>
                    <a:pt x="2045" y="5978"/>
                  </a:cubicBezTo>
                  <a:cubicBezTo>
                    <a:pt x="2356" y="5922"/>
                    <a:pt x="2622" y="5611"/>
                    <a:pt x="2545" y="5311"/>
                  </a:cubicBezTo>
                  <a:lnTo>
                    <a:pt x="2545" y="5311"/>
                  </a:lnTo>
                  <a:cubicBezTo>
                    <a:pt x="2725" y="5466"/>
                    <a:pt x="2958" y="5561"/>
                    <a:pt x="3188" y="5561"/>
                  </a:cubicBezTo>
                  <a:cubicBezTo>
                    <a:pt x="3271" y="5561"/>
                    <a:pt x="3354" y="5549"/>
                    <a:pt x="3434" y="5522"/>
                  </a:cubicBezTo>
                  <a:cubicBezTo>
                    <a:pt x="3656" y="5445"/>
                    <a:pt x="3834" y="5223"/>
                    <a:pt x="3856" y="4989"/>
                  </a:cubicBezTo>
                  <a:cubicBezTo>
                    <a:pt x="3867" y="4912"/>
                    <a:pt x="3856" y="4833"/>
                    <a:pt x="3834" y="4767"/>
                  </a:cubicBezTo>
                  <a:lnTo>
                    <a:pt x="3834" y="4767"/>
                  </a:lnTo>
                  <a:cubicBezTo>
                    <a:pt x="3918" y="4905"/>
                    <a:pt x="4081" y="4984"/>
                    <a:pt x="4244" y="4984"/>
                  </a:cubicBezTo>
                  <a:cubicBezTo>
                    <a:pt x="4317" y="4984"/>
                    <a:pt x="4390" y="4968"/>
                    <a:pt x="4456" y="4934"/>
                  </a:cubicBezTo>
                  <a:cubicBezTo>
                    <a:pt x="5034" y="4633"/>
                    <a:pt x="4444" y="3756"/>
                    <a:pt x="4278" y="3379"/>
                  </a:cubicBezTo>
                  <a:cubicBezTo>
                    <a:pt x="4000" y="2723"/>
                    <a:pt x="3967" y="656"/>
                    <a:pt x="3689" y="1"/>
                  </a:cubicBezTo>
                  <a:cubicBezTo>
                    <a:pt x="3689" y="1"/>
                    <a:pt x="3688" y="0"/>
                    <a:pt x="3687" y="0"/>
                  </a:cubicBezTo>
                  <a:close/>
                </a:path>
              </a:pathLst>
            </a:custGeom>
            <a:solidFill>
              <a:srgbClr val="804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2">
              <a:extLst>
                <a:ext uri="{FF2B5EF4-FFF2-40B4-BE49-F238E27FC236}">
                  <a16:creationId xmlns:a16="http://schemas.microsoft.com/office/drawing/2014/main" id="{26EB6ED0-E9DA-9A29-4D76-883085E67B7F}"/>
                </a:ext>
              </a:extLst>
            </p:cNvPr>
            <p:cNvSpPr/>
            <p:nvPr/>
          </p:nvSpPr>
          <p:spPr>
            <a:xfrm>
              <a:off x="6668575" y="3821725"/>
              <a:ext cx="62500" cy="36975"/>
            </a:xfrm>
            <a:custGeom>
              <a:avLst/>
              <a:gdLst/>
              <a:ahLst/>
              <a:cxnLst/>
              <a:rect l="l" t="t" r="r" b="b"/>
              <a:pathLst>
                <a:path w="2500" h="1479" extrusionOk="0">
                  <a:moveTo>
                    <a:pt x="1444" y="112"/>
                  </a:moveTo>
                  <a:cubicBezTo>
                    <a:pt x="1511" y="156"/>
                    <a:pt x="1555" y="234"/>
                    <a:pt x="1566" y="312"/>
                  </a:cubicBezTo>
                  <a:lnTo>
                    <a:pt x="1566" y="456"/>
                  </a:lnTo>
                  <a:cubicBezTo>
                    <a:pt x="1511" y="345"/>
                    <a:pt x="1477" y="234"/>
                    <a:pt x="1444" y="112"/>
                  </a:cubicBezTo>
                  <a:close/>
                  <a:moveTo>
                    <a:pt x="1355" y="1"/>
                  </a:moveTo>
                  <a:lnTo>
                    <a:pt x="1366" y="56"/>
                  </a:lnTo>
                  <a:cubicBezTo>
                    <a:pt x="1388" y="245"/>
                    <a:pt x="1455" y="423"/>
                    <a:pt x="1544" y="578"/>
                  </a:cubicBezTo>
                  <a:cubicBezTo>
                    <a:pt x="1544" y="601"/>
                    <a:pt x="1544" y="623"/>
                    <a:pt x="1533" y="645"/>
                  </a:cubicBezTo>
                  <a:cubicBezTo>
                    <a:pt x="1511" y="745"/>
                    <a:pt x="1489" y="856"/>
                    <a:pt x="1433" y="945"/>
                  </a:cubicBezTo>
                  <a:cubicBezTo>
                    <a:pt x="1394" y="1002"/>
                    <a:pt x="1314" y="1060"/>
                    <a:pt x="1236" y="1060"/>
                  </a:cubicBezTo>
                  <a:cubicBezTo>
                    <a:pt x="1224" y="1060"/>
                    <a:pt x="1212" y="1059"/>
                    <a:pt x="1200" y="1056"/>
                  </a:cubicBezTo>
                  <a:cubicBezTo>
                    <a:pt x="1155" y="1045"/>
                    <a:pt x="1122" y="1011"/>
                    <a:pt x="1089" y="978"/>
                  </a:cubicBezTo>
                  <a:cubicBezTo>
                    <a:pt x="1089" y="889"/>
                    <a:pt x="1055" y="811"/>
                    <a:pt x="1022" y="734"/>
                  </a:cubicBezTo>
                  <a:lnTo>
                    <a:pt x="922" y="578"/>
                  </a:lnTo>
                  <a:lnTo>
                    <a:pt x="944" y="756"/>
                  </a:lnTo>
                  <a:cubicBezTo>
                    <a:pt x="955" y="856"/>
                    <a:pt x="988" y="934"/>
                    <a:pt x="1022" y="1001"/>
                  </a:cubicBezTo>
                  <a:cubicBezTo>
                    <a:pt x="1022" y="1078"/>
                    <a:pt x="1010" y="1156"/>
                    <a:pt x="978" y="1223"/>
                  </a:cubicBezTo>
                  <a:cubicBezTo>
                    <a:pt x="924" y="1330"/>
                    <a:pt x="804" y="1402"/>
                    <a:pt x="696" y="1402"/>
                  </a:cubicBezTo>
                  <a:cubicBezTo>
                    <a:pt x="671" y="1402"/>
                    <a:pt x="646" y="1397"/>
                    <a:pt x="622" y="1389"/>
                  </a:cubicBezTo>
                  <a:cubicBezTo>
                    <a:pt x="499" y="1356"/>
                    <a:pt x="422" y="1223"/>
                    <a:pt x="366" y="1122"/>
                  </a:cubicBezTo>
                  <a:cubicBezTo>
                    <a:pt x="211" y="833"/>
                    <a:pt x="111" y="500"/>
                    <a:pt x="67" y="167"/>
                  </a:cubicBezTo>
                  <a:lnTo>
                    <a:pt x="0" y="167"/>
                  </a:lnTo>
                  <a:cubicBezTo>
                    <a:pt x="33" y="512"/>
                    <a:pt x="133" y="856"/>
                    <a:pt x="300" y="1156"/>
                  </a:cubicBezTo>
                  <a:cubicBezTo>
                    <a:pt x="356" y="1278"/>
                    <a:pt x="444" y="1423"/>
                    <a:pt x="600" y="1467"/>
                  </a:cubicBezTo>
                  <a:lnTo>
                    <a:pt x="611" y="1467"/>
                  </a:lnTo>
                  <a:cubicBezTo>
                    <a:pt x="639" y="1475"/>
                    <a:pt x="669" y="1479"/>
                    <a:pt x="698" y="1479"/>
                  </a:cubicBezTo>
                  <a:cubicBezTo>
                    <a:pt x="839" y="1479"/>
                    <a:pt x="980" y="1394"/>
                    <a:pt x="1044" y="1256"/>
                  </a:cubicBezTo>
                  <a:cubicBezTo>
                    <a:pt x="1066" y="1201"/>
                    <a:pt x="1089" y="1145"/>
                    <a:pt x="1089" y="1089"/>
                  </a:cubicBezTo>
                  <a:cubicBezTo>
                    <a:pt x="1122" y="1112"/>
                    <a:pt x="1144" y="1122"/>
                    <a:pt x="1178" y="1134"/>
                  </a:cubicBezTo>
                  <a:cubicBezTo>
                    <a:pt x="1195" y="1139"/>
                    <a:pt x="1213" y="1141"/>
                    <a:pt x="1231" y="1141"/>
                  </a:cubicBezTo>
                  <a:cubicBezTo>
                    <a:pt x="1337" y="1141"/>
                    <a:pt x="1442" y="1065"/>
                    <a:pt x="1499" y="989"/>
                  </a:cubicBezTo>
                  <a:cubicBezTo>
                    <a:pt x="1555" y="889"/>
                    <a:pt x="1588" y="778"/>
                    <a:pt x="1610" y="678"/>
                  </a:cubicBezTo>
                  <a:cubicBezTo>
                    <a:pt x="1800" y="967"/>
                    <a:pt x="2088" y="1189"/>
                    <a:pt x="2422" y="1289"/>
                  </a:cubicBezTo>
                  <a:lnTo>
                    <a:pt x="2466" y="1300"/>
                  </a:lnTo>
                  <a:lnTo>
                    <a:pt x="2499" y="767"/>
                  </a:lnTo>
                  <a:lnTo>
                    <a:pt x="2422" y="767"/>
                  </a:lnTo>
                  <a:lnTo>
                    <a:pt x="2400" y="1201"/>
                  </a:lnTo>
                  <a:cubicBezTo>
                    <a:pt x="2077" y="1089"/>
                    <a:pt x="1800" y="867"/>
                    <a:pt x="1622" y="567"/>
                  </a:cubicBezTo>
                  <a:cubicBezTo>
                    <a:pt x="1644" y="478"/>
                    <a:pt x="1655" y="389"/>
                    <a:pt x="1633" y="300"/>
                  </a:cubicBezTo>
                  <a:cubicBezTo>
                    <a:pt x="1622" y="179"/>
                    <a:pt x="1544" y="45"/>
                    <a:pt x="1410" y="11"/>
                  </a:cubicBezTo>
                  <a:lnTo>
                    <a:pt x="1355" y="1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2">
              <a:extLst>
                <a:ext uri="{FF2B5EF4-FFF2-40B4-BE49-F238E27FC236}">
                  <a16:creationId xmlns:a16="http://schemas.microsoft.com/office/drawing/2014/main" id="{05F8BB4F-5A5B-8D7D-769C-074A30AB451C}"/>
                </a:ext>
              </a:extLst>
            </p:cNvPr>
            <p:cNvSpPr/>
            <p:nvPr/>
          </p:nvSpPr>
          <p:spPr>
            <a:xfrm>
              <a:off x="6856575" y="3870775"/>
              <a:ext cx="10025" cy="13450"/>
            </a:xfrm>
            <a:custGeom>
              <a:avLst/>
              <a:gdLst/>
              <a:ahLst/>
              <a:cxnLst/>
              <a:rect l="l" t="t" r="r" b="b"/>
              <a:pathLst>
                <a:path w="401" h="538" extrusionOk="0">
                  <a:moveTo>
                    <a:pt x="305" y="1"/>
                  </a:moveTo>
                  <a:cubicBezTo>
                    <a:pt x="286" y="1"/>
                    <a:pt x="260" y="15"/>
                    <a:pt x="222" y="49"/>
                  </a:cubicBezTo>
                  <a:cubicBezTo>
                    <a:pt x="145" y="127"/>
                    <a:pt x="67" y="216"/>
                    <a:pt x="0" y="316"/>
                  </a:cubicBezTo>
                  <a:cubicBezTo>
                    <a:pt x="101" y="416"/>
                    <a:pt x="212" y="493"/>
                    <a:pt x="345" y="538"/>
                  </a:cubicBezTo>
                  <a:lnTo>
                    <a:pt x="378" y="538"/>
                  </a:lnTo>
                  <a:cubicBezTo>
                    <a:pt x="390" y="527"/>
                    <a:pt x="400" y="505"/>
                    <a:pt x="390" y="483"/>
                  </a:cubicBezTo>
                  <a:lnTo>
                    <a:pt x="356" y="149"/>
                  </a:lnTo>
                  <a:cubicBezTo>
                    <a:pt x="348" y="73"/>
                    <a:pt x="346" y="1"/>
                    <a:pt x="305" y="1"/>
                  </a:cubicBezTo>
                  <a:close/>
                </a:path>
              </a:pathLst>
            </a:custGeom>
            <a:solidFill>
              <a:srgbClr val="F7AD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2">
              <a:extLst>
                <a:ext uri="{FF2B5EF4-FFF2-40B4-BE49-F238E27FC236}">
                  <a16:creationId xmlns:a16="http://schemas.microsoft.com/office/drawing/2014/main" id="{655FA393-0FF6-6D09-5C53-1EF8C015E15E}"/>
                </a:ext>
              </a:extLst>
            </p:cNvPr>
            <p:cNvSpPr/>
            <p:nvPr/>
          </p:nvSpPr>
          <p:spPr>
            <a:xfrm>
              <a:off x="6850200" y="3888525"/>
              <a:ext cx="8350" cy="9875"/>
            </a:xfrm>
            <a:custGeom>
              <a:avLst/>
              <a:gdLst/>
              <a:ahLst/>
              <a:cxnLst/>
              <a:rect l="l" t="t" r="r" b="b"/>
              <a:pathLst>
                <a:path w="334" h="395" extrusionOk="0">
                  <a:moveTo>
                    <a:pt x="183" y="0"/>
                  </a:moveTo>
                  <a:cubicBezTo>
                    <a:pt x="169" y="0"/>
                    <a:pt x="150" y="15"/>
                    <a:pt x="122" y="50"/>
                  </a:cubicBezTo>
                  <a:cubicBezTo>
                    <a:pt x="78" y="128"/>
                    <a:pt x="33" y="206"/>
                    <a:pt x="0" y="284"/>
                  </a:cubicBezTo>
                  <a:cubicBezTo>
                    <a:pt x="89" y="350"/>
                    <a:pt x="189" y="383"/>
                    <a:pt x="300" y="395"/>
                  </a:cubicBezTo>
                  <a:lnTo>
                    <a:pt x="322" y="395"/>
                  </a:lnTo>
                  <a:cubicBezTo>
                    <a:pt x="333" y="383"/>
                    <a:pt x="333" y="361"/>
                    <a:pt x="322" y="350"/>
                  </a:cubicBezTo>
                  <a:cubicBezTo>
                    <a:pt x="300" y="272"/>
                    <a:pt x="267" y="183"/>
                    <a:pt x="233" y="106"/>
                  </a:cubicBezTo>
                  <a:cubicBezTo>
                    <a:pt x="219" y="49"/>
                    <a:pt x="209" y="0"/>
                    <a:pt x="183" y="0"/>
                  </a:cubicBezTo>
                  <a:close/>
                </a:path>
              </a:pathLst>
            </a:custGeom>
            <a:solidFill>
              <a:srgbClr val="F7AD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2">
              <a:extLst>
                <a:ext uri="{FF2B5EF4-FFF2-40B4-BE49-F238E27FC236}">
                  <a16:creationId xmlns:a16="http://schemas.microsoft.com/office/drawing/2014/main" id="{6FC18727-E3BE-8E8E-2F9E-97397FBD34AA}"/>
                </a:ext>
              </a:extLst>
            </p:cNvPr>
            <p:cNvSpPr/>
            <p:nvPr/>
          </p:nvSpPr>
          <p:spPr>
            <a:xfrm>
              <a:off x="6839350" y="3904300"/>
              <a:ext cx="9750" cy="11600"/>
            </a:xfrm>
            <a:custGeom>
              <a:avLst/>
              <a:gdLst/>
              <a:ahLst/>
              <a:cxnLst/>
              <a:rect l="l" t="t" r="r" b="b"/>
              <a:pathLst>
                <a:path w="390" h="464" extrusionOk="0">
                  <a:moveTo>
                    <a:pt x="212" y="1"/>
                  </a:moveTo>
                  <a:cubicBezTo>
                    <a:pt x="196" y="1"/>
                    <a:pt x="175" y="16"/>
                    <a:pt x="145" y="53"/>
                  </a:cubicBezTo>
                  <a:cubicBezTo>
                    <a:pt x="89" y="142"/>
                    <a:pt x="45" y="230"/>
                    <a:pt x="1" y="330"/>
                  </a:cubicBezTo>
                  <a:cubicBezTo>
                    <a:pt x="101" y="408"/>
                    <a:pt x="223" y="453"/>
                    <a:pt x="345" y="463"/>
                  </a:cubicBezTo>
                  <a:cubicBezTo>
                    <a:pt x="356" y="463"/>
                    <a:pt x="368" y="463"/>
                    <a:pt x="368" y="453"/>
                  </a:cubicBezTo>
                  <a:cubicBezTo>
                    <a:pt x="390" y="453"/>
                    <a:pt x="378" y="419"/>
                    <a:pt x="378" y="408"/>
                  </a:cubicBezTo>
                  <a:cubicBezTo>
                    <a:pt x="345" y="308"/>
                    <a:pt x="312" y="219"/>
                    <a:pt x="279" y="119"/>
                  </a:cubicBezTo>
                  <a:cubicBezTo>
                    <a:pt x="256" y="60"/>
                    <a:pt x="244" y="1"/>
                    <a:pt x="212" y="1"/>
                  </a:cubicBezTo>
                  <a:close/>
                </a:path>
              </a:pathLst>
            </a:custGeom>
            <a:solidFill>
              <a:srgbClr val="F7AD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2">
              <a:extLst>
                <a:ext uri="{FF2B5EF4-FFF2-40B4-BE49-F238E27FC236}">
                  <a16:creationId xmlns:a16="http://schemas.microsoft.com/office/drawing/2014/main" id="{058A8D03-4A6B-0A70-42FF-FE36AC663CBA}"/>
                </a:ext>
              </a:extLst>
            </p:cNvPr>
            <p:cNvSpPr/>
            <p:nvPr/>
          </p:nvSpPr>
          <p:spPr>
            <a:xfrm>
              <a:off x="6408875" y="3332475"/>
              <a:ext cx="339400" cy="457925"/>
            </a:xfrm>
            <a:custGeom>
              <a:avLst/>
              <a:gdLst/>
              <a:ahLst/>
              <a:cxnLst/>
              <a:rect l="l" t="t" r="r" b="b"/>
              <a:pathLst>
                <a:path w="13576" h="18317" extrusionOk="0">
                  <a:moveTo>
                    <a:pt x="7202" y="1"/>
                  </a:moveTo>
                  <a:cubicBezTo>
                    <a:pt x="6600" y="1"/>
                    <a:pt x="6004" y="100"/>
                    <a:pt x="5434" y="363"/>
                  </a:cubicBezTo>
                  <a:cubicBezTo>
                    <a:pt x="4567" y="763"/>
                    <a:pt x="3834" y="1397"/>
                    <a:pt x="3190" y="2108"/>
                  </a:cubicBezTo>
                  <a:cubicBezTo>
                    <a:pt x="1645" y="3829"/>
                    <a:pt x="612" y="6051"/>
                    <a:pt x="534" y="8362"/>
                  </a:cubicBezTo>
                  <a:cubicBezTo>
                    <a:pt x="534" y="8551"/>
                    <a:pt x="534" y="8761"/>
                    <a:pt x="634" y="8929"/>
                  </a:cubicBezTo>
                  <a:lnTo>
                    <a:pt x="1001" y="8561"/>
                  </a:lnTo>
                  <a:lnTo>
                    <a:pt x="1001" y="8561"/>
                  </a:lnTo>
                  <a:cubicBezTo>
                    <a:pt x="368" y="10017"/>
                    <a:pt x="1" y="11617"/>
                    <a:pt x="123" y="13205"/>
                  </a:cubicBezTo>
                  <a:cubicBezTo>
                    <a:pt x="190" y="13983"/>
                    <a:pt x="379" y="14760"/>
                    <a:pt x="679" y="15471"/>
                  </a:cubicBezTo>
                  <a:cubicBezTo>
                    <a:pt x="956" y="16115"/>
                    <a:pt x="1401" y="16994"/>
                    <a:pt x="2000" y="17416"/>
                  </a:cubicBezTo>
                  <a:cubicBezTo>
                    <a:pt x="3036" y="18133"/>
                    <a:pt x="4422" y="18316"/>
                    <a:pt x="5701" y="18316"/>
                  </a:cubicBezTo>
                  <a:cubicBezTo>
                    <a:pt x="5985" y="18316"/>
                    <a:pt x="6264" y="18307"/>
                    <a:pt x="6533" y="18293"/>
                  </a:cubicBezTo>
                  <a:cubicBezTo>
                    <a:pt x="7133" y="18271"/>
                    <a:pt x="7722" y="18204"/>
                    <a:pt x="8310" y="18149"/>
                  </a:cubicBezTo>
                  <a:cubicBezTo>
                    <a:pt x="9221" y="18048"/>
                    <a:pt x="10132" y="17860"/>
                    <a:pt x="11032" y="17793"/>
                  </a:cubicBezTo>
                  <a:cubicBezTo>
                    <a:pt x="11854" y="17727"/>
                    <a:pt x="12632" y="17360"/>
                    <a:pt x="13020" y="16594"/>
                  </a:cubicBezTo>
                  <a:cubicBezTo>
                    <a:pt x="13308" y="16029"/>
                    <a:pt x="13340" y="15379"/>
                    <a:pt x="13323" y="14741"/>
                  </a:cubicBezTo>
                  <a:lnTo>
                    <a:pt x="13323" y="14741"/>
                  </a:lnTo>
                  <a:cubicBezTo>
                    <a:pt x="13332" y="14766"/>
                    <a:pt x="13342" y="14791"/>
                    <a:pt x="13354" y="14816"/>
                  </a:cubicBezTo>
                  <a:cubicBezTo>
                    <a:pt x="13432" y="14627"/>
                    <a:pt x="13454" y="14416"/>
                    <a:pt x="13465" y="14216"/>
                  </a:cubicBezTo>
                  <a:cubicBezTo>
                    <a:pt x="13576" y="11817"/>
                    <a:pt x="11887" y="9773"/>
                    <a:pt x="11821" y="7428"/>
                  </a:cubicBezTo>
                  <a:cubicBezTo>
                    <a:pt x="11810" y="7062"/>
                    <a:pt x="11832" y="6695"/>
                    <a:pt x="11910" y="6317"/>
                  </a:cubicBezTo>
                  <a:cubicBezTo>
                    <a:pt x="11976" y="5996"/>
                    <a:pt x="12087" y="5695"/>
                    <a:pt x="12143" y="5374"/>
                  </a:cubicBezTo>
                  <a:cubicBezTo>
                    <a:pt x="12354" y="4273"/>
                    <a:pt x="11998" y="3130"/>
                    <a:pt x="11443" y="2163"/>
                  </a:cubicBezTo>
                  <a:cubicBezTo>
                    <a:pt x="10865" y="1163"/>
                    <a:pt x="10110" y="474"/>
                    <a:pt x="8977" y="230"/>
                  </a:cubicBezTo>
                  <a:cubicBezTo>
                    <a:pt x="8392" y="98"/>
                    <a:pt x="7794" y="1"/>
                    <a:pt x="7202" y="1"/>
                  </a:cubicBezTo>
                  <a:close/>
                </a:path>
              </a:pathLst>
            </a:custGeom>
            <a:solidFill>
              <a:srgbClr val="774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2">
              <a:extLst>
                <a:ext uri="{FF2B5EF4-FFF2-40B4-BE49-F238E27FC236}">
                  <a16:creationId xmlns:a16="http://schemas.microsoft.com/office/drawing/2014/main" id="{803AC2D8-C9B3-1A3D-90CC-8278B8667451}"/>
                </a:ext>
              </a:extLst>
            </p:cNvPr>
            <p:cNvSpPr/>
            <p:nvPr/>
          </p:nvSpPr>
          <p:spPr>
            <a:xfrm>
              <a:off x="6425825" y="3546500"/>
              <a:ext cx="8075" cy="20575"/>
            </a:xfrm>
            <a:custGeom>
              <a:avLst/>
              <a:gdLst/>
              <a:ahLst/>
              <a:cxnLst/>
              <a:rect l="l" t="t" r="r" b="b"/>
              <a:pathLst>
                <a:path w="323" h="823" extrusionOk="0">
                  <a:moveTo>
                    <a:pt x="323" y="0"/>
                  </a:moveTo>
                  <a:cubicBezTo>
                    <a:pt x="134" y="178"/>
                    <a:pt x="68" y="511"/>
                    <a:pt x="1" y="823"/>
                  </a:cubicBezTo>
                  <a:cubicBezTo>
                    <a:pt x="100" y="545"/>
                    <a:pt x="201" y="267"/>
                    <a:pt x="323" y="0"/>
                  </a:cubicBezTo>
                  <a:close/>
                </a:path>
              </a:pathLst>
            </a:custGeom>
            <a:solidFill>
              <a:srgbClr val="CAB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2">
              <a:extLst>
                <a:ext uri="{FF2B5EF4-FFF2-40B4-BE49-F238E27FC236}">
                  <a16:creationId xmlns:a16="http://schemas.microsoft.com/office/drawing/2014/main" id="{74C3C7AC-79C7-BA44-C9AD-5A81413A8C01}"/>
                </a:ext>
              </a:extLst>
            </p:cNvPr>
            <p:cNvSpPr/>
            <p:nvPr/>
          </p:nvSpPr>
          <p:spPr>
            <a:xfrm>
              <a:off x="6399175" y="3409300"/>
              <a:ext cx="297450" cy="292750"/>
            </a:xfrm>
            <a:custGeom>
              <a:avLst/>
              <a:gdLst/>
              <a:ahLst/>
              <a:cxnLst/>
              <a:rect l="l" t="t" r="r" b="b"/>
              <a:pathLst>
                <a:path w="11898" h="11710" extrusionOk="0">
                  <a:moveTo>
                    <a:pt x="2800" y="1"/>
                  </a:moveTo>
                  <a:cubicBezTo>
                    <a:pt x="1744" y="1479"/>
                    <a:pt x="1055" y="3200"/>
                    <a:pt x="944" y="5000"/>
                  </a:cubicBezTo>
                  <a:lnTo>
                    <a:pt x="944" y="5011"/>
                  </a:lnTo>
                  <a:cubicBezTo>
                    <a:pt x="944" y="5011"/>
                    <a:pt x="944" y="5022"/>
                    <a:pt x="934" y="5022"/>
                  </a:cubicBezTo>
                  <a:lnTo>
                    <a:pt x="934" y="5056"/>
                  </a:lnTo>
                  <a:lnTo>
                    <a:pt x="934" y="5066"/>
                  </a:lnTo>
                  <a:lnTo>
                    <a:pt x="934" y="5078"/>
                  </a:lnTo>
                  <a:lnTo>
                    <a:pt x="934" y="5089"/>
                  </a:lnTo>
                  <a:lnTo>
                    <a:pt x="934" y="5100"/>
                  </a:lnTo>
                  <a:lnTo>
                    <a:pt x="934" y="5111"/>
                  </a:lnTo>
                  <a:lnTo>
                    <a:pt x="934" y="5122"/>
                  </a:lnTo>
                  <a:lnTo>
                    <a:pt x="934" y="5133"/>
                  </a:lnTo>
                  <a:lnTo>
                    <a:pt x="934" y="5145"/>
                  </a:lnTo>
                  <a:lnTo>
                    <a:pt x="934" y="5155"/>
                  </a:lnTo>
                  <a:lnTo>
                    <a:pt x="934" y="5167"/>
                  </a:lnTo>
                  <a:lnTo>
                    <a:pt x="934" y="5177"/>
                  </a:lnTo>
                  <a:lnTo>
                    <a:pt x="934" y="5189"/>
                  </a:lnTo>
                  <a:lnTo>
                    <a:pt x="934" y="5200"/>
                  </a:lnTo>
                  <a:lnTo>
                    <a:pt x="934" y="5211"/>
                  </a:lnTo>
                  <a:lnTo>
                    <a:pt x="934" y="5222"/>
                  </a:lnTo>
                  <a:lnTo>
                    <a:pt x="934" y="5233"/>
                  </a:lnTo>
                  <a:lnTo>
                    <a:pt x="934" y="5244"/>
                  </a:lnTo>
                  <a:lnTo>
                    <a:pt x="922" y="5244"/>
                  </a:lnTo>
                  <a:lnTo>
                    <a:pt x="922" y="5256"/>
                  </a:lnTo>
                  <a:lnTo>
                    <a:pt x="922" y="5266"/>
                  </a:lnTo>
                  <a:lnTo>
                    <a:pt x="922" y="5278"/>
                  </a:lnTo>
                  <a:lnTo>
                    <a:pt x="922" y="5289"/>
                  </a:lnTo>
                  <a:lnTo>
                    <a:pt x="922" y="5333"/>
                  </a:lnTo>
                  <a:cubicBezTo>
                    <a:pt x="922" y="5511"/>
                    <a:pt x="934" y="5700"/>
                    <a:pt x="1022" y="5856"/>
                  </a:cubicBezTo>
                  <a:lnTo>
                    <a:pt x="1389" y="5488"/>
                  </a:lnTo>
                  <a:lnTo>
                    <a:pt x="1389" y="5488"/>
                  </a:lnTo>
                  <a:cubicBezTo>
                    <a:pt x="1267" y="5755"/>
                    <a:pt x="1166" y="6033"/>
                    <a:pt x="1067" y="6311"/>
                  </a:cubicBezTo>
                  <a:cubicBezTo>
                    <a:pt x="1033" y="6466"/>
                    <a:pt x="1000" y="6622"/>
                    <a:pt x="967" y="6755"/>
                  </a:cubicBezTo>
                  <a:cubicBezTo>
                    <a:pt x="867" y="7066"/>
                    <a:pt x="0" y="9877"/>
                    <a:pt x="922" y="11709"/>
                  </a:cubicBezTo>
                  <a:cubicBezTo>
                    <a:pt x="1322" y="11398"/>
                    <a:pt x="1956" y="11043"/>
                    <a:pt x="2489" y="11043"/>
                  </a:cubicBezTo>
                  <a:cubicBezTo>
                    <a:pt x="2556" y="11043"/>
                    <a:pt x="2622" y="11054"/>
                    <a:pt x="2677" y="11065"/>
                  </a:cubicBezTo>
                  <a:cubicBezTo>
                    <a:pt x="2933" y="11110"/>
                    <a:pt x="3144" y="11143"/>
                    <a:pt x="3410" y="11143"/>
                  </a:cubicBezTo>
                  <a:lnTo>
                    <a:pt x="3489" y="11143"/>
                  </a:lnTo>
                  <a:cubicBezTo>
                    <a:pt x="3721" y="11143"/>
                    <a:pt x="3966" y="11154"/>
                    <a:pt x="4121" y="11343"/>
                  </a:cubicBezTo>
                  <a:cubicBezTo>
                    <a:pt x="4321" y="11565"/>
                    <a:pt x="4632" y="11643"/>
                    <a:pt x="4933" y="11643"/>
                  </a:cubicBezTo>
                  <a:cubicBezTo>
                    <a:pt x="4988" y="11643"/>
                    <a:pt x="5044" y="11643"/>
                    <a:pt x="5099" y="11632"/>
                  </a:cubicBezTo>
                  <a:cubicBezTo>
                    <a:pt x="5399" y="11598"/>
                    <a:pt x="5688" y="11499"/>
                    <a:pt x="5977" y="11432"/>
                  </a:cubicBezTo>
                  <a:cubicBezTo>
                    <a:pt x="6155" y="11388"/>
                    <a:pt x="6333" y="11365"/>
                    <a:pt x="6521" y="11365"/>
                  </a:cubicBezTo>
                  <a:cubicBezTo>
                    <a:pt x="6632" y="11365"/>
                    <a:pt x="6743" y="11376"/>
                    <a:pt x="6854" y="11398"/>
                  </a:cubicBezTo>
                  <a:cubicBezTo>
                    <a:pt x="7165" y="11465"/>
                    <a:pt x="7454" y="11588"/>
                    <a:pt x="7765" y="11632"/>
                  </a:cubicBezTo>
                  <a:cubicBezTo>
                    <a:pt x="7854" y="11643"/>
                    <a:pt x="7943" y="11654"/>
                    <a:pt x="8032" y="11654"/>
                  </a:cubicBezTo>
                  <a:cubicBezTo>
                    <a:pt x="8454" y="11654"/>
                    <a:pt x="8898" y="11521"/>
                    <a:pt x="9298" y="11410"/>
                  </a:cubicBezTo>
                  <a:cubicBezTo>
                    <a:pt x="9831" y="11243"/>
                    <a:pt x="10354" y="11032"/>
                    <a:pt x="10820" y="10732"/>
                  </a:cubicBezTo>
                  <a:cubicBezTo>
                    <a:pt x="11243" y="10455"/>
                    <a:pt x="11698" y="10065"/>
                    <a:pt x="11820" y="9554"/>
                  </a:cubicBezTo>
                  <a:cubicBezTo>
                    <a:pt x="11898" y="9233"/>
                    <a:pt x="11764" y="8977"/>
                    <a:pt x="11564" y="8732"/>
                  </a:cubicBezTo>
                  <a:cubicBezTo>
                    <a:pt x="11387" y="8510"/>
                    <a:pt x="11243" y="8299"/>
                    <a:pt x="11109" y="8044"/>
                  </a:cubicBezTo>
                  <a:cubicBezTo>
                    <a:pt x="10964" y="7777"/>
                    <a:pt x="10843" y="7500"/>
                    <a:pt x="10665" y="7266"/>
                  </a:cubicBezTo>
                  <a:cubicBezTo>
                    <a:pt x="10509" y="7044"/>
                    <a:pt x="10320" y="6944"/>
                    <a:pt x="10054" y="6900"/>
                  </a:cubicBezTo>
                  <a:cubicBezTo>
                    <a:pt x="9898" y="6878"/>
                    <a:pt x="9720" y="6866"/>
                    <a:pt x="9554" y="6866"/>
                  </a:cubicBezTo>
                  <a:cubicBezTo>
                    <a:pt x="9365" y="6866"/>
                    <a:pt x="9165" y="6878"/>
                    <a:pt x="8965" y="6888"/>
                  </a:cubicBezTo>
                  <a:cubicBezTo>
                    <a:pt x="8776" y="6900"/>
                    <a:pt x="8576" y="6922"/>
                    <a:pt x="8387" y="6922"/>
                  </a:cubicBezTo>
                  <a:lnTo>
                    <a:pt x="8377" y="6922"/>
                  </a:lnTo>
                  <a:cubicBezTo>
                    <a:pt x="7387" y="6922"/>
                    <a:pt x="6444" y="6355"/>
                    <a:pt x="5943" y="5500"/>
                  </a:cubicBezTo>
                  <a:cubicBezTo>
                    <a:pt x="5477" y="4711"/>
                    <a:pt x="5355" y="3778"/>
                    <a:pt x="5022" y="2945"/>
                  </a:cubicBezTo>
                  <a:cubicBezTo>
                    <a:pt x="4622" y="1945"/>
                    <a:pt x="3855" y="512"/>
                    <a:pt x="2800" y="1"/>
                  </a:cubicBezTo>
                  <a:close/>
                </a:path>
              </a:pathLst>
            </a:custGeom>
            <a:solidFill>
              <a:srgbClr val="6E3A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2">
              <a:extLst>
                <a:ext uri="{FF2B5EF4-FFF2-40B4-BE49-F238E27FC236}">
                  <a16:creationId xmlns:a16="http://schemas.microsoft.com/office/drawing/2014/main" id="{C582FA14-FC93-58CE-B79E-FB0BC5D8DB86}"/>
                </a:ext>
              </a:extLst>
            </p:cNvPr>
            <p:cNvSpPr/>
            <p:nvPr/>
          </p:nvSpPr>
          <p:spPr>
            <a:xfrm>
              <a:off x="6704375" y="3405425"/>
              <a:ext cx="14750" cy="35850"/>
            </a:xfrm>
            <a:custGeom>
              <a:avLst/>
              <a:gdLst/>
              <a:ahLst/>
              <a:cxnLst/>
              <a:rect l="l" t="t" r="r" b="b"/>
              <a:pathLst>
                <a:path w="590" h="1434" extrusionOk="0">
                  <a:moveTo>
                    <a:pt x="1" y="0"/>
                  </a:moveTo>
                  <a:cubicBezTo>
                    <a:pt x="190" y="467"/>
                    <a:pt x="323" y="945"/>
                    <a:pt x="368" y="1434"/>
                  </a:cubicBezTo>
                  <a:lnTo>
                    <a:pt x="590" y="1434"/>
                  </a:lnTo>
                  <a:cubicBezTo>
                    <a:pt x="512" y="1145"/>
                    <a:pt x="412" y="867"/>
                    <a:pt x="301" y="589"/>
                  </a:cubicBezTo>
                  <a:cubicBezTo>
                    <a:pt x="212" y="389"/>
                    <a:pt x="112" y="189"/>
                    <a:pt x="1" y="0"/>
                  </a:cubicBezTo>
                  <a:close/>
                </a:path>
              </a:pathLst>
            </a:custGeom>
            <a:solidFill>
              <a:srgbClr val="6131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2">
              <a:extLst>
                <a:ext uri="{FF2B5EF4-FFF2-40B4-BE49-F238E27FC236}">
                  <a16:creationId xmlns:a16="http://schemas.microsoft.com/office/drawing/2014/main" id="{C0D30763-3E71-D852-BA6F-C30EDF50CDA3}"/>
                </a:ext>
              </a:extLst>
            </p:cNvPr>
            <p:cNvSpPr/>
            <p:nvPr/>
          </p:nvSpPr>
          <p:spPr>
            <a:xfrm>
              <a:off x="6501075" y="3342950"/>
              <a:ext cx="212500" cy="162475"/>
            </a:xfrm>
            <a:custGeom>
              <a:avLst/>
              <a:gdLst/>
              <a:ahLst/>
              <a:cxnLst/>
              <a:rect l="l" t="t" r="r" b="b"/>
              <a:pathLst>
                <a:path w="8500" h="6499" extrusionOk="0">
                  <a:moveTo>
                    <a:pt x="3967" y="0"/>
                  </a:moveTo>
                  <a:cubicBezTo>
                    <a:pt x="3311" y="0"/>
                    <a:pt x="2790" y="222"/>
                    <a:pt x="2190" y="600"/>
                  </a:cubicBezTo>
                  <a:cubicBezTo>
                    <a:pt x="1201" y="1244"/>
                    <a:pt x="412" y="2210"/>
                    <a:pt x="1" y="3311"/>
                  </a:cubicBezTo>
                  <a:cubicBezTo>
                    <a:pt x="13" y="3432"/>
                    <a:pt x="35" y="3566"/>
                    <a:pt x="57" y="3688"/>
                  </a:cubicBezTo>
                  <a:cubicBezTo>
                    <a:pt x="134" y="4022"/>
                    <a:pt x="312" y="4277"/>
                    <a:pt x="579" y="4499"/>
                  </a:cubicBezTo>
                  <a:cubicBezTo>
                    <a:pt x="756" y="4632"/>
                    <a:pt x="845" y="4799"/>
                    <a:pt x="1012" y="4932"/>
                  </a:cubicBezTo>
                  <a:cubicBezTo>
                    <a:pt x="1146" y="5054"/>
                    <a:pt x="1323" y="5110"/>
                    <a:pt x="1445" y="5232"/>
                  </a:cubicBezTo>
                  <a:cubicBezTo>
                    <a:pt x="1546" y="5332"/>
                    <a:pt x="1612" y="5454"/>
                    <a:pt x="1679" y="5577"/>
                  </a:cubicBezTo>
                  <a:cubicBezTo>
                    <a:pt x="1978" y="6043"/>
                    <a:pt x="2479" y="6387"/>
                    <a:pt x="3023" y="6476"/>
                  </a:cubicBezTo>
                  <a:cubicBezTo>
                    <a:pt x="3134" y="6498"/>
                    <a:pt x="3245" y="6498"/>
                    <a:pt x="3345" y="6498"/>
                  </a:cubicBezTo>
                  <a:cubicBezTo>
                    <a:pt x="3800" y="6498"/>
                    <a:pt x="4245" y="6354"/>
                    <a:pt x="4589" y="6076"/>
                  </a:cubicBezTo>
                  <a:cubicBezTo>
                    <a:pt x="4733" y="5965"/>
                    <a:pt x="4867" y="5821"/>
                    <a:pt x="5044" y="5799"/>
                  </a:cubicBezTo>
                  <a:lnTo>
                    <a:pt x="5100" y="5799"/>
                  </a:lnTo>
                  <a:cubicBezTo>
                    <a:pt x="5178" y="5799"/>
                    <a:pt x="5256" y="5821"/>
                    <a:pt x="5333" y="5832"/>
                  </a:cubicBezTo>
                  <a:lnTo>
                    <a:pt x="5422" y="5832"/>
                  </a:lnTo>
                  <a:cubicBezTo>
                    <a:pt x="5834" y="5832"/>
                    <a:pt x="6200" y="5565"/>
                    <a:pt x="6500" y="5288"/>
                  </a:cubicBezTo>
                  <a:cubicBezTo>
                    <a:pt x="6833" y="4977"/>
                    <a:pt x="7133" y="4644"/>
                    <a:pt x="7488" y="4377"/>
                  </a:cubicBezTo>
                  <a:cubicBezTo>
                    <a:pt x="7777" y="4143"/>
                    <a:pt x="8133" y="3966"/>
                    <a:pt x="8500" y="3933"/>
                  </a:cubicBezTo>
                  <a:cubicBezTo>
                    <a:pt x="8455" y="3444"/>
                    <a:pt x="8322" y="2966"/>
                    <a:pt x="8133" y="2499"/>
                  </a:cubicBezTo>
                  <a:cubicBezTo>
                    <a:pt x="7799" y="1944"/>
                    <a:pt x="7377" y="1433"/>
                    <a:pt x="6888" y="1011"/>
                  </a:cubicBezTo>
                  <a:cubicBezTo>
                    <a:pt x="6177" y="411"/>
                    <a:pt x="5278" y="133"/>
                    <a:pt x="4367" y="22"/>
                  </a:cubicBezTo>
                  <a:cubicBezTo>
                    <a:pt x="4222" y="11"/>
                    <a:pt x="4089" y="0"/>
                    <a:pt x="3967" y="0"/>
                  </a:cubicBezTo>
                  <a:close/>
                </a:path>
              </a:pathLst>
            </a:custGeom>
            <a:solidFill>
              <a:srgbClr val="703C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2">
              <a:extLst>
                <a:ext uri="{FF2B5EF4-FFF2-40B4-BE49-F238E27FC236}">
                  <a16:creationId xmlns:a16="http://schemas.microsoft.com/office/drawing/2014/main" id="{6957D6A3-84AD-EFDB-AD45-9A1D2F111A26}"/>
                </a:ext>
              </a:extLst>
            </p:cNvPr>
            <p:cNvSpPr/>
            <p:nvPr/>
          </p:nvSpPr>
          <p:spPr>
            <a:xfrm>
              <a:off x="6631900" y="3662575"/>
              <a:ext cx="87500" cy="97800"/>
            </a:xfrm>
            <a:custGeom>
              <a:avLst/>
              <a:gdLst/>
              <a:ahLst/>
              <a:cxnLst/>
              <a:rect l="l" t="t" r="r" b="b"/>
              <a:pathLst>
                <a:path w="3500" h="3912" extrusionOk="0">
                  <a:moveTo>
                    <a:pt x="3400" y="1"/>
                  </a:moveTo>
                  <a:cubicBezTo>
                    <a:pt x="3378" y="13"/>
                    <a:pt x="3356" y="23"/>
                    <a:pt x="3333" y="23"/>
                  </a:cubicBezTo>
                  <a:cubicBezTo>
                    <a:pt x="3400" y="212"/>
                    <a:pt x="3411" y="401"/>
                    <a:pt x="3411" y="534"/>
                  </a:cubicBezTo>
                  <a:cubicBezTo>
                    <a:pt x="3422" y="1323"/>
                    <a:pt x="3055" y="2123"/>
                    <a:pt x="2455" y="2623"/>
                  </a:cubicBezTo>
                  <a:cubicBezTo>
                    <a:pt x="2422" y="2512"/>
                    <a:pt x="2400" y="2390"/>
                    <a:pt x="2400" y="2267"/>
                  </a:cubicBezTo>
                  <a:cubicBezTo>
                    <a:pt x="2411" y="2201"/>
                    <a:pt x="2411" y="2123"/>
                    <a:pt x="2400" y="2057"/>
                  </a:cubicBezTo>
                  <a:lnTo>
                    <a:pt x="2356" y="1701"/>
                  </a:lnTo>
                  <a:lnTo>
                    <a:pt x="2322" y="2057"/>
                  </a:lnTo>
                  <a:cubicBezTo>
                    <a:pt x="2322" y="2123"/>
                    <a:pt x="2311" y="2190"/>
                    <a:pt x="2322" y="2267"/>
                  </a:cubicBezTo>
                  <a:cubicBezTo>
                    <a:pt x="2267" y="2545"/>
                    <a:pt x="2067" y="2790"/>
                    <a:pt x="1878" y="2956"/>
                  </a:cubicBezTo>
                  <a:cubicBezTo>
                    <a:pt x="1455" y="3334"/>
                    <a:pt x="912" y="3600"/>
                    <a:pt x="356" y="3701"/>
                  </a:cubicBezTo>
                  <a:cubicBezTo>
                    <a:pt x="234" y="3723"/>
                    <a:pt x="67" y="3745"/>
                    <a:pt x="1" y="3878"/>
                  </a:cubicBezTo>
                  <a:lnTo>
                    <a:pt x="67" y="3911"/>
                  </a:lnTo>
                  <a:cubicBezTo>
                    <a:pt x="122" y="3812"/>
                    <a:pt x="256" y="3790"/>
                    <a:pt x="367" y="3767"/>
                  </a:cubicBezTo>
                  <a:cubicBezTo>
                    <a:pt x="944" y="3667"/>
                    <a:pt x="1500" y="3400"/>
                    <a:pt x="1922" y="3012"/>
                  </a:cubicBezTo>
                  <a:cubicBezTo>
                    <a:pt x="2078" y="2879"/>
                    <a:pt x="2245" y="2689"/>
                    <a:pt x="2344" y="2467"/>
                  </a:cubicBezTo>
                  <a:cubicBezTo>
                    <a:pt x="2356" y="2545"/>
                    <a:pt x="2378" y="2623"/>
                    <a:pt x="2400" y="2701"/>
                  </a:cubicBezTo>
                  <a:lnTo>
                    <a:pt x="2411" y="2756"/>
                  </a:lnTo>
                  <a:lnTo>
                    <a:pt x="2455" y="2723"/>
                  </a:lnTo>
                  <a:cubicBezTo>
                    <a:pt x="3111" y="2201"/>
                    <a:pt x="3500" y="1368"/>
                    <a:pt x="3489" y="534"/>
                  </a:cubicBezTo>
                  <a:cubicBezTo>
                    <a:pt x="3489" y="401"/>
                    <a:pt x="3467" y="201"/>
                    <a:pt x="3400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2">
              <a:extLst>
                <a:ext uri="{FF2B5EF4-FFF2-40B4-BE49-F238E27FC236}">
                  <a16:creationId xmlns:a16="http://schemas.microsoft.com/office/drawing/2014/main" id="{EEABD435-AC15-F964-72ED-1424F7CBEE2D}"/>
                </a:ext>
              </a:extLst>
            </p:cNvPr>
            <p:cNvSpPr/>
            <p:nvPr/>
          </p:nvSpPr>
          <p:spPr>
            <a:xfrm>
              <a:off x="6510525" y="3191500"/>
              <a:ext cx="249700" cy="288025"/>
            </a:xfrm>
            <a:custGeom>
              <a:avLst/>
              <a:gdLst/>
              <a:ahLst/>
              <a:cxnLst/>
              <a:rect l="l" t="t" r="r" b="b"/>
              <a:pathLst>
                <a:path w="9988" h="11521" extrusionOk="0">
                  <a:moveTo>
                    <a:pt x="4071" y="1"/>
                  </a:moveTo>
                  <a:cubicBezTo>
                    <a:pt x="3818" y="1"/>
                    <a:pt x="3568" y="30"/>
                    <a:pt x="3345" y="104"/>
                  </a:cubicBezTo>
                  <a:cubicBezTo>
                    <a:pt x="3178" y="148"/>
                    <a:pt x="3022" y="259"/>
                    <a:pt x="2911" y="393"/>
                  </a:cubicBezTo>
                  <a:cubicBezTo>
                    <a:pt x="2756" y="581"/>
                    <a:pt x="2701" y="837"/>
                    <a:pt x="2901" y="1070"/>
                  </a:cubicBezTo>
                  <a:cubicBezTo>
                    <a:pt x="2667" y="1114"/>
                    <a:pt x="2445" y="1215"/>
                    <a:pt x="2256" y="1370"/>
                  </a:cubicBezTo>
                  <a:cubicBezTo>
                    <a:pt x="2323" y="1470"/>
                    <a:pt x="2434" y="1559"/>
                    <a:pt x="2545" y="1592"/>
                  </a:cubicBezTo>
                  <a:cubicBezTo>
                    <a:pt x="1489" y="2148"/>
                    <a:pt x="745" y="3281"/>
                    <a:pt x="667" y="4481"/>
                  </a:cubicBezTo>
                  <a:cubicBezTo>
                    <a:pt x="657" y="4647"/>
                    <a:pt x="701" y="4780"/>
                    <a:pt x="845" y="4858"/>
                  </a:cubicBezTo>
                  <a:cubicBezTo>
                    <a:pt x="768" y="5069"/>
                    <a:pt x="146" y="7135"/>
                    <a:pt x="1" y="7135"/>
                  </a:cubicBezTo>
                  <a:lnTo>
                    <a:pt x="368" y="7135"/>
                  </a:lnTo>
                  <a:cubicBezTo>
                    <a:pt x="323" y="7824"/>
                    <a:pt x="279" y="8502"/>
                    <a:pt x="234" y="9179"/>
                  </a:cubicBezTo>
                  <a:cubicBezTo>
                    <a:pt x="212" y="9480"/>
                    <a:pt x="190" y="9801"/>
                    <a:pt x="334" y="10068"/>
                  </a:cubicBezTo>
                  <a:cubicBezTo>
                    <a:pt x="435" y="10278"/>
                    <a:pt x="662" y="10431"/>
                    <a:pt x="882" y="10431"/>
                  </a:cubicBezTo>
                  <a:cubicBezTo>
                    <a:pt x="953" y="10431"/>
                    <a:pt x="1024" y="10415"/>
                    <a:pt x="1089" y="10379"/>
                  </a:cubicBezTo>
                  <a:cubicBezTo>
                    <a:pt x="1248" y="11074"/>
                    <a:pt x="1993" y="11521"/>
                    <a:pt x="2713" y="11521"/>
                  </a:cubicBezTo>
                  <a:cubicBezTo>
                    <a:pt x="2798" y="11521"/>
                    <a:pt x="2883" y="11514"/>
                    <a:pt x="2967" y="11501"/>
                  </a:cubicBezTo>
                  <a:cubicBezTo>
                    <a:pt x="3755" y="11368"/>
                    <a:pt x="4422" y="10791"/>
                    <a:pt x="4844" y="10102"/>
                  </a:cubicBezTo>
                  <a:lnTo>
                    <a:pt x="4844" y="10102"/>
                  </a:lnTo>
                  <a:cubicBezTo>
                    <a:pt x="4767" y="10324"/>
                    <a:pt x="4977" y="10557"/>
                    <a:pt x="5211" y="10579"/>
                  </a:cubicBezTo>
                  <a:cubicBezTo>
                    <a:pt x="5230" y="10581"/>
                    <a:pt x="5249" y="10582"/>
                    <a:pt x="5267" y="10582"/>
                  </a:cubicBezTo>
                  <a:cubicBezTo>
                    <a:pt x="5478" y="10582"/>
                    <a:pt x="5672" y="10470"/>
                    <a:pt x="5855" y="10368"/>
                  </a:cubicBezTo>
                  <a:cubicBezTo>
                    <a:pt x="6377" y="10057"/>
                    <a:pt x="6888" y="9702"/>
                    <a:pt x="7277" y="9235"/>
                  </a:cubicBezTo>
                  <a:cubicBezTo>
                    <a:pt x="7399" y="9102"/>
                    <a:pt x="7544" y="8713"/>
                    <a:pt x="7700" y="8646"/>
                  </a:cubicBezTo>
                  <a:cubicBezTo>
                    <a:pt x="7708" y="8641"/>
                    <a:pt x="7717" y="8639"/>
                    <a:pt x="7727" y="8639"/>
                  </a:cubicBezTo>
                  <a:cubicBezTo>
                    <a:pt x="7796" y="8639"/>
                    <a:pt x="7899" y="8745"/>
                    <a:pt x="8002" y="8745"/>
                  </a:cubicBezTo>
                  <a:cubicBezTo>
                    <a:pt x="8020" y="8745"/>
                    <a:pt x="8038" y="8742"/>
                    <a:pt x="8055" y="8735"/>
                  </a:cubicBezTo>
                  <a:cubicBezTo>
                    <a:pt x="8760" y="8493"/>
                    <a:pt x="9563" y="6765"/>
                    <a:pt x="9187" y="6065"/>
                  </a:cubicBezTo>
                  <a:lnTo>
                    <a:pt x="9187" y="6065"/>
                  </a:lnTo>
                  <a:cubicBezTo>
                    <a:pt x="9295" y="6258"/>
                    <a:pt x="9414" y="6442"/>
                    <a:pt x="9521" y="6636"/>
                  </a:cubicBezTo>
                  <a:cubicBezTo>
                    <a:pt x="9988" y="5858"/>
                    <a:pt x="9754" y="4858"/>
                    <a:pt x="9388" y="4025"/>
                  </a:cubicBezTo>
                  <a:cubicBezTo>
                    <a:pt x="9255" y="3703"/>
                    <a:pt x="9088" y="3380"/>
                    <a:pt x="8899" y="3081"/>
                  </a:cubicBezTo>
                  <a:cubicBezTo>
                    <a:pt x="8766" y="2859"/>
                    <a:pt x="8399" y="2548"/>
                    <a:pt x="8344" y="2292"/>
                  </a:cubicBezTo>
                  <a:cubicBezTo>
                    <a:pt x="8304" y="2134"/>
                    <a:pt x="8762" y="1174"/>
                    <a:pt x="8465" y="1174"/>
                  </a:cubicBezTo>
                  <a:cubicBezTo>
                    <a:pt x="8426" y="1174"/>
                    <a:pt x="8376" y="1190"/>
                    <a:pt x="8310" y="1225"/>
                  </a:cubicBezTo>
                  <a:cubicBezTo>
                    <a:pt x="8110" y="1336"/>
                    <a:pt x="7932" y="1470"/>
                    <a:pt x="7766" y="1625"/>
                  </a:cubicBezTo>
                  <a:cubicBezTo>
                    <a:pt x="7866" y="1459"/>
                    <a:pt x="7844" y="1237"/>
                    <a:pt x="7710" y="1104"/>
                  </a:cubicBezTo>
                  <a:cubicBezTo>
                    <a:pt x="7511" y="1225"/>
                    <a:pt x="7510" y="1524"/>
                    <a:pt x="7378" y="1691"/>
                  </a:cubicBezTo>
                  <a:lnTo>
                    <a:pt x="7378" y="1691"/>
                  </a:lnTo>
                  <a:cubicBezTo>
                    <a:pt x="7483" y="1554"/>
                    <a:pt x="6466" y="748"/>
                    <a:pt x="6355" y="681"/>
                  </a:cubicBezTo>
                  <a:cubicBezTo>
                    <a:pt x="5911" y="381"/>
                    <a:pt x="5411" y="181"/>
                    <a:pt x="4878" y="82"/>
                  </a:cubicBezTo>
                  <a:cubicBezTo>
                    <a:pt x="4628" y="35"/>
                    <a:pt x="4348" y="1"/>
                    <a:pt x="4071" y="1"/>
                  </a:cubicBezTo>
                  <a:close/>
                </a:path>
              </a:pathLst>
            </a:custGeom>
            <a:solidFill>
              <a:srgbClr val="804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2">
              <a:extLst>
                <a:ext uri="{FF2B5EF4-FFF2-40B4-BE49-F238E27FC236}">
                  <a16:creationId xmlns:a16="http://schemas.microsoft.com/office/drawing/2014/main" id="{DD6F1296-0AAE-FA25-63D8-F6E8D0844C05}"/>
                </a:ext>
              </a:extLst>
            </p:cNvPr>
            <p:cNvSpPr/>
            <p:nvPr/>
          </p:nvSpPr>
          <p:spPr>
            <a:xfrm>
              <a:off x="6533850" y="3237175"/>
              <a:ext cx="153900" cy="134150"/>
            </a:xfrm>
            <a:custGeom>
              <a:avLst/>
              <a:gdLst/>
              <a:ahLst/>
              <a:cxnLst/>
              <a:rect l="l" t="t" r="r" b="b"/>
              <a:pathLst>
                <a:path w="6156" h="5366" extrusionOk="0">
                  <a:moveTo>
                    <a:pt x="2741" y="0"/>
                  </a:moveTo>
                  <a:cubicBezTo>
                    <a:pt x="2705" y="0"/>
                    <a:pt x="2670" y="3"/>
                    <a:pt x="2634" y="10"/>
                  </a:cubicBezTo>
                  <a:cubicBezTo>
                    <a:pt x="2345" y="65"/>
                    <a:pt x="2111" y="276"/>
                    <a:pt x="1901" y="499"/>
                  </a:cubicBezTo>
                  <a:cubicBezTo>
                    <a:pt x="1390" y="1042"/>
                    <a:pt x="934" y="1632"/>
                    <a:pt x="523" y="2264"/>
                  </a:cubicBezTo>
                  <a:cubicBezTo>
                    <a:pt x="257" y="2698"/>
                    <a:pt x="1" y="3231"/>
                    <a:pt x="223" y="3686"/>
                  </a:cubicBezTo>
                  <a:cubicBezTo>
                    <a:pt x="334" y="3920"/>
                    <a:pt x="546" y="4076"/>
                    <a:pt x="746" y="4220"/>
                  </a:cubicBezTo>
                  <a:cubicBezTo>
                    <a:pt x="1378" y="4653"/>
                    <a:pt x="2067" y="5019"/>
                    <a:pt x="2812" y="5209"/>
                  </a:cubicBezTo>
                  <a:cubicBezTo>
                    <a:pt x="3188" y="5310"/>
                    <a:pt x="3579" y="5366"/>
                    <a:pt x="3967" y="5366"/>
                  </a:cubicBezTo>
                  <a:cubicBezTo>
                    <a:pt x="4345" y="5366"/>
                    <a:pt x="4721" y="5313"/>
                    <a:pt x="5078" y="5197"/>
                  </a:cubicBezTo>
                  <a:cubicBezTo>
                    <a:pt x="5466" y="5075"/>
                    <a:pt x="5856" y="4864"/>
                    <a:pt x="6033" y="4498"/>
                  </a:cubicBezTo>
                  <a:cubicBezTo>
                    <a:pt x="6155" y="4253"/>
                    <a:pt x="6155" y="3975"/>
                    <a:pt x="6133" y="3698"/>
                  </a:cubicBezTo>
                  <a:cubicBezTo>
                    <a:pt x="6111" y="3464"/>
                    <a:pt x="6066" y="3231"/>
                    <a:pt x="6044" y="3009"/>
                  </a:cubicBezTo>
                  <a:cubicBezTo>
                    <a:pt x="6000" y="2620"/>
                    <a:pt x="6033" y="2232"/>
                    <a:pt x="5944" y="1854"/>
                  </a:cubicBezTo>
                  <a:cubicBezTo>
                    <a:pt x="5811" y="1242"/>
                    <a:pt x="5345" y="721"/>
                    <a:pt x="4755" y="521"/>
                  </a:cubicBezTo>
                  <a:cubicBezTo>
                    <a:pt x="4601" y="467"/>
                    <a:pt x="4442" y="434"/>
                    <a:pt x="4285" y="434"/>
                  </a:cubicBezTo>
                  <a:cubicBezTo>
                    <a:pt x="4216" y="434"/>
                    <a:pt x="4146" y="440"/>
                    <a:pt x="4078" y="454"/>
                  </a:cubicBezTo>
                  <a:cubicBezTo>
                    <a:pt x="3947" y="486"/>
                    <a:pt x="3731" y="776"/>
                    <a:pt x="3618" y="776"/>
                  </a:cubicBezTo>
                  <a:cubicBezTo>
                    <a:pt x="3616" y="776"/>
                    <a:pt x="3614" y="776"/>
                    <a:pt x="3612" y="776"/>
                  </a:cubicBezTo>
                  <a:cubicBezTo>
                    <a:pt x="3456" y="765"/>
                    <a:pt x="3478" y="554"/>
                    <a:pt x="3412" y="420"/>
                  </a:cubicBezTo>
                  <a:cubicBezTo>
                    <a:pt x="3283" y="184"/>
                    <a:pt x="3016" y="0"/>
                    <a:pt x="2741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2">
              <a:extLst>
                <a:ext uri="{FF2B5EF4-FFF2-40B4-BE49-F238E27FC236}">
                  <a16:creationId xmlns:a16="http://schemas.microsoft.com/office/drawing/2014/main" id="{9A9172E2-F1C9-20E3-E206-A471D6A6DE24}"/>
                </a:ext>
              </a:extLst>
            </p:cNvPr>
            <p:cNvSpPr/>
            <p:nvPr/>
          </p:nvSpPr>
          <p:spPr>
            <a:xfrm>
              <a:off x="6604700" y="3324450"/>
              <a:ext cx="14725" cy="8550"/>
            </a:xfrm>
            <a:custGeom>
              <a:avLst/>
              <a:gdLst/>
              <a:ahLst/>
              <a:cxnLst/>
              <a:rect l="l" t="t" r="r" b="b"/>
              <a:pathLst>
                <a:path w="589" h="342" extrusionOk="0">
                  <a:moveTo>
                    <a:pt x="319" y="1"/>
                  </a:moveTo>
                  <a:cubicBezTo>
                    <a:pt x="235" y="1"/>
                    <a:pt x="150" y="13"/>
                    <a:pt x="67" y="51"/>
                  </a:cubicBezTo>
                  <a:cubicBezTo>
                    <a:pt x="55" y="62"/>
                    <a:pt x="33" y="74"/>
                    <a:pt x="22" y="84"/>
                  </a:cubicBezTo>
                  <a:cubicBezTo>
                    <a:pt x="0" y="118"/>
                    <a:pt x="11" y="140"/>
                    <a:pt x="11" y="173"/>
                  </a:cubicBezTo>
                  <a:cubicBezTo>
                    <a:pt x="42" y="267"/>
                    <a:pt x="73" y="341"/>
                    <a:pt x="160" y="341"/>
                  </a:cubicBezTo>
                  <a:cubicBezTo>
                    <a:pt x="166" y="341"/>
                    <a:pt x="172" y="341"/>
                    <a:pt x="178" y="340"/>
                  </a:cubicBezTo>
                  <a:cubicBezTo>
                    <a:pt x="289" y="329"/>
                    <a:pt x="411" y="296"/>
                    <a:pt x="522" y="262"/>
                  </a:cubicBezTo>
                  <a:cubicBezTo>
                    <a:pt x="544" y="262"/>
                    <a:pt x="578" y="251"/>
                    <a:pt x="588" y="218"/>
                  </a:cubicBezTo>
                  <a:lnTo>
                    <a:pt x="588" y="173"/>
                  </a:lnTo>
                  <a:cubicBezTo>
                    <a:pt x="578" y="129"/>
                    <a:pt x="566" y="74"/>
                    <a:pt x="533" y="40"/>
                  </a:cubicBezTo>
                  <a:cubicBezTo>
                    <a:pt x="511" y="18"/>
                    <a:pt x="467" y="7"/>
                    <a:pt x="433" y="7"/>
                  </a:cubicBezTo>
                  <a:cubicBezTo>
                    <a:pt x="395" y="3"/>
                    <a:pt x="357" y="1"/>
                    <a:pt x="319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2">
              <a:extLst>
                <a:ext uri="{FF2B5EF4-FFF2-40B4-BE49-F238E27FC236}">
                  <a16:creationId xmlns:a16="http://schemas.microsoft.com/office/drawing/2014/main" id="{D87E2177-37DB-A9BD-0B0F-8349D986D4C2}"/>
                </a:ext>
              </a:extLst>
            </p:cNvPr>
            <p:cNvSpPr/>
            <p:nvPr/>
          </p:nvSpPr>
          <p:spPr>
            <a:xfrm>
              <a:off x="6625500" y="3292650"/>
              <a:ext cx="31425" cy="24100"/>
            </a:xfrm>
            <a:custGeom>
              <a:avLst/>
              <a:gdLst/>
              <a:ahLst/>
              <a:cxnLst/>
              <a:rect l="l" t="t" r="r" b="b"/>
              <a:pathLst>
                <a:path w="1257" h="964" extrusionOk="0">
                  <a:moveTo>
                    <a:pt x="34" y="1"/>
                  </a:moveTo>
                  <a:lnTo>
                    <a:pt x="34" y="1"/>
                  </a:lnTo>
                  <a:cubicBezTo>
                    <a:pt x="12" y="279"/>
                    <a:pt x="1" y="568"/>
                    <a:pt x="178" y="768"/>
                  </a:cubicBezTo>
                  <a:cubicBezTo>
                    <a:pt x="279" y="879"/>
                    <a:pt x="434" y="934"/>
                    <a:pt x="590" y="956"/>
                  </a:cubicBezTo>
                  <a:cubicBezTo>
                    <a:pt x="618" y="961"/>
                    <a:pt x="649" y="963"/>
                    <a:pt x="679" y="963"/>
                  </a:cubicBezTo>
                  <a:cubicBezTo>
                    <a:pt x="731" y="963"/>
                    <a:pt x="785" y="955"/>
                    <a:pt x="834" y="934"/>
                  </a:cubicBezTo>
                  <a:cubicBezTo>
                    <a:pt x="1023" y="845"/>
                    <a:pt x="1256" y="512"/>
                    <a:pt x="1134" y="312"/>
                  </a:cubicBezTo>
                  <a:cubicBezTo>
                    <a:pt x="790" y="190"/>
                    <a:pt x="390" y="124"/>
                    <a:pt x="34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2">
              <a:extLst>
                <a:ext uri="{FF2B5EF4-FFF2-40B4-BE49-F238E27FC236}">
                  <a16:creationId xmlns:a16="http://schemas.microsoft.com/office/drawing/2014/main" id="{3198F837-5DA5-6BA3-9B8C-5A9942937881}"/>
                </a:ext>
              </a:extLst>
            </p:cNvPr>
            <p:cNvSpPr/>
            <p:nvPr/>
          </p:nvSpPr>
          <p:spPr>
            <a:xfrm>
              <a:off x="6568575" y="3273500"/>
              <a:ext cx="23625" cy="16925"/>
            </a:xfrm>
            <a:custGeom>
              <a:avLst/>
              <a:gdLst/>
              <a:ahLst/>
              <a:cxnLst/>
              <a:rect l="l" t="t" r="r" b="b"/>
              <a:pathLst>
                <a:path w="945" h="677" extrusionOk="0">
                  <a:moveTo>
                    <a:pt x="156" y="1"/>
                  </a:moveTo>
                  <a:cubicBezTo>
                    <a:pt x="1" y="78"/>
                    <a:pt x="23" y="379"/>
                    <a:pt x="100" y="500"/>
                  </a:cubicBezTo>
                  <a:cubicBezTo>
                    <a:pt x="134" y="556"/>
                    <a:pt x="189" y="589"/>
                    <a:pt x="245" y="623"/>
                  </a:cubicBezTo>
                  <a:cubicBezTo>
                    <a:pt x="318" y="656"/>
                    <a:pt x="397" y="676"/>
                    <a:pt x="478" y="676"/>
                  </a:cubicBezTo>
                  <a:cubicBezTo>
                    <a:pt x="507" y="676"/>
                    <a:pt x="537" y="673"/>
                    <a:pt x="567" y="667"/>
                  </a:cubicBezTo>
                  <a:cubicBezTo>
                    <a:pt x="745" y="623"/>
                    <a:pt x="856" y="434"/>
                    <a:pt x="945" y="268"/>
                  </a:cubicBezTo>
                  <a:cubicBezTo>
                    <a:pt x="690" y="189"/>
                    <a:pt x="423" y="68"/>
                    <a:pt x="156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2">
              <a:extLst>
                <a:ext uri="{FF2B5EF4-FFF2-40B4-BE49-F238E27FC236}">
                  <a16:creationId xmlns:a16="http://schemas.microsoft.com/office/drawing/2014/main" id="{15EAED5A-4618-A632-47D7-F75E636A0AD8}"/>
                </a:ext>
              </a:extLst>
            </p:cNvPr>
            <p:cNvSpPr/>
            <p:nvPr/>
          </p:nvSpPr>
          <p:spPr>
            <a:xfrm>
              <a:off x="6569150" y="3259025"/>
              <a:ext cx="36950" cy="14500"/>
            </a:xfrm>
            <a:custGeom>
              <a:avLst/>
              <a:gdLst/>
              <a:ahLst/>
              <a:cxnLst/>
              <a:rect l="l" t="t" r="r" b="b"/>
              <a:pathLst>
                <a:path w="1478" h="580" extrusionOk="0">
                  <a:moveTo>
                    <a:pt x="823" y="1"/>
                  </a:moveTo>
                  <a:cubicBezTo>
                    <a:pt x="549" y="1"/>
                    <a:pt x="274" y="58"/>
                    <a:pt x="0" y="180"/>
                  </a:cubicBezTo>
                  <a:cubicBezTo>
                    <a:pt x="11" y="213"/>
                    <a:pt x="11" y="247"/>
                    <a:pt x="11" y="280"/>
                  </a:cubicBezTo>
                  <a:cubicBezTo>
                    <a:pt x="48" y="277"/>
                    <a:pt x="86" y="275"/>
                    <a:pt x="123" y="275"/>
                  </a:cubicBezTo>
                  <a:cubicBezTo>
                    <a:pt x="518" y="275"/>
                    <a:pt x="903" y="425"/>
                    <a:pt x="1289" y="558"/>
                  </a:cubicBezTo>
                  <a:cubicBezTo>
                    <a:pt x="1322" y="568"/>
                    <a:pt x="1355" y="580"/>
                    <a:pt x="1400" y="580"/>
                  </a:cubicBezTo>
                  <a:cubicBezTo>
                    <a:pt x="1422" y="424"/>
                    <a:pt x="1444" y="269"/>
                    <a:pt x="1477" y="102"/>
                  </a:cubicBezTo>
                  <a:cubicBezTo>
                    <a:pt x="1299" y="24"/>
                    <a:pt x="1089" y="2"/>
                    <a:pt x="899" y="2"/>
                  </a:cubicBezTo>
                  <a:cubicBezTo>
                    <a:pt x="874" y="1"/>
                    <a:pt x="849" y="1"/>
                    <a:pt x="823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2">
              <a:extLst>
                <a:ext uri="{FF2B5EF4-FFF2-40B4-BE49-F238E27FC236}">
                  <a16:creationId xmlns:a16="http://schemas.microsoft.com/office/drawing/2014/main" id="{70B262B4-DAC5-EC38-3DE7-D6407162C303}"/>
                </a:ext>
              </a:extLst>
            </p:cNvPr>
            <p:cNvSpPr/>
            <p:nvPr/>
          </p:nvSpPr>
          <p:spPr>
            <a:xfrm>
              <a:off x="6626350" y="3266550"/>
              <a:ext cx="36950" cy="30875"/>
            </a:xfrm>
            <a:custGeom>
              <a:avLst/>
              <a:gdLst/>
              <a:ahLst/>
              <a:cxnLst/>
              <a:rect l="l" t="t" r="r" b="b"/>
              <a:pathLst>
                <a:path w="1478" h="1235" extrusionOk="0">
                  <a:moveTo>
                    <a:pt x="245" y="1"/>
                  </a:moveTo>
                  <a:cubicBezTo>
                    <a:pt x="167" y="134"/>
                    <a:pt x="78" y="267"/>
                    <a:pt x="0" y="401"/>
                  </a:cubicBezTo>
                  <a:cubicBezTo>
                    <a:pt x="23" y="423"/>
                    <a:pt x="67" y="445"/>
                    <a:pt x="100" y="467"/>
                  </a:cubicBezTo>
                  <a:cubicBezTo>
                    <a:pt x="567" y="679"/>
                    <a:pt x="1045" y="889"/>
                    <a:pt x="1411" y="1234"/>
                  </a:cubicBezTo>
                  <a:lnTo>
                    <a:pt x="1478" y="1168"/>
                  </a:lnTo>
                  <a:cubicBezTo>
                    <a:pt x="1311" y="857"/>
                    <a:pt x="1089" y="578"/>
                    <a:pt x="811" y="356"/>
                  </a:cubicBezTo>
                  <a:cubicBezTo>
                    <a:pt x="655" y="212"/>
                    <a:pt x="456" y="67"/>
                    <a:pt x="245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2">
              <a:extLst>
                <a:ext uri="{FF2B5EF4-FFF2-40B4-BE49-F238E27FC236}">
                  <a16:creationId xmlns:a16="http://schemas.microsoft.com/office/drawing/2014/main" id="{64CD3204-E753-9DC0-513D-560173D2226F}"/>
                </a:ext>
              </a:extLst>
            </p:cNvPr>
            <p:cNvSpPr/>
            <p:nvPr/>
          </p:nvSpPr>
          <p:spPr>
            <a:xfrm>
              <a:off x="6641350" y="3299225"/>
              <a:ext cx="11950" cy="11175"/>
            </a:xfrm>
            <a:custGeom>
              <a:avLst/>
              <a:gdLst/>
              <a:ahLst/>
              <a:cxnLst/>
              <a:rect l="l" t="t" r="r" b="b"/>
              <a:pathLst>
                <a:path w="478" h="447" extrusionOk="0">
                  <a:moveTo>
                    <a:pt x="257" y="1"/>
                  </a:moveTo>
                  <a:cubicBezTo>
                    <a:pt x="171" y="1"/>
                    <a:pt x="79" y="53"/>
                    <a:pt x="45" y="138"/>
                  </a:cubicBezTo>
                  <a:cubicBezTo>
                    <a:pt x="0" y="261"/>
                    <a:pt x="45" y="382"/>
                    <a:pt x="144" y="427"/>
                  </a:cubicBezTo>
                  <a:cubicBezTo>
                    <a:pt x="169" y="441"/>
                    <a:pt x="197" y="447"/>
                    <a:pt x="225" y="447"/>
                  </a:cubicBezTo>
                  <a:cubicBezTo>
                    <a:pt x="310" y="447"/>
                    <a:pt x="400" y="389"/>
                    <a:pt x="433" y="305"/>
                  </a:cubicBezTo>
                  <a:cubicBezTo>
                    <a:pt x="478" y="194"/>
                    <a:pt x="433" y="71"/>
                    <a:pt x="334" y="16"/>
                  </a:cubicBezTo>
                  <a:cubicBezTo>
                    <a:pt x="310" y="6"/>
                    <a:pt x="284" y="1"/>
                    <a:pt x="257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2">
              <a:extLst>
                <a:ext uri="{FF2B5EF4-FFF2-40B4-BE49-F238E27FC236}">
                  <a16:creationId xmlns:a16="http://schemas.microsoft.com/office/drawing/2014/main" id="{795DBFB9-E7FA-65D1-C4E7-97E7B2005E73}"/>
                </a:ext>
              </a:extLst>
            </p:cNvPr>
            <p:cNvSpPr/>
            <p:nvPr/>
          </p:nvSpPr>
          <p:spPr>
            <a:xfrm>
              <a:off x="6578025" y="3278750"/>
              <a:ext cx="11125" cy="10925"/>
            </a:xfrm>
            <a:custGeom>
              <a:avLst/>
              <a:gdLst/>
              <a:ahLst/>
              <a:cxnLst/>
              <a:rect l="l" t="t" r="r" b="b"/>
              <a:pathLst>
                <a:path w="445" h="437" extrusionOk="0">
                  <a:moveTo>
                    <a:pt x="229" y="1"/>
                  </a:moveTo>
                  <a:cubicBezTo>
                    <a:pt x="223" y="1"/>
                    <a:pt x="217" y="1"/>
                    <a:pt x="211" y="2"/>
                  </a:cubicBezTo>
                  <a:cubicBezTo>
                    <a:pt x="100" y="13"/>
                    <a:pt x="1" y="124"/>
                    <a:pt x="23" y="235"/>
                  </a:cubicBezTo>
                  <a:cubicBezTo>
                    <a:pt x="33" y="350"/>
                    <a:pt x="123" y="436"/>
                    <a:pt x="227" y="436"/>
                  </a:cubicBezTo>
                  <a:cubicBezTo>
                    <a:pt x="233" y="436"/>
                    <a:pt x="239" y="436"/>
                    <a:pt x="245" y="435"/>
                  </a:cubicBezTo>
                  <a:cubicBezTo>
                    <a:pt x="356" y="435"/>
                    <a:pt x="445" y="324"/>
                    <a:pt x="433" y="202"/>
                  </a:cubicBezTo>
                  <a:cubicBezTo>
                    <a:pt x="423" y="86"/>
                    <a:pt x="333" y="1"/>
                    <a:pt x="229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2">
              <a:extLst>
                <a:ext uri="{FF2B5EF4-FFF2-40B4-BE49-F238E27FC236}">
                  <a16:creationId xmlns:a16="http://schemas.microsoft.com/office/drawing/2014/main" id="{CCB286FE-48DE-48B9-280C-BA68CCC5B2B0}"/>
                </a:ext>
              </a:extLst>
            </p:cNvPr>
            <p:cNvSpPr/>
            <p:nvPr/>
          </p:nvSpPr>
          <p:spPr>
            <a:xfrm>
              <a:off x="6623025" y="3316050"/>
              <a:ext cx="13050" cy="15525"/>
            </a:xfrm>
            <a:custGeom>
              <a:avLst/>
              <a:gdLst/>
              <a:ahLst/>
              <a:cxnLst/>
              <a:rect l="l" t="t" r="r" b="b"/>
              <a:pathLst>
                <a:path w="522" h="621" extrusionOk="0">
                  <a:moveTo>
                    <a:pt x="273" y="0"/>
                  </a:moveTo>
                  <a:cubicBezTo>
                    <a:pt x="258" y="0"/>
                    <a:pt x="240" y="12"/>
                    <a:pt x="233" y="32"/>
                  </a:cubicBezTo>
                  <a:cubicBezTo>
                    <a:pt x="211" y="131"/>
                    <a:pt x="133" y="299"/>
                    <a:pt x="122" y="331"/>
                  </a:cubicBezTo>
                  <a:cubicBezTo>
                    <a:pt x="89" y="432"/>
                    <a:pt x="45" y="531"/>
                    <a:pt x="0" y="620"/>
                  </a:cubicBezTo>
                  <a:cubicBezTo>
                    <a:pt x="22" y="620"/>
                    <a:pt x="55" y="620"/>
                    <a:pt x="78" y="610"/>
                  </a:cubicBezTo>
                  <a:cubicBezTo>
                    <a:pt x="233" y="598"/>
                    <a:pt x="366" y="543"/>
                    <a:pt x="500" y="476"/>
                  </a:cubicBezTo>
                  <a:lnTo>
                    <a:pt x="511" y="476"/>
                  </a:lnTo>
                  <a:cubicBezTo>
                    <a:pt x="522" y="454"/>
                    <a:pt x="511" y="432"/>
                    <a:pt x="500" y="410"/>
                  </a:cubicBezTo>
                  <a:cubicBezTo>
                    <a:pt x="455" y="276"/>
                    <a:pt x="389" y="143"/>
                    <a:pt x="300" y="20"/>
                  </a:cubicBezTo>
                  <a:cubicBezTo>
                    <a:pt x="295" y="7"/>
                    <a:pt x="285" y="0"/>
                    <a:pt x="273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2">
              <a:extLst>
                <a:ext uri="{FF2B5EF4-FFF2-40B4-BE49-F238E27FC236}">
                  <a16:creationId xmlns:a16="http://schemas.microsoft.com/office/drawing/2014/main" id="{2AC2732C-E098-E032-B3FB-E3C2221A6DA7}"/>
                </a:ext>
              </a:extLst>
            </p:cNvPr>
            <p:cNvSpPr/>
            <p:nvPr/>
          </p:nvSpPr>
          <p:spPr>
            <a:xfrm>
              <a:off x="6585525" y="3315475"/>
              <a:ext cx="13625" cy="15825"/>
            </a:xfrm>
            <a:custGeom>
              <a:avLst/>
              <a:gdLst/>
              <a:ahLst/>
              <a:cxnLst/>
              <a:rect l="l" t="t" r="r" b="b"/>
              <a:pathLst>
                <a:path w="545" h="633" extrusionOk="0">
                  <a:moveTo>
                    <a:pt x="230" y="0"/>
                  </a:moveTo>
                  <a:cubicBezTo>
                    <a:pt x="217" y="0"/>
                    <a:pt x="205" y="6"/>
                    <a:pt x="200" y="21"/>
                  </a:cubicBezTo>
                  <a:cubicBezTo>
                    <a:pt x="123" y="144"/>
                    <a:pt x="56" y="288"/>
                    <a:pt x="12" y="433"/>
                  </a:cubicBezTo>
                  <a:cubicBezTo>
                    <a:pt x="12" y="443"/>
                    <a:pt x="0" y="477"/>
                    <a:pt x="12" y="488"/>
                  </a:cubicBezTo>
                  <a:cubicBezTo>
                    <a:pt x="12" y="499"/>
                    <a:pt x="12" y="510"/>
                    <a:pt x="22" y="510"/>
                  </a:cubicBezTo>
                  <a:cubicBezTo>
                    <a:pt x="111" y="532"/>
                    <a:pt x="200" y="554"/>
                    <a:pt x="289" y="566"/>
                  </a:cubicBezTo>
                  <a:cubicBezTo>
                    <a:pt x="378" y="588"/>
                    <a:pt x="467" y="599"/>
                    <a:pt x="545" y="633"/>
                  </a:cubicBezTo>
                  <a:cubicBezTo>
                    <a:pt x="545" y="633"/>
                    <a:pt x="533" y="621"/>
                    <a:pt x="533" y="610"/>
                  </a:cubicBezTo>
                  <a:cubicBezTo>
                    <a:pt x="489" y="521"/>
                    <a:pt x="434" y="421"/>
                    <a:pt x="389" y="322"/>
                  </a:cubicBezTo>
                  <a:cubicBezTo>
                    <a:pt x="378" y="288"/>
                    <a:pt x="300" y="132"/>
                    <a:pt x="267" y="21"/>
                  </a:cubicBezTo>
                  <a:cubicBezTo>
                    <a:pt x="261" y="9"/>
                    <a:pt x="245" y="0"/>
                    <a:pt x="230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2">
              <a:extLst>
                <a:ext uri="{FF2B5EF4-FFF2-40B4-BE49-F238E27FC236}">
                  <a16:creationId xmlns:a16="http://schemas.microsoft.com/office/drawing/2014/main" id="{47037934-53E2-8BA0-C01C-076D2C7A39FB}"/>
                </a:ext>
              </a:extLst>
            </p:cNvPr>
            <p:cNvSpPr/>
            <p:nvPr/>
          </p:nvSpPr>
          <p:spPr>
            <a:xfrm>
              <a:off x="6625800" y="3291850"/>
              <a:ext cx="28625" cy="8900"/>
            </a:xfrm>
            <a:custGeom>
              <a:avLst/>
              <a:gdLst/>
              <a:ahLst/>
              <a:cxnLst/>
              <a:rect l="l" t="t" r="r" b="b"/>
              <a:pathLst>
                <a:path w="1145" h="356" extrusionOk="0">
                  <a:moveTo>
                    <a:pt x="22" y="0"/>
                  </a:moveTo>
                  <a:lnTo>
                    <a:pt x="0" y="67"/>
                  </a:lnTo>
                  <a:cubicBezTo>
                    <a:pt x="356" y="211"/>
                    <a:pt x="744" y="311"/>
                    <a:pt x="1133" y="356"/>
                  </a:cubicBezTo>
                  <a:lnTo>
                    <a:pt x="1144" y="289"/>
                  </a:lnTo>
                  <a:cubicBezTo>
                    <a:pt x="756" y="233"/>
                    <a:pt x="378" y="133"/>
                    <a:pt x="22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2">
              <a:extLst>
                <a:ext uri="{FF2B5EF4-FFF2-40B4-BE49-F238E27FC236}">
                  <a16:creationId xmlns:a16="http://schemas.microsoft.com/office/drawing/2014/main" id="{6546C68B-CAAD-5B3D-80E0-F4AEADBCFE0E}"/>
                </a:ext>
              </a:extLst>
            </p:cNvPr>
            <p:cNvSpPr/>
            <p:nvPr/>
          </p:nvSpPr>
          <p:spPr>
            <a:xfrm>
              <a:off x="6571925" y="3272400"/>
              <a:ext cx="21400" cy="8900"/>
            </a:xfrm>
            <a:custGeom>
              <a:avLst/>
              <a:gdLst/>
              <a:ahLst/>
              <a:cxnLst/>
              <a:rect l="l" t="t" r="r" b="b"/>
              <a:pathLst>
                <a:path w="856" h="356" extrusionOk="0">
                  <a:moveTo>
                    <a:pt x="22" y="0"/>
                  </a:moveTo>
                  <a:lnTo>
                    <a:pt x="0" y="67"/>
                  </a:lnTo>
                  <a:cubicBezTo>
                    <a:pt x="267" y="189"/>
                    <a:pt x="556" y="289"/>
                    <a:pt x="844" y="356"/>
                  </a:cubicBezTo>
                  <a:lnTo>
                    <a:pt x="855" y="289"/>
                  </a:lnTo>
                  <a:cubicBezTo>
                    <a:pt x="578" y="223"/>
                    <a:pt x="289" y="122"/>
                    <a:pt x="22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2">
              <a:extLst>
                <a:ext uri="{FF2B5EF4-FFF2-40B4-BE49-F238E27FC236}">
                  <a16:creationId xmlns:a16="http://schemas.microsoft.com/office/drawing/2014/main" id="{B4A99C2E-1B0A-E79D-6C63-6A37A6246536}"/>
                </a:ext>
              </a:extLst>
            </p:cNvPr>
            <p:cNvSpPr/>
            <p:nvPr/>
          </p:nvSpPr>
          <p:spPr>
            <a:xfrm>
              <a:off x="6592475" y="3289800"/>
              <a:ext cx="28350" cy="22050"/>
            </a:xfrm>
            <a:custGeom>
              <a:avLst/>
              <a:gdLst/>
              <a:ahLst/>
              <a:cxnLst/>
              <a:rect l="l" t="t" r="r" b="b"/>
              <a:pathLst>
                <a:path w="1134" h="882" extrusionOk="0">
                  <a:moveTo>
                    <a:pt x="294" y="0"/>
                  </a:moveTo>
                  <a:cubicBezTo>
                    <a:pt x="281" y="0"/>
                    <a:pt x="268" y="2"/>
                    <a:pt x="255" y="4"/>
                  </a:cubicBezTo>
                  <a:cubicBezTo>
                    <a:pt x="166" y="26"/>
                    <a:pt x="89" y="115"/>
                    <a:pt x="55" y="238"/>
                  </a:cubicBezTo>
                  <a:cubicBezTo>
                    <a:pt x="0" y="415"/>
                    <a:pt x="45" y="604"/>
                    <a:pt x="78" y="771"/>
                  </a:cubicBezTo>
                  <a:lnTo>
                    <a:pt x="200" y="749"/>
                  </a:lnTo>
                  <a:cubicBezTo>
                    <a:pt x="166" y="593"/>
                    <a:pt x="134" y="426"/>
                    <a:pt x="166" y="271"/>
                  </a:cubicBezTo>
                  <a:cubicBezTo>
                    <a:pt x="189" y="204"/>
                    <a:pt x="222" y="137"/>
                    <a:pt x="277" y="127"/>
                  </a:cubicBezTo>
                  <a:cubicBezTo>
                    <a:pt x="285" y="125"/>
                    <a:pt x="292" y="125"/>
                    <a:pt x="298" y="125"/>
                  </a:cubicBezTo>
                  <a:cubicBezTo>
                    <a:pt x="356" y="125"/>
                    <a:pt x="404" y="167"/>
                    <a:pt x="433" y="226"/>
                  </a:cubicBezTo>
                  <a:cubicBezTo>
                    <a:pt x="455" y="293"/>
                    <a:pt x="455" y="382"/>
                    <a:pt x="445" y="470"/>
                  </a:cubicBezTo>
                  <a:lnTo>
                    <a:pt x="433" y="704"/>
                  </a:lnTo>
                  <a:lnTo>
                    <a:pt x="556" y="504"/>
                  </a:lnTo>
                  <a:cubicBezTo>
                    <a:pt x="617" y="413"/>
                    <a:pt x="731" y="357"/>
                    <a:pt x="842" y="357"/>
                  </a:cubicBezTo>
                  <a:cubicBezTo>
                    <a:pt x="893" y="357"/>
                    <a:pt x="944" y="369"/>
                    <a:pt x="988" y="393"/>
                  </a:cubicBezTo>
                  <a:cubicBezTo>
                    <a:pt x="1000" y="404"/>
                    <a:pt x="1011" y="404"/>
                    <a:pt x="1011" y="404"/>
                  </a:cubicBezTo>
                  <a:lnTo>
                    <a:pt x="1011" y="426"/>
                  </a:lnTo>
                  <a:cubicBezTo>
                    <a:pt x="1000" y="482"/>
                    <a:pt x="944" y="537"/>
                    <a:pt x="877" y="593"/>
                  </a:cubicBezTo>
                  <a:cubicBezTo>
                    <a:pt x="763" y="677"/>
                    <a:pt x="648" y="760"/>
                    <a:pt x="533" y="760"/>
                  </a:cubicBezTo>
                  <a:cubicBezTo>
                    <a:pt x="526" y="760"/>
                    <a:pt x="518" y="760"/>
                    <a:pt x="511" y="759"/>
                  </a:cubicBezTo>
                  <a:lnTo>
                    <a:pt x="489" y="882"/>
                  </a:lnTo>
                  <a:lnTo>
                    <a:pt x="533" y="882"/>
                  </a:lnTo>
                  <a:cubicBezTo>
                    <a:pt x="689" y="882"/>
                    <a:pt x="822" y="782"/>
                    <a:pt x="956" y="682"/>
                  </a:cubicBezTo>
                  <a:cubicBezTo>
                    <a:pt x="1011" y="638"/>
                    <a:pt x="1122" y="549"/>
                    <a:pt x="1122" y="438"/>
                  </a:cubicBezTo>
                  <a:cubicBezTo>
                    <a:pt x="1133" y="393"/>
                    <a:pt x="1122" y="359"/>
                    <a:pt x="1111" y="337"/>
                  </a:cubicBezTo>
                  <a:cubicBezTo>
                    <a:pt x="1089" y="315"/>
                    <a:pt x="1067" y="293"/>
                    <a:pt x="1044" y="282"/>
                  </a:cubicBezTo>
                  <a:cubicBezTo>
                    <a:pt x="985" y="250"/>
                    <a:pt x="919" y="235"/>
                    <a:pt x="851" y="235"/>
                  </a:cubicBezTo>
                  <a:cubicBezTo>
                    <a:pt x="753" y="235"/>
                    <a:pt x="652" y="267"/>
                    <a:pt x="566" y="327"/>
                  </a:cubicBezTo>
                  <a:cubicBezTo>
                    <a:pt x="566" y="271"/>
                    <a:pt x="556" y="226"/>
                    <a:pt x="533" y="182"/>
                  </a:cubicBezTo>
                  <a:cubicBezTo>
                    <a:pt x="503" y="82"/>
                    <a:pt x="402" y="0"/>
                    <a:pt x="294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2">
              <a:extLst>
                <a:ext uri="{FF2B5EF4-FFF2-40B4-BE49-F238E27FC236}">
                  <a16:creationId xmlns:a16="http://schemas.microsoft.com/office/drawing/2014/main" id="{90A61E5F-21F1-B8C0-4897-DA3E34D457C7}"/>
                </a:ext>
              </a:extLst>
            </p:cNvPr>
            <p:cNvSpPr/>
            <p:nvPr/>
          </p:nvSpPr>
          <p:spPr>
            <a:xfrm>
              <a:off x="6585250" y="3326550"/>
              <a:ext cx="51675" cy="7100"/>
            </a:xfrm>
            <a:custGeom>
              <a:avLst/>
              <a:gdLst/>
              <a:ahLst/>
              <a:cxnLst/>
              <a:rect l="l" t="t" r="r" b="b"/>
              <a:pathLst>
                <a:path w="2067" h="284" extrusionOk="0">
                  <a:moveTo>
                    <a:pt x="2033" y="0"/>
                  </a:moveTo>
                  <a:cubicBezTo>
                    <a:pt x="1696" y="139"/>
                    <a:pt x="1339" y="209"/>
                    <a:pt x="982" y="209"/>
                  </a:cubicBezTo>
                  <a:cubicBezTo>
                    <a:pt x="656" y="209"/>
                    <a:pt x="330" y="151"/>
                    <a:pt x="23" y="34"/>
                  </a:cubicBezTo>
                  <a:cubicBezTo>
                    <a:pt x="11" y="56"/>
                    <a:pt x="11" y="78"/>
                    <a:pt x="0" y="101"/>
                  </a:cubicBezTo>
                  <a:cubicBezTo>
                    <a:pt x="178" y="167"/>
                    <a:pt x="356" y="222"/>
                    <a:pt x="534" y="245"/>
                  </a:cubicBezTo>
                  <a:cubicBezTo>
                    <a:pt x="683" y="271"/>
                    <a:pt x="835" y="283"/>
                    <a:pt x="987" y="283"/>
                  </a:cubicBezTo>
                  <a:cubicBezTo>
                    <a:pt x="1356" y="283"/>
                    <a:pt x="1728" y="209"/>
                    <a:pt x="2067" y="67"/>
                  </a:cubicBezTo>
                  <a:lnTo>
                    <a:pt x="2033" y="0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2">
              <a:extLst>
                <a:ext uri="{FF2B5EF4-FFF2-40B4-BE49-F238E27FC236}">
                  <a16:creationId xmlns:a16="http://schemas.microsoft.com/office/drawing/2014/main" id="{5B958B0A-995B-BFE0-45C2-E2D85394776B}"/>
                </a:ext>
              </a:extLst>
            </p:cNvPr>
            <p:cNvSpPr/>
            <p:nvPr/>
          </p:nvSpPr>
          <p:spPr>
            <a:xfrm>
              <a:off x="6676625" y="3303025"/>
              <a:ext cx="53875" cy="51625"/>
            </a:xfrm>
            <a:custGeom>
              <a:avLst/>
              <a:gdLst/>
              <a:ahLst/>
              <a:cxnLst/>
              <a:rect l="l" t="t" r="r" b="b"/>
              <a:pathLst>
                <a:path w="2155" h="2065" extrusionOk="0">
                  <a:moveTo>
                    <a:pt x="1535" y="1"/>
                  </a:moveTo>
                  <a:cubicBezTo>
                    <a:pt x="1378" y="1"/>
                    <a:pt x="1220" y="56"/>
                    <a:pt x="1078" y="131"/>
                  </a:cubicBezTo>
                  <a:cubicBezTo>
                    <a:pt x="577" y="408"/>
                    <a:pt x="233" y="975"/>
                    <a:pt x="100" y="1519"/>
                  </a:cubicBezTo>
                  <a:cubicBezTo>
                    <a:pt x="0" y="1891"/>
                    <a:pt x="190" y="2065"/>
                    <a:pt x="450" y="2065"/>
                  </a:cubicBezTo>
                  <a:cubicBezTo>
                    <a:pt x="594" y="2065"/>
                    <a:pt x="760" y="2011"/>
                    <a:pt x="911" y="1908"/>
                  </a:cubicBezTo>
                  <a:cubicBezTo>
                    <a:pt x="1078" y="1808"/>
                    <a:pt x="1233" y="1664"/>
                    <a:pt x="1399" y="1553"/>
                  </a:cubicBezTo>
                  <a:cubicBezTo>
                    <a:pt x="1488" y="1497"/>
                    <a:pt x="1589" y="1442"/>
                    <a:pt x="1678" y="1375"/>
                  </a:cubicBezTo>
                  <a:cubicBezTo>
                    <a:pt x="1910" y="1219"/>
                    <a:pt x="2088" y="986"/>
                    <a:pt x="2122" y="708"/>
                  </a:cubicBezTo>
                  <a:cubicBezTo>
                    <a:pt x="2155" y="442"/>
                    <a:pt x="2011" y="141"/>
                    <a:pt x="1755" y="42"/>
                  </a:cubicBezTo>
                  <a:cubicBezTo>
                    <a:pt x="1683" y="13"/>
                    <a:pt x="1609" y="1"/>
                    <a:pt x="1535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2">
              <a:extLst>
                <a:ext uri="{FF2B5EF4-FFF2-40B4-BE49-F238E27FC236}">
                  <a16:creationId xmlns:a16="http://schemas.microsoft.com/office/drawing/2014/main" id="{BFEBFC9D-96FF-0529-7646-4A1BB1C153F1}"/>
                </a:ext>
              </a:extLst>
            </p:cNvPr>
            <p:cNvSpPr/>
            <p:nvPr/>
          </p:nvSpPr>
          <p:spPr>
            <a:xfrm>
              <a:off x="6685275" y="3311200"/>
              <a:ext cx="37200" cy="35675"/>
            </a:xfrm>
            <a:custGeom>
              <a:avLst/>
              <a:gdLst/>
              <a:ahLst/>
              <a:cxnLst/>
              <a:rect l="l" t="t" r="r" b="b"/>
              <a:pathLst>
                <a:path w="1488" h="1427" extrusionOk="0">
                  <a:moveTo>
                    <a:pt x="1067" y="1"/>
                  </a:moveTo>
                  <a:cubicBezTo>
                    <a:pt x="959" y="1"/>
                    <a:pt x="846" y="39"/>
                    <a:pt x="754" y="93"/>
                  </a:cubicBezTo>
                  <a:cubicBezTo>
                    <a:pt x="409" y="293"/>
                    <a:pt x="165" y="670"/>
                    <a:pt x="65" y="1048"/>
                  </a:cubicBezTo>
                  <a:cubicBezTo>
                    <a:pt x="0" y="1307"/>
                    <a:pt x="132" y="1427"/>
                    <a:pt x="314" y="1427"/>
                  </a:cubicBezTo>
                  <a:cubicBezTo>
                    <a:pt x="413" y="1427"/>
                    <a:pt x="526" y="1392"/>
                    <a:pt x="631" y="1325"/>
                  </a:cubicBezTo>
                  <a:cubicBezTo>
                    <a:pt x="754" y="1248"/>
                    <a:pt x="854" y="1147"/>
                    <a:pt x="965" y="1070"/>
                  </a:cubicBezTo>
                  <a:cubicBezTo>
                    <a:pt x="1031" y="1036"/>
                    <a:pt x="1098" y="1004"/>
                    <a:pt x="1165" y="959"/>
                  </a:cubicBezTo>
                  <a:cubicBezTo>
                    <a:pt x="1320" y="848"/>
                    <a:pt x="1443" y="681"/>
                    <a:pt x="1465" y="493"/>
                  </a:cubicBezTo>
                  <a:cubicBezTo>
                    <a:pt x="1487" y="303"/>
                    <a:pt x="1387" y="103"/>
                    <a:pt x="1209" y="26"/>
                  </a:cubicBezTo>
                  <a:cubicBezTo>
                    <a:pt x="1164" y="9"/>
                    <a:pt x="1116" y="1"/>
                    <a:pt x="1067" y="1"/>
                  </a:cubicBezTo>
                  <a:close/>
                </a:path>
              </a:pathLst>
            </a:custGeom>
            <a:solidFill>
              <a:srgbClr val="D671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42">
              <a:extLst>
                <a:ext uri="{FF2B5EF4-FFF2-40B4-BE49-F238E27FC236}">
                  <a16:creationId xmlns:a16="http://schemas.microsoft.com/office/drawing/2014/main" id="{377E59BF-933C-1298-42BF-E80335159AC0}"/>
                </a:ext>
              </a:extLst>
            </p:cNvPr>
            <p:cNvSpPr/>
            <p:nvPr/>
          </p:nvSpPr>
          <p:spPr>
            <a:xfrm>
              <a:off x="6692450" y="3316825"/>
              <a:ext cx="23900" cy="23075"/>
            </a:xfrm>
            <a:custGeom>
              <a:avLst/>
              <a:gdLst/>
              <a:ahLst/>
              <a:cxnLst/>
              <a:rect l="l" t="t" r="r" b="b"/>
              <a:pathLst>
                <a:path w="956" h="923" extrusionOk="0">
                  <a:moveTo>
                    <a:pt x="67" y="801"/>
                  </a:moveTo>
                  <a:lnTo>
                    <a:pt x="78" y="845"/>
                  </a:lnTo>
                  <a:lnTo>
                    <a:pt x="33" y="845"/>
                  </a:lnTo>
                  <a:cubicBezTo>
                    <a:pt x="33" y="823"/>
                    <a:pt x="45" y="811"/>
                    <a:pt x="67" y="801"/>
                  </a:cubicBezTo>
                  <a:close/>
                  <a:moveTo>
                    <a:pt x="956" y="1"/>
                  </a:moveTo>
                  <a:cubicBezTo>
                    <a:pt x="845" y="1"/>
                    <a:pt x="744" y="56"/>
                    <a:pt x="655" y="112"/>
                  </a:cubicBezTo>
                  <a:cubicBezTo>
                    <a:pt x="400" y="290"/>
                    <a:pt x="189" y="523"/>
                    <a:pt x="23" y="801"/>
                  </a:cubicBezTo>
                  <a:cubicBezTo>
                    <a:pt x="0" y="845"/>
                    <a:pt x="23" y="878"/>
                    <a:pt x="33" y="900"/>
                  </a:cubicBezTo>
                  <a:cubicBezTo>
                    <a:pt x="45" y="912"/>
                    <a:pt x="55" y="922"/>
                    <a:pt x="78" y="922"/>
                  </a:cubicBezTo>
                  <a:cubicBezTo>
                    <a:pt x="89" y="922"/>
                    <a:pt x="100" y="922"/>
                    <a:pt x="100" y="912"/>
                  </a:cubicBezTo>
                  <a:lnTo>
                    <a:pt x="156" y="856"/>
                  </a:lnTo>
                  <a:lnTo>
                    <a:pt x="144" y="834"/>
                  </a:lnTo>
                  <a:cubicBezTo>
                    <a:pt x="289" y="589"/>
                    <a:pt x="489" y="379"/>
                    <a:pt x="722" y="212"/>
                  </a:cubicBezTo>
                  <a:cubicBezTo>
                    <a:pt x="800" y="167"/>
                    <a:pt x="878" y="112"/>
                    <a:pt x="956" y="112"/>
                  </a:cubicBezTo>
                  <a:lnTo>
                    <a:pt x="956" y="1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42">
              <a:extLst>
                <a:ext uri="{FF2B5EF4-FFF2-40B4-BE49-F238E27FC236}">
                  <a16:creationId xmlns:a16="http://schemas.microsoft.com/office/drawing/2014/main" id="{606473DD-2F2F-5F9D-7568-21A7E799A916}"/>
                </a:ext>
              </a:extLst>
            </p:cNvPr>
            <p:cNvSpPr/>
            <p:nvPr/>
          </p:nvSpPr>
          <p:spPr>
            <a:xfrm>
              <a:off x="6698825" y="3327100"/>
              <a:ext cx="13100" cy="5300"/>
            </a:xfrm>
            <a:custGeom>
              <a:avLst/>
              <a:gdLst/>
              <a:ahLst/>
              <a:cxnLst/>
              <a:rect l="l" t="t" r="r" b="b"/>
              <a:pathLst>
                <a:path w="524" h="212" extrusionOk="0">
                  <a:moveTo>
                    <a:pt x="523" y="0"/>
                  </a:moveTo>
                  <a:cubicBezTo>
                    <a:pt x="345" y="0"/>
                    <a:pt x="168" y="45"/>
                    <a:pt x="0" y="101"/>
                  </a:cubicBezTo>
                  <a:lnTo>
                    <a:pt x="45" y="212"/>
                  </a:lnTo>
                  <a:cubicBezTo>
                    <a:pt x="200" y="156"/>
                    <a:pt x="356" y="123"/>
                    <a:pt x="523" y="112"/>
                  </a:cubicBezTo>
                  <a:lnTo>
                    <a:pt x="523" y="0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42">
              <a:extLst>
                <a:ext uri="{FF2B5EF4-FFF2-40B4-BE49-F238E27FC236}">
                  <a16:creationId xmlns:a16="http://schemas.microsoft.com/office/drawing/2014/main" id="{475B09AD-A91F-939E-4D20-37FCF1BFC9AF}"/>
                </a:ext>
              </a:extLst>
            </p:cNvPr>
            <p:cNvSpPr/>
            <p:nvPr/>
          </p:nvSpPr>
          <p:spPr>
            <a:xfrm>
              <a:off x="6572475" y="3354875"/>
              <a:ext cx="151375" cy="103325"/>
            </a:xfrm>
            <a:custGeom>
              <a:avLst/>
              <a:gdLst/>
              <a:ahLst/>
              <a:cxnLst/>
              <a:rect l="l" t="t" r="r" b="b"/>
              <a:pathLst>
                <a:path w="6055" h="4133" extrusionOk="0">
                  <a:moveTo>
                    <a:pt x="5943" y="0"/>
                  </a:moveTo>
                  <a:cubicBezTo>
                    <a:pt x="5866" y="501"/>
                    <a:pt x="5632" y="978"/>
                    <a:pt x="5288" y="1333"/>
                  </a:cubicBezTo>
                  <a:cubicBezTo>
                    <a:pt x="5254" y="1367"/>
                    <a:pt x="5232" y="1389"/>
                    <a:pt x="5199" y="1400"/>
                  </a:cubicBezTo>
                  <a:cubicBezTo>
                    <a:pt x="5189" y="1403"/>
                    <a:pt x="5179" y="1405"/>
                    <a:pt x="5170" y="1405"/>
                  </a:cubicBezTo>
                  <a:cubicBezTo>
                    <a:pt x="5148" y="1405"/>
                    <a:pt x="5129" y="1397"/>
                    <a:pt x="5121" y="1389"/>
                  </a:cubicBezTo>
                  <a:cubicBezTo>
                    <a:pt x="5077" y="1356"/>
                    <a:pt x="5044" y="1311"/>
                    <a:pt x="5032" y="1267"/>
                  </a:cubicBezTo>
                  <a:cubicBezTo>
                    <a:pt x="5032" y="1222"/>
                    <a:pt x="5032" y="1189"/>
                    <a:pt x="5044" y="1145"/>
                  </a:cubicBezTo>
                  <a:cubicBezTo>
                    <a:pt x="5066" y="1089"/>
                    <a:pt x="5088" y="1034"/>
                    <a:pt x="5110" y="967"/>
                  </a:cubicBezTo>
                  <a:lnTo>
                    <a:pt x="4999" y="934"/>
                  </a:lnTo>
                  <a:cubicBezTo>
                    <a:pt x="4977" y="990"/>
                    <a:pt x="4943" y="1045"/>
                    <a:pt x="4933" y="1111"/>
                  </a:cubicBezTo>
                  <a:cubicBezTo>
                    <a:pt x="4632" y="1867"/>
                    <a:pt x="4088" y="2533"/>
                    <a:pt x="3400" y="2955"/>
                  </a:cubicBezTo>
                  <a:cubicBezTo>
                    <a:pt x="3356" y="2982"/>
                    <a:pt x="3285" y="3021"/>
                    <a:pt x="3224" y="3021"/>
                  </a:cubicBezTo>
                  <a:cubicBezTo>
                    <a:pt x="3208" y="3021"/>
                    <a:pt x="3192" y="3018"/>
                    <a:pt x="3178" y="3011"/>
                  </a:cubicBezTo>
                  <a:cubicBezTo>
                    <a:pt x="3133" y="2989"/>
                    <a:pt x="3111" y="2933"/>
                    <a:pt x="3089" y="2834"/>
                  </a:cubicBezTo>
                  <a:cubicBezTo>
                    <a:pt x="3066" y="2711"/>
                    <a:pt x="3066" y="2589"/>
                    <a:pt x="3077" y="2478"/>
                  </a:cubicBezTo>
                  <a:cubicBezTo>
                    <a:pt x="3144" y="2355"/>
                    <a:pt x="3178" y="2234"/>
                    <a:pt x="3155" y="2100"/>
                  </a:cubicBezTo>
                  <a:lnTo>
                    <a:pt x="3133" y="1867"/>
                  </a:lnTo>
                  <a:lnTo>
                    <a:pt x="3044" y="2089"/>
                  </a:lnTo>
                  <a:cubicBezTo>
                    <a:pt x="3000" y="2200"/>
                    <a:pt x="2978" y="2311"/>
                    <a:pt x="2955" y="2434"/>
                  </a:cubicBezTo>
                  <a:cubicBezTo>
                    <a:pt x="2911" y="2523"/>
                    <a:pt x="2833" y="2600"/>
                    <a:pt x="2766" y="2678"/>
                  </a:cubicBezTo>
                  <a:cubicBezTo>
                    <a:pt x="2411" y="3089"/>
                    <a:pt x="2044" y="3500"/>
                    <a:pt x="1578" y="3767"/>
                  </a:cubicBezTo>
                  <a:cubicBezTo>
                    <a:pt x="1326" y="3909"/>
                    <a:pt x="1000" y="4019"/>
                    <a:pt x="673" y="4019"/>
                  </a:cubicBezTo>
                  <a:cubicBezTo>
                    <a:pt x="465" y="4019"/>
                    <a:pt x="257" y="3974"/>
                    <a:pt x="67" y="3866"/>
                  </a:cubicBezTo>
                  <a:lnTo>
                    <a:pt x="0" y="3967"/>
                  </a:lnTo>
                  <a:cubicBezTo>
                    <a:pt x="200" y="4078"/>
                    <a:pt x="433" y="4133"/>
                    <a:pt x="678" y="4133"/>
                  </a:cubicBezTo>
                  <a:cubicBezTo>
                    <a:pt x="989" y="4133"/>
                    <a:pt x="1322" y="4044"/>
                    <a:pt x="1633" y="3878"/>
                  </a:cubicBezTo>
                  <a:cubicBezTo>
                    <a:pt x="2122" y="3600"/>
                    <a:pt x="2499" y="3167"/>
                    <a:pt x="2855" y="2755"/>
                  </a:cubicBezTo>
                  <a:lnTo>
                    <a:pt x="2955" y="2656"/>
                  </a:lnTo>
                  <a:cubicBezTo>
                    <a:pt x="2955" y="2722"/>
                    <a:pt x="2955" y="2789"/>
                    <a:pt x="2966" y="2856"/>
                  </a:cubicBezTo>
                  <a:cubicBezTo>
                    <a:pt x="3000" y="2989"/>
                    <a:pt x="3044" y="3078"/>
                    <a:pt x="3133" y="3122"/>
                  </a:cubicBezTo>
                  <a:cubicBezTo>
                    <a:pt x="3165" y="3137"/>
                    <a:pt x="3198" y="3143"/>
                    <a:pt x="3229" y="3143"/>
                  </a:cubicBezTo>
                  <a:cubicBezTo>
                    <a:pt x="3317" y="3143"/>
                    <a:pt x="3401" y="3096"/>
                    <a:pt x="3466" y="3056"/>
                  </a:cubicBezTo>
                  <a:cubicBezTo>
                    <a:pt x="4111" y="2656"/>
                    <a:pt x="4632" y="2056"/>
                    <a:pt x="4943" y="1378"/>
                  </a:cubicBezTo>
                  <a:cubicBezTo>
                    <a:pt x="4977" y="1422"/>
                    <a:pt x="5010" y="1456"/>
                    <a:pt x="5054" y="1489"/>
                  </a:cubicBezTo>
                  <a:cubicBezTo>
                    <a:pt x="5097" y="1514"/>
                    <a:pt x="5138" y="1527"/>
                    <a:pt x="5185" y="1527"/>
                  </a:cubicBezTo>
                  <a:cubicBezTo>
                    <a:pt x="5200" y="1527"/>
                    <a:pt x="5216" y="1525"/>
                    <a:pt x="5232" y="1523"/>
                  </a:cubicBezTo>
                  <a:cubicBezTo>
                    <a:pt x="5288" y="1501"/>
                    <a:pt x="5333" y="1456"/>
                    <a:pt x="5377" y="1412"/>
                  </a:cubicBezTo>
                  <a:cubicBezTo>
                    <a:pt x="5743" y="1034"/>
                    <a:pt x="5988" y="545"/>
                    <a:pt x="6054" y="23"/>
                  </a:cubicBezTo>
                  <a:lnTo>
                    <a:pt x="5943" y="0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42">
              <a:extLst>
                <a:ext uri="{FF2B5EF4-FFF2-40B4-BE49-F238E27FC236}">
                  <a16:creationId xmlns:a16="http://schemas.microsoft.com/office/drawing/2014/main" id="{0CDFA20F-CC65-6621-DC9C-CD61582DECB0}"/>
                </a:ext>
              </a:extLst>
            </p:cNvPr>
            <p:cNvSpPr/>
            <p:nvPr/>
          </p:nvSpPr>
          <p:spPr>
            <a:xfrm>
              <a:off x="6381950" y="3826450"/>
              <a:ext cx="148900" cy="160525"/>
            </a:xfrm>
            <a:custGeom>
              <a:avLst/>
              <a:gdLst/>
              <a:ahLst/>
              <a:cxnLst/>
              <a:rect l="l" t="t" r="r" b="b"/>
              <a:pathLst>
                <a:path w="5956" h="6421" extrusionOk="0">
                  <a:moveTo>
                    <a:pt x="1534" y="0"/>
                  </a:moveTo>
                  <a:cubicBezTo>
                    <a:pt x="1178" y="644"/>
                    <a:pt x="823" y="1278"/>
                    <a:pt x="467" y="1922"/>
                  </a:cubicBezTo>
                  <a:cubicBezTo>
                    <a:pt x="178" y="2456"/>
                    <a:pt x="1" y="2811"/>
                    <a:pt x="490" y="3300"/>
                  </a:cubicBezTo>
                  <a:cubicBezTo>
                    <a:pt x="1011" y="3799"/>
                    <a:pt x="1678" y="4078"/>
                    <a:pt x="2289" y="4421"/>
                  </a:cubicBezTo>
                  <a:cubicBezTo>
                    <a:pt x="2911" y="4777"/>
                    <a:pt x="3522" y="5233"/>
                    <a:pt x="3788" y="5910"/>
                  </a:cubicBezTo>
                  <a:cubicBezTo>
                    <a:pt x="3833" y="6033"/>
                    <a:pt x="3877" y="6154"/>
                    <a:pt x="3955" y="6255"/>
                  </a:cubicBezTo>
                  <a:cubicBezTo>
                    <a:pt x="4043" y="6372"/>
                    <a:pt x="4114" y="6421"/>
                    <a:pt x="4173" y="6421"/>
                  </a:cubicBezTo>
                  <a:cubicBezTo>
                    <a:pt x="4465" y="6421"/>
                    <a:pt x="4433" y="5194"/>
                    <a:pt x="4378" y="4999"/>
                  </a:cubicBezTo>
                  <a:lnTo>
                    <a:pt x="4378" y="4999"/>
                  </a:lnTo>
                  <a:cubicBezTo>
                    <a:pt x="4489" y="5377"/>
                    <a:pt x="4610" y="5755"/>
                    <a:pt x="4722" y="6132"/>
                  </a:cubicBezTo>
                  <a:cubicBezTo>
                    <a:pt x="4744" y="6199"/>
                    <a:pt x="4788" y="6288"/>
                    <a:pt x="4866" y="6288"/>
                  </a:cubicBezTo>
                  <a:cubicBezTo>
                    <a:pt x="4921" y="6277"/>
                    <a:pt x="4955" y="6221"/>
                    <a:pt x="4977" y="6177"/>
                  </a:cubicBezTo>
                  <a:cubicBezTo>
                    <a:pt x="5144" y="5821"/>
                    <a:pt x="5155" y="5411"/>
                    <a:pt x="5010" y="5055"/>
                  </a:cubicBezTo>
                  <a:lnTo>
                    <a:pt x="5010" y="5055"/>
                  </a:lnTo>
                  <a:cubicBezTo>
                    <a:pt x="5133" y="5332"/>
                    <a:pt x="5255" y="5621"/>
                    <a:pt x="5377" y="5899"/>
                  </a:cubicBezTo>
                  <a:cubicBezTo>
                    <a:pt x="5388" y="5932"/>
                    <a:pt x="5410" y="5977"/>
                    <a:pt x="5444" y="5999"/>
                  </a:cubicBezTo>
                  <a:cubicBezTo>
                    <a:pt x="5464" y="6014"/>
                    <a:pt x="5486" y="6021"/>
                    <a:pt x="5508" y="6021"/>
                  </a:cubicBezTo>
                  <a:cubicBezTo>
                    <a:pt x="5585" y="6021"/>
                    <a:pt x="5670" y="5943"/>
                    <a:pt x="5721" y="5866"/>
                  </a:cubicBezTo>
                  <a:cubicBezTo>
                    <a:pt x="5955" y="5444"/>
                    <a:pt x="5844" y="4900"/>
                    <a:pt x="5577" y="4510"/>
                  </a:cubicBezTo>
                  <a:cubicBezTo>
                    <a:pt x="5311" y="4133"/>
                    <a:pt x="4911" y="3878"/>
                    <a:pt x="4522" y="3633"/>
                  </a:cubicBezTo>
                  <a:cubicBezTo>
                    <a:pt x="3889" y="3233"/>
                    <a:pt x="3267" y="2833"/>
                    <a:pt x="2633" y="2444"/>
                  </a:cubicBezTo>
                  <a:cubicBezTo>
                    <a:pt x="2433" y="2311"/>
                    <a:pt x="2189" y="2122"/>
                    <a:pt x="2233" y="1866"/>
                  </a:cubicBezTo>
                  <a:cubicBezTo>
                    <a:pt x="2245" y="1778"/>
                    <a:pt x="2289" y="1700"/>
                    <a:pt x="2344" y="1622"/>
                  </a:cubicBezTo>
                  <a:cubicBezTo>
                    <a:pt x="2522" y="1323"/>
                    <a:pt x="2845" y="1012"/>
                    <a:pt x="2700" y="700"/>
                  </a:cubicBezTo>
                  <a:cubicBezTo>
                    <a:pt x="2566" y="434"/>
                    <a:pt x="1789" y="156"/>
                    <a:pt x="1534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42">
              <a:extLst>
                <a:ext uri="{FF2B5EF4-FFF2-40B4-BE49-F238E27FC236}">
                  <a16:creationId xmlns:a16="http://schemas.microsoft.com/office/drawing/2014/main" id="{FA92736F-2DD2-1F51-836A-CC733A0E3551}"/>
                </a:ext>
              </a:extLst>
            </p:cNvPr>
            <p:cNvSpPr/>
            <p:nvPr/>
          </p:nvSpPr>
          <p:spPr>
            <a:xfrm>
              <a:off x="6480525" y="3971675"/>
              <a:ext cx="9775" cy="13100"/>
            </a:xfrm>
            <a:custGeom>
              <a:avLst/>
              <a:gdLst/>
              <a:ahLst/>
              <a:cxnLst/>
              <a:rect l="l" t="t" r="r" b="b"/>
              <a:pathLst>
                <a:path w="391" h="524" extrusionOk="0">
                  <a:moveTo>
                    <a:pt x="339" y="1"/>
                  </a:moveTo>
                  <a:cubicBezTo>
                    <a:pt x="323" y="1"/>
                    <a:pt x="300" y="8"/>
                    <a:pt x="268" y="24"/>
                  </a:cubicBezTo>
                  <a:cubicBezTo>
                    <a:pt x="179" y="68"/>
                    <a:pt x="90" y="135"/>
                    <a:pt x="1" y="202"/>
                  </a:cubicBezTo>
                  <a:cubicBezTo>
                    <a:pt x="68" y="323"/>
                    <a:pt x="156" y="434"/>
                    <a:pt x="268" y="513"/>
                  </a:cubicBezTo>
                  <a:cubicBezTo>
                    <a:pt x="268" y="513"/>
                    <a:pt x="279" y="523"/>
                    <a:pt x="290" y="523"/>
                  </a:cubicBezTo>
                  <a:cubicBezTo>
                    <a:pt x="301" y="523"/>
                    <a:pt x="312" y="490"/>
                    <a:pt x="312" y="468"/>
                  </a:cubicBezTo>
                  <a:cubicBezTo>
                    <a:pt x="334" y="368"/>
                    <a:pt x="346" y="257"/>
                    <a:pt x="368" y="146"/>
                  </a:cubicBezTo>
                  <a:cubicBezTo>
                    <a:pt x="376" y="70"/>
                    <a:pt x="391" y="1"/>
                    <a:pt x="339" y="1"/>
                  </a:cubicBezTo>
                  <a:close/>
                </a:path>
              </a:pathLst>
            </a:custGeom>
            <a:solidFill>
              <a:srgbClr val="F7AD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42">
              <a:extLst>
                <a:ext uri="{FF2B5EF4-FFF2-40B4-BE49-F238E27FC236}">
                  <a16:creationId xmlns:a16="http://schemas.microsoft.com/office/drawing/2014/main" id="{2CEA0166-6D34-2C03-6F32-01D54AD90172}"/>
                </a:ext>
              </a:extLst>
            </p:cNvPr>
            <p:cNvSpPr/>
            <p:nvPr/>
          </p:nvSpPr>
          <p:spPr>
            <a:xfrm>
              <a:off x="6408875" y="3826450"/>
              <a:ext cx="44200" cy="49450"/>
            </a:xfrm>
            <a:custGeom>
              <a:avLst/>
              <a:gdLst/>
              <a:ahLst/>
              <a:cxnLst/>
              <a:rect l="l" t="t" r="r" b="b"/>
              <a:pathLst>
                <a:path w="1768" h="1978" extrusionOk="0">
                  <a:moveTo>
                    <a:pt x="1267" y="1622"/>
                  </a:moveTo>
                  <a:cubicBezTo>
                    <a:pt x="1212" y="1700"/>
                    <a:pt x="1168" y="1778"/>
                    <a:pt x="1156" y="1866"/>
                  </a:cubicBezTo>
                  <a:cubicBezTo>
                    <a:pt x="1145" y="1911"/>
                    <a:pt x="1145" y="1945"/>
                    <a:pt x="1156" y="1978"/>
                  </a:cubicBezTo>
                  <a:lnTo>
                    <a:pt x="1156" y="1978"/>
                  </a:lnTo>
                  <a:cubicBezTo>
                    <a:pt x="1145" y="1945"/>
                    <a:pt x="1145" y="1911"/>
                    <a:pt x="1156" y="1866"/>
                  </a:cubicBezTo>
                  <a:cubicBezTo>
                    <a:pt x="1168" y="1778"/>
                    <a:pt x="1212" y="1700"/>
                    <a:pt x="1267" y="1622"/>
                  </a:cubicBezTo>
                  <a:close/>
                  <a:moveTo>
                    <a:pt x="346" y="200"/>
                  </a:moveTo>
                  <a:cubicBezTo>
                    <a:pt x="235" y="412"/>
                    <a:pt x="112" y="622"/>
                    <a:pt x="1" y="822"/>
                  </a:cubicBezTo>
                  <a:lnTo>
                    <a:pt x="1" y="822"/>
                  </a:lnTo>
                  <a:cubicBezTo>
                    <a:pt x="112" y="622"/>
                    <a:pt x="235" y="412"/>
                    <a:pt x="346" y="200"/>
                  </a:cubicBezTo>
                  <a:close/>
                  <a:moveTo>
                    <a:pt x="457" y="0"/>
                  </a:moveTo>
                  <a:lnTo>
                    <a:pt x="457" y="0"/>
                  </a:lnTo>
                  <a:lnTo>
                    <a:pt x="457" y="0"/>
                  </a:lnTo>
                  <a:cubicBezTo>
                    <a:pt x="712" y="156"/>
                    <a:pt x="1489" y="434"/>
                    <a:pt x="1623" y="700"/>
                  </a:cubicBezTo>
                  <a:cubicBezTo>
                    <a:pt x="1768" y="1000"/>
                    <a:pt x="1457" y="1311"/>
                    <a:pt x="1267" y="1611"/>
                  </a:cubicBezTo>
                  <a:cubicBezTo>
                    <a:pt x="1457" y="1311"/>
                    <a:pt x="1768" y="1000"/>
                    <a:pt x="1623" y="700"/>
                  </a:cubicBezTo>
                  <a:cubicBezTo>
                    <a:pt x="1489" y="434"/>
                    <a:pt x="712" y="156"/>
                    <a:pt x="457" y="0"/>
                  </a:cubicBezTo>
                  <a:close/>
                </a:path>
              </a:pathLst>
            </a:custGeom>
            <a:solidFill>
              <a:srgbClr val="D9BB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42">
              <a:extLst>
                <a:ext uri="{FF2B5EF4-FFF2-40B4-BE49-F238E27FC236}">
                  <a16:creationId xmlns:a16="http://schemas.microsoft.com/office/drawing/2014/main" id="{96C7B427-4B03-63BF-F1E4-04FDB33D341A}"/>
                </a:ext>
              </a:extLst>
            </p:cNvPr>
            <p:cNvSpPr/>
            <p:nvPr/>
          </p:nvSpPr>
          <p:spPr>
            <a:xfrm>
              <a:off x="6403325" y="3826450"/>
              <a:ext cx="49750" cy="56125"/>
            </a:xfrm>
            <a:custGeom>
              <a:avLst/>
              <a:gdLst/>
              <a:ahLst/>
              <a:cxnLst/>
              <a:rect l="l" t="t" r="r" b="b"/>
              <a:pathLst>
                <a:path w="1990" h="2245" extrusionOk="0">
                  <a:moveTo>
                    <a:pt x="679" y="0"/>
                  </a:moveTo>
                  <a:cubicBezTo>
                    <a:pt x="645" y="67"/>
                    <a:pt x="601" y="133"/>
                    <a:pt x="568" y="200"/>
                  </a:cubicBezTo>
                  <a:cubicBezTo>
                    <a:pt x="457" y="412"/>
                    <a:pt x="334" y="622"/>
                    <a:pt x="223" y="822"/>
                  </a:cubicBezTo>
                  <a:cubicBezTo>
                    <a:pt x="134" y="1234"/>
                    <a:pt x="1" y="1767"/>
                    <a:pt x="279" y="2066"/>
                  </a:cubicBezTo>
                  <a:cubicBezTo>
                    <a:pt x="390" y="2189"/>
                    <a:pt x="534" y="2244"/>
                    <a:pt x="679" y="2244"/>
                  </a:cubicBezTo>
                  <a:cubicBezTo>
                    <a:pt x="901" y="2244"/>
                    <a:pt x="1156" y="2122"/>
                    <a:pt x="1378" y="1978"/>
                  </a:cubicBezTo>
                  <a:cubicBezTo>
                    <a:pt x="1367" y="1945"/>
                    <a:pt x="1367" y="1911"/>
                    <a:pt x="1378" y="1866"/>
                  </a:cubicBezTo>
                  <a:cubicBezTo>
                    <a:pt x="1390" y="1778"/>
                    <a:pt x="1434" y="1700"/>
                    <a:pt x="1489" y="1622"/>
                  </a:cubicBezTo>
                  <a:lnTo>
                    <a:pt x="1489" y="1611"/>
                  </a:lnTo>
                  <a:cubicBezTo>
                    <a:pt x="1679" y="1311"/>
                    <a:pt x="1990" y="1000"/>
                    <a:pt x="1845" y="700"/>
                  </a:cubicBezTo>
                  <a:cubicBezTo>
                    <a:pt x="1711" y="434"/>
                    <a:pt x="934" y="156"/>
                    <a:pt x="679" y="0"/>
                  </a:cubicBezTo>
                  <a:close/>
                </a:path>
              </a:pathLst>
            </a:custGeom>
            <a:solidFill>
              <a:srgbClr val="CD85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42">
              <a:extLst>
                <a:ext uri="{FF2B5EF4-FFF2-40B4-BE49-F238E27FC236}">
                  <a16:creationId xmlns:a16="http://schemas.microsoft.com/office/drawing/2014/main" id="{248830AD-6E85-EFBF-5F45-F300C734157B}"/>
                </a:ext>
              </a:extLst>
            </p:cNvPr>
            <p:cNvSpPr/>
            <p:nvPr/>
          </p:nvSpPr>
          <p:spPr>
            <a:xfrm>
              <a:off x="6382500" y="3697025"/>
              <a:ext cx="148600" cy="167175"/>
            </a:xfrm>
            <a:custGeom>
              <a:avLst/>
              <a:gdLst/>
              <a:ahLst/>
              <a:cxnLst/>
              <a:rect l="l" t="t" r="r" b="b"/>
              <a:pathLst>
                <a:path w="5944" h="6687" extrusionOk="0">
                  <a:moveTo>
                    <a:pt x="2794" y="1"/>
                  </a:moveTo>
                  <a:cubicBezTo>
                    <a:pt x="2593" y="1"/>
                    <a:pt x="2385" y="121"/>
                    <a:pt x="2167" y="412"/>
                  </a:cubicBezTo>
                  <a:cubicBezTo>
                    <a:pt x="1845" y="823"/>
                    <a:pt x="1223" y="2456"/>
                    <a:pt x="967" y="2911"/>
                  </a:cubicBezTo>
                  <a:cubicBezTo>
                    <a:pt x="890" y="2723"/>
                    <a:pt x="856" y="2523"/>
                    <a:pt x="856" y="2323"/>
                  </a:cubicBezTo>
                  <a:cubicBezTo>
                    <a:pt x="534" y="2755"/>
                    <a:pt x="379" y="3311"/>
                    <a:pt x="423" y="3844"/>
                  </a:cubicBezTo>
                  <a:cubicBezTo>
                    <a:pt x="345" y="3678"/>
                    <a:pt x="300" y="3500"/>
                    <a:pt x="278" y="3322"/>
                  </a:cubicBezTo>
                  <a:lnTo>
                    <a:pt x="278" y="3322"/>
                  </a:lnTo>
                  <a:cubicBezTo>
                    <a:pt x="1" y="3789"/>
                    <a:pt x="123" y="4389"/>
                    <a:pt x="290" y="4911"/>
                  </a:cubicBezTo>
                  <a:cubicBezTo>
                    <a:pt x="470" y="5472"/>
                    <a:pt x="1325" y="6138"/>
                    <a:pt x="1966" y="6138"/>
                  </a:cubicBezTo>
                  <a:cubicBezTo>
                    <a:pt x="2074" y="6138"/>
                    <a:pt x="2176" y="6119"/>
                    <a:pt x="2267" y="6077"/>
                  </a:cubicBezTo>
                  <a:lnTo>
                    <a:pt x="2267" y="6077"/>
                  </a:lnTo>
                  <a:cubicBezTo>
                    <a:pt x="2245" y="6155"/>
                    <a:pt x="2256" y="6233"/>
                    <a:pt x="2278" y="6310"/>
                  </a:cubicBezTo>
                  <a:cubicBezTo>
                    <a:pt x="2322" y="6477"/>
                    <a:pt x="2467" y="6611"/>
                    <a:pt x="2645" y="6666"/>
                  </a:cubicBezTo>
                  <a:cubicBezTo>
                    <a:pt x="2698" y="6680"/>
                    <a:pt x="2751" y="6687"/>
                    <a:pt x="2805" y="6687"/>
                  </a:cubicBezTo>
                  <a:cubicBezTo>
                    <a:pt x="3001" y="6687"/>
                    <a:pt x="3199" y="6599"/>
                    <a:pt x="3356" y="6477"/>
                  </a:cubicBezTo>
                  <a:cubicBezTo>
                    <a:pt x="3556" y="6310"/>
                    <a:pt x="3700" y="6088"/>
                    <a:pt x="3845" y="5877"/>
                  </a:cubicBezTo>
                  <a:cubicBezTo>
                    <a:pt x="4356" y="5088"/>
                    <a:pt x="5944" y="3456"/>
                    <a:pt x="5033" y="2634"/>
                  </a:cubicBezTo>
                  <a:cubicBezTo>
                    <a:pt x="4302" y="1975"/>
                    <a:pt x="3608" y="1"/>
                    <a:pt x="2794" y="1"/>
                  </a:cubicBezTo>
                  <a:close/>
                </a:path>
              </a:pathLst>
            </a:custGeom>
            <a:solidFill>
              <a:srgbClr val="774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42">
              <a:extLst>
                <a:ext uri="{FF2B5EF4-FFF2-40B4-BE49-F238E27FC236}">
                  <a16:creationId xmlns:a16="http://schemas.microsoft.com/office/drawing/2014/main" id="{22FB5136-626B-1AEE-61E0-6B99E79174D2}"/>
                </a:ext>
              </a:extLst>
            </p:cNvPr>
            <p:cNvSpPr/>
            <p:nvPr/>
          </p:nvSpPr>
          <p:spPr>
            <a:xfrm>
              <a:off x="6398625" y="3765900"/>
              <a:ext cx="41125" cy="81400"/>
            </a:xfrm>
            <a:custGeom>
              <a:avLst/>
              <a:gdLst/>
              <a:ahLst/>
              <a:cxnLst/>
              <a:rect l="l" t="t" r="r" b="b"/>
              <a:pathLst>
                <a:path w="1645" h="3256" extrusionOk="0">
                  <a:moveTo>
                    <a:pt x="1444" y="2000"/>
                  </a:moveTo>
                  <a:cubicBezTo>
                    <a:pt x="1467" y="2000"/>
                    <a:pt x="1477" y="2012"/>
                    <a:pt x="1489" y="2022"/>
                  </a:cubicBezTo>
                  <a:cubicBezTo>
                    <a:pt x="1522" y="2056"/>
                    <a:pt x="1533" y="2111"/>
                    <a:pt x="1522" y="2156"/>
                  </a:cubicBezTo>
                  <a:cubicBezTo>
                    <a:pt x="1489" y="2234"/>
                    <a:pt x="1411" y="2289"/>
                    <a:pt x="1333" y="2333"/>
                  </a:cubicBezTo>
                  <a:lnTo>
                    <a:pt x="1267" y="2367"/>
                  </a:lnTo>
                  <a:lnTo>
                    <a:pt x="1333" y="2133"/>
                  </a:lnTo>
                  <a:cubicBezTo>
                    <a:pt x="1356" y="2056"/>
                    <a:pt x="1388" y="2012"/>
                    <a:pt x="1422" y="2000"/>
                  </a:cubicBezTo>
                  <a:close/>
                  <a:moveTo>
                    <a:pt x="956" y="0"/>
                  </a:moveTo>
                  <a:cubicBezTo>
                    <a:pt x="389" y="501"/>
                    <a:pt x="33" y="1256"/>
                    <a:pt x="11" y="2022"/>
                  </a:cubicBezTo>
                  <a:cubicBezTo>
                    <a:pt x="0" y="2267"/>
                    <a:pt x="67" y="2422"/>
                    <a:pt x="200" y="2489"/>
                  </a:cubicBezTo>
                  <a:cubicBezTo>
                    <a:pt x="241" y="2510"/>
                    <a:pt x="282" y="2520"/>
                    <a:pt x="323" y="2520"/>
                  </a:cubicBezTo>
                  <a:cubicBezTo>
                    <a:pt x="450" y="2520"/>
                    <a:pt x="577" y="2431"/>
                    <a:pt x="677" y="2356"/>
                  </a:cubicBezTo>
                  <a:cubicBezTo>
                    <a:pt x="722" y="2323"/>
                    <a:pt x="778" y="2278"/>
                    <a:pt x="833" y="2222"/>
                  </a:cubicBezTo>
                  <a:cubicBezTo>
                    <a:pt x="845" y="2323"/>
                    <a:pt x="889" y="2422"/>
                    <a:pt x="989" y="2467"/>
                  </a:cubicBezTo>
                  <a:cubicBezTo>
                    <a:pt x="1024" y="2488"/>
                    <a:pt x="1063" y="2496"/>
                    <a:pt x="1102" y="2496"/>
                  </a:cubicBezTo>
                  <a:cubicBezTo>
                    <a:pt x="1124" y="2496"/>
                    <a:pt x="1146" y="2493"/>
                    <a:pt x="1166" y="2489"/>
                  </a:cubicBezTo>
                  <a:lnTo>
                    <a:pt x="1166" y="2489"/>
                  </a:lnTo>
                  <a:cubicBezTo>
                    <a:pt x="1156" y="2578"/>
                    <a:pt x="1144" y="2678"/>
                    <a:pt x="1144" y="2767"/>
                  </a:cubicBezTo>
                  <a:cubicBezTo>
                    <a:pt x="1144" y="2867"/>
                    <a:pt x="1144" y="2989"/>
                    <a:pt x="1188" y="3089"/>
                  </a:cubicBezTo>
                  <a:cubicBezTo>
                    <a:pt x="1233" y="3178"/>
                    <a:pt x="1311" y="3244"/>
                    <a:pt x="1388" y="3256"/>
                  </a:cubicBezTo>
                  <a:lnTo>
                    <a:pt x="1455" y="3256"/>
                  </a:lnTo>
                  <a:cubicBezTo>
                    <a:pt x="1522" y="3244"/>
                    <a:pt x="1578" y="3200"/>
                    <a:pt x="1611" y="3145"/>
                  </a:cubicBezTo>
                  <a:cubicBezTo>
                    <a:pt x="1644" y="3089"/>
                    <a:pt x="1644" y="3022"/>
                    <a:pt x="1611" y="2978"/>
                  </a:cubicBezTo>
                  <a:lnTo>
                    <a:pt x="1544" y="3011"/>
                  </a:lnTo>
                  <a:cubicBezTo>
                    <a:pt x="1566" y="3044"/>
                    <a:pt x="1555" y="3078"/>
                    <a:pt x="1544" y="3111"/>
                  </a:cubicBezTo>
                  <a:cubicBezTo>
                    <a:pt x="1522" y="3145"/>
                    <a:pt x="1489" y="3178"/>
                    <a:pt x="1444" y="3178"/>
                  </a:cubicBezTo>
                  <a:cubicBezTo>
                    <a:pt x="1435" y="3180"/>
                    <a:pt x="1426" y="3181"/>
                    <a:pt x="1416" y="3181"/>
                  </a:cubicBezTo>
                  <a:cubicBezTo>
                    <a:pt x="1348" y="3181"/>
                    <a:pt x="1285" y="3115"/>
                    <a:pt x="1255" y="3056"/>
                  </a:cubicBezTo>
                  <a:cubicBezTo>
                    <a:pt x="1211" y="2967"/>
                    <a:pt x="1211" y="2867"/>
                    <a:pt x="1222" y="2778"/>
                  </a:cubicBezTo>
                  <a:cubicBezTo>
                    <a:pt x="1222" y="2667"/>
                    <a:pt x="1233" y="2567"/>
                    <a:pt x="1255" y="2456"/>
                  </a:cubicBezTo>
                  <a:cubicBezTo>
                    <a:pt x="1289" y="2444"/>
                    <a:pt x="1333" y="2422"/>
                    <a:pt x="1366" y="2400"/>
                  </a:cubicBezTo>
                  <a:cubicBezTo>
                    <a:pt x="1467" y="2345"/>
                    <a:pt x="1555" y="2278"/>
                    <a:pt x="1588" y="2178"/>
                  </a:cubicBezTo>
                  <a:cubicBezTo>
                    <a:pt x="1611" y="2111"/>
                    <a:pt x="1588" y="2022"/>
                    <a:pt x="1544" y="1967"/>
                  </a:cubicBezTo>
                  <a:cubicBezTo>
                    <a:pt x="1508" y="1940"/>
                    <a:pt x="1471" y="1920"/>
                    <a:pt x="1435" y="1920"/>
                  </a:cubicBezTo>
                  <a:cubicBezTo>
                    <a:pt x="1427" y="1920"/>
                    <a:pt x="1419" y="1921"/>
                    <a:pt x="1411" y="1923"/>
                  </a:cubicBezTo>
                  <a:cubicBezTo>
                    <a:pt x="1322" y="1945"/>
                    <a:pt x="1277" y="2044"/>
                    <a:pt x="1255" y="2111"/>
                  </a:cubicBezTo>
                  <a:cubicBezTo>
                    <a:pt x="1233" y="2212"/>
                    <a:pt x="1200" y="2300"/>
                    <a:pt x="1188" y="2400"/>
                  </a:cubicBezTo>
                  <a:cubicBezTo>
                    <a:pt x="1161" y="2411"/>
                    <a:pt x="1130" y="2417"/>
                    <a:pt x="1101" y="2417"/>
                  </a:cubicBezTo>
                  <a:cubicBezTo>
                    <a:pt x="1072" y="2417"/>
                    <a:pt x="1044" y="2411"/>
                    <a:pt x="1022" y="2400"/>
                  </a:cubicBezTo>
                  <a:cubicBezTo>
                    <a:pt x="933" y="2356"/>
                    <a:pt x="900" y="2244"/>
                    <a:pt x="911" y="2156"/>
                  </a:cubicBezTo>
                  <a:lnTo>
                    <a:pt x="911" y="2133"/>
                  </a:lnTo>
                  <a:cubicBezTo>
                    <a:pt x="978" y="2044"/>
                    <a:pt x="1011" y="1945"/>
                    <a:pt x="1011" y="1834"/>
                  </a:cubicBezTo>
                  <a:lnTo>
                    <a:pt x="1000" y="1689"/>
                  </a:lnTo>
                  <a:lnTo>
                    <a:pt x="933" y="1822"/>
                  </a:lnTo>
                  <a:cubicBezTo>
                    <a:pt x="900" y="1901"/>
                    <a:pt x="855" y="2000"/>
                    <a:pt x="833" y="2100"/>
                  </a:cubicBezTo>
                  <a:cubicBezTo>
                    <a:pt x="778" y="2178"/>
                    <a:pt x="700" y="2244"/>
                    <a:pt x="633" y="2300"/>
                  </a:cubicBezTo>
                  <a:cubicBezTo>
                    <a:pt x="506" y="2396"/>
                    <a:pt x="407" y="2446"/>
                    <a:pt x="324" y="2446"/>
                  </a:cubicBezTo>
                  <a:cubicBezTo>
                    <a:pt x="292" y="2446"/>
                    <a:pt x="262" y="2438"/>
                    <a:pt x="233" y="2422"/>
                  </a:cubicBezTo>
                  <a:cubicBezTo>
                    <a:pt x="100" y="2356"/>
                    <a:pt x="78" y="2178"/>
                    <a:pt x="89" y="2022"/>
                  </a:cubicBezTo>
                  <a:cubicBezTo>
                    <a:pt x="111" y="1278"/>
                    <a:pt x="455" y="545"/>
                    <a:pt x="1011" y="56"/>
                  </a:cubicBezTo>
                  <a:lnTo>
                    <a:pt x="956" y="0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42">
              <a:extLst>
                <a:ext uri="{FF2B5EF4-FFF2-40B4-BE49-F238E27FC236}">
                  <a16:creationId xmlns:a16="http://schemas.microsoft.com/office/drawing/2014/main" id="{8B13B9AE-4B47-A681-A0BF-2566F6910D2F}"/>
                </a:ext>
              </a:extLst>
            </p:cNvPr>
            <p:cNvSpPr/>
            <p:nvPr/>
          </p:nvSpPr>
          <p:spPr>
            <a:xfrm>
              <a:off x="6515525" y="3958125"/>
              <a:ext cx="10575" cy="14425"/>
            </a:xfrm>
            <a:custGeom>
              <a:avLst/>
              <a:gdLst/>
              <a:ahLst/>
              <a:cxnLst/>
              <a:rect l="l" t="t" r="r" b="b"/>
              <a:pathLst>
                <a:path w="423" h="577" extrusionOk="0">
                  <a:moveTo>
                    <a:pt x="370" y="0"/>
                  </a:moveTo>
                  <a:cubicBezTo>
                    <a:pt x="352" y="0"/>
                    <a:pt x="326" y="10"/>
                    <a:pt x="289" y="33"/>
                  </a:cubicBezTo>
                  <a:cubicBezTo>
                    <a:pt x="190" y="88"/>
                    <a:pt x="90" y="154"/>
                    <a:pt x="1" y="243"/>
                  </a:cubicBezTo>
                  <a:cubicBezTo>
                    <a:pt x="67" y="376"/>
                    <a:pt x="168" y="488"/>
                    <a:pt x="289" y="566"/>
                  </a:cubicBezTo>
                  <a:cubicBezTo>
                    <a:pt x="301" y="576"/>
                    <a:pt x="301" y="576"/>
                    <a:pt x="312" y="576"/>
                  </a:cubicBezTo>
                  <a:cubicBezTo>
                    <a:pt x="334" y="576"/>
                    <a:pt x="345" y="554"/>
                    <a:pt x="345" y="532"/>
                  </a:cubicBezTo>
                  <a:cubicBezTo>
                    <a:pt x="368" y="410"/>
                    <a:pt x="378" y="288"/>
                    <a:pt x="390" y="166"/>
                  </a:cubicBezTo>
                  <a:cubicBezTo>
                    <a:pt x="406" y="83"/>
                    <a:pt x="423" y="0"/>
                    <a:pt x="370" y="0"/>
                  </a:cubicBezTo>
                  <a:close/>
                </a:path>
              </a:pathLst>
            </a:custGeom>
            <a:solidFill>
              <a:srgbClr val="F7AD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42">
              <a:extLst>
                <a:ext uri="{FF2B5EF4-FFF2-40B4-BE49-F238E27FC236}">
                  <a16:creationId xmlns:a16="http://schemas.microsoft.com/office/drawing/2014/main" id="{66F604AB-E0F9-517D-C913-C5911FB4D96C}"/>
                </a:ext>
              </a:extLst>
            </p:cNvPr>
            <p:cNvSpPr/>
            <p:nvPr/>
          </p:nvSpPr>
          <p:spPr>
            <a:xfrm>
              <a:off x="6499425" y="3967750"/>
              <a:ext cx="8875" cy="11200"/>
            </a:xfrm>
            <a:custGeom>
              <a:avLst/>
              <a:gdLst/>
              <a:ahLst/>
              <a:cxnLst/>
              <a:rect l="l" t="t" r="r" b="b"/>
              <a:pathLst>
                <a:path w="355" h="448" extrusionOk="0">
                  <a:moveTo>
                    <a:pt x="301" y="1"/>
                  </a:moveTo>
                  <a:cubicBezTo>
                    <a:pt x="287" y="1"/>
                    <a:pt x="269" y="5"/>
                    <a:pt x="245" y="14"/>
                  </a:cubicBezTo>
                  <a:cubicBezTo>
                    <a:pt x="156" y="47"/>
                    <a:pt x="79" y="92"/>
                    <a:pt x="0" y="147"/>
                  </a:cubicBezTo>
                  <a:cubicBezTo>
                    <a:pt x="34" y="258"/>
                    <a:pt x="101" y="359"/>
                    <a:pt x="190" y="436"/>
                  </a:cubicBezTo>
                  <a:cubicBezTo>
                    <a:pt x="200" y="447"/>
                    <a:pt x="200" y="447"/>
                    <a:pt x="212" y="447"/>
                  </a:cubicBezTo>
                  <a:cubicBezTo>
                    <a:pt x="222" y="447"/>
                    <a:pt x="234" y="425"/>
                    <a:pt x="245" y="414"/>
                  </a:cubicBezTo>
                  <a:cubicBezTo>
                    <a:pt x="267" y="325"/>
                    <a:pt x="289" y="225"/>
                    <a:pt x="311" y="136"/>
                  </a:cubicBezTo>
                  <a:cubicBezTo>
                    <a:pt x="329" y="65"/>
                    <a:pt x="354" y="1"/>
                    <a:pt x="301" y="1"/>
                  </a:cubicBezTo>
                  <a:close/>
                </a:path>
              </a:pathLst>
            </a:custGeom>
            <a:solidFill>
              <a:srgbClr val="F7AD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42">
              <a:extLst>
                <a:ext uri="{FF2B5EF4-FFF2-40B4-BE49-F238E27FC236}">
                  <a16:creationId xmlns:a16="http://schemas.microsoft.com/office/drawing/2014/main" id="{07021262-D074-7546-31A4-5027A495B9FC}"/>
                </a:ext>
              </a:extLst>
            </p:cNvPr>
            <p:cNvSpPr/>
            <p:nvPr/>
          </p:nvSpPr>
          <p:spPr>
            <a:xfrm>
              <a:off x="6447775" y="3709800"/>
              <a:ext cx="18625" cy="15875"/>
            </a:xfrm>
            <a:custGeom>
              <a:avLst/>
              <a:gdLst/>
              <a:ahLst/>
              <a:cxnLst/>
              <a:rect l="l" t="t" r="r" b="b"/>
              <a:pathLst>
                <a:path w="745" h="635" extrusionOk="0">
                  <a:moveTo>
                    <a:pt x="711" y="0"/>
                  </a:moveTo>
                  <a:cubicBezTo>
                    <a:pt x="412" y="101"/>
                    <a:pt x="167" y="312"/>
                    <a:pt x="0" y="578"/>
                  </a:cubicBezTo>
                  <a:lnTo>
                    <a:pt x="101" y="634"/>
                  </a:lnTo>
                  <a:cubicBezTo>
                    <a:pt x="244" y="400"/>
                    <a:pt x="489" y="212"/>
                    <a:pt x="745" y="112"/>
                  </a:cubicBezTo>
                  <a:lnTo>
                    <a:pt x="711" y="0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42">
              <a:extLst>
                <a:ext uri="{FF2B5EF4-FFF2-40B4-BE49-F238E27FC236}">
                  <a16:creationId xmlns:a16="http://schemas.microsoft.com/office/drawing/2014/main" id="{E86BB65C-C503-A469-20C3-0F76683FF074}"/>
                </a:ext>
              </a:extLst>
            </p:cNvPr>
            <p:cNvSpPr/>
            <p:nvPr/>
          </p:nvSpPr>
          <p:spPr>
            <a:xfrm>
              <a:off x="6451100" y="3730900"/>
              <a:ext cx="11125" cy="13925"/>
            </a:xfrm>
            <a:custGeom>
              <a:avLst/>
              <a:gdLst/>
              <a:ahLst/>
              <a:cxnLst/>
              <a:rect l="l" t="t" r="r" b="b"/>
              <a:pathLst>
                <a:path w="445" h="557" extrusionOk="0">
                  <a:moveTo>
                    <a:pt x="367" y="1"/>
                  </a:moveTo>
                  <a:cubicBezTo>
                    <a:pt x="200" y="134"/>
                    <a:pt x="79" y="312"/>
                    <a:pt x="0" y="512"/>
                  </a:cubicBezTo>
                  <a:lnTo>
                    <a:pt x="111" y="556"/>
                  </a:lnTo>
                  <a:cubicBezTo>
                    <a:pt x="178" y="378"/>
                    <a:pt x="301" y="212"/>
                    <a:pt x="445" y="90"/>
                  </a:cubicBezTo>
                  <a:lnTo>
                    <a:pt x="367" y="1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42">
              <a:extLst>
                <a:ext uri="{FF2B5EF4-FFF2-40B4-BE49-F238E27FC236}">
                  <a16:creationId xmlns:a16="http://schemas.microsoft.com/office/drawing/2014/main" id="{C096C3DB-3212-5E19-FEEF-63455F7DC142}"/>
                </a:ext>
              </a:extLst>
            </p:cNvPr>
            <p:cNvSpPr/>
            <p:nvPr/>
          </p:nvSpPr>
          <p:spPr>
            <a:xfrm>
              <a:off x="6436400" y="3741450"/>
              <a:ext cx="5275" cy="6700"/>
            </a:xfrm>
            <a:custGeom>
              <a:avLst/>
              <a:gdLst/>
              <a:ahLst/>
              <a:cxnLst/>
              <a:rect l="l" t="t" r="r" b="b"/>
              <a:pathLst>
                <a:path w="211" h="268" extrusionOk="0">
                  <a:moveTo>
                    <a:pt x="89" y="1"/>
                  </a:moveTo>
                  <a:cubicBezTo>
                    <a:pt x="77" y="68"/>
                    <a:pt x="44" y="134"/>
                    <a:pt x="0" y="190"/>
                  </a:cubicBezTo>
                  <a:lnTo>
                    <a:pt x="100" y="267"/>
                  </a:lnTo>
                  <a:cubicBezTo>
                    <a:pt x="156" y="201"/>
                    <a:pt x="188" y="112"/>
                    <a:pt x="211" y="23"/>
                  </a:cubicBezTo>
                  <a:lnTo>
                    <a:pt x="89" y="1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2">
              <a:extLst>
                <a:ext uri="{FF2B5EF4-FFF2-40B4-BE49-F238E27FC236}">
                  <a16:creationId xmlns:a16="http://schemas.microsoft.com/office/drawing/2014/main" id="{6F58F013-76A3-47A8-50C8-0B14A0A9475F}"/>
                </a:ext>
              </a:extLst>
            </p:cNvPr>
            <p:cNvSpPr/>
            <p:nvPr/>
          </p:nvSpPr>
          <p:spPr>
            <a:xfrm>
              <a:off x="6443875" y="3761750"/>
              <a:ext cx="4200" cy="4175"/>
            </a:xfrm>
            <a:custGeom>
              <a:avLst/>
              <a:gdLst/>
              <a:ahLst/>
              <a:cxnLst/>
              <a:rect l="l" t="t" r="r" b="b"/>
              <a:pathLst>
                <a:path w="168" h="167" extrusionOk="0">
                  <a:moveTo>
                    <a:pt x="57" y="0"/>
                  </a:moveTo>
                  <a:lnTo>
                    <a:pt x="1" y="111"/>
                  </a:lnTo>
                  <a:lnTo>
                    <a:pt x="101" y="166"/>
                  </a:lnTo>
                  <a:lnTo>
                    <a:pt x="168" y="55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2">
              <a:extLst>
                <a:ext uri="{FF2B5EF4-FFF2-40B4-BE49-F238E27FC236}">
                  <a16:creationId xmlns:a16="http://schemas.microsoft.com/office/drawing/2014/main" id="{1B694E04-CDF3-FA8C-9733-D6CA0039021F}"/>
                </a:ext>
              </a:extLst>
            </p:cNvPr>
            <p:cNvSpPr/>
            <p:nvPr/>
          </p:nvSpPr>
          <p:spPr>
            <a:xfrm>
              <a:off x="6531925" y="3433750"/>
              <a:ext cx="4175" cy="8075"/>
            </a:xfrm>
            <a:custGeom>
              <a:avLst/>
              <a:gdLst/>
              <a:ahLst/>
              <a:cxnLst/>
              <a:rect l="l" t="t" r="r" b="b"/>
              <a:pathLst>
                <a:path w="167" h="323" extrusionOk="0">
                  <a:moveTo>
                    <a:pt x="67" y="0"/>
                  </a:moveTo>
                  <a:cubicBezTo>
                    <a:pt x="23" y="45"/>
                    <a:pt x="0" y="111"/>
                    <a:pt x="11" y="178"/>
                  </a:cubicBezTo>
                  <a:cubicBezTo>
                    <a:pt x="23" y="234"/>
                    <a:pt x="56" y="289"/>
                    <a:pt x="112" y="323"/>
                  </a:cubicBezTo>
                  <a:lnTo>
                    <a:pt x="167" y="222"/>
                  </a:lnTo>
                  <a:cubicBezTo>
                    <a:pt x="156" y="212"/>
                    <a:pt x="134" y="178"/>
                    <a:pt x="134" y="156"/>
                  </a:cubicBezTo>
                  <a:cubicBezTo>
                    <a:pt x="134" y="123"/>
                    <a:pt x="134" y="101"/>
                    <a:pt x="156" y="78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2">
              <a:extLst>
                <a:ext uri="{FF2B5EF4-FFF2-40B4-BE49-F238E27FC236}">
                  <a16:creationId xmlns:a16="http://schemas.microsoft.com/office/drawing/2014/main" id="{4BE988C3-37C0-6E6C-77AD-8491B810AC98}"/>
                </a:ext>
              </a:extLst>
            </p:cNvPr>
            <p:cNvSpPr/>
            <p:nvPr/>
          </p:nvSpPr>
          <p:spPr>
            <a:xfrm>
              <a:off x="6526625" y="3417925"/>
              <a:ext cx="3650" cy="6950"/>
            </a:xfrm>
            <a:custGeom>
              <a:avLst/>
              <a:gdLst/>
              <a:ahLst/>
              <a:cxnLst/>
              <a:rect l="l" t="t" r="r" b="b"/>
              <a:pathLst>
                <a:path w="146" h="278" extrusionOk="0">
                  <a:moveTo>
                    <a:pt x="68" y="1"/>
                  </a:moveTo>
                  <a:cubicBezTo>
                    <a:pt x="23" y="33"/>
                    <a:pt x="1" y="89"/>
                    <a:pt x="13" y="144"/>
                  </a:cubicBezTo>
                  <a:cubicBezTo>
                    <a:pt x="13" y="200"/>
                    <a:pt x="35" y="245"/>
                    <a:pt x="79" y="278"/>
                  </a:cubicBezTo>
                  <a:lnTo>
                    <a:pt x="146" y="178"/>
                  </a:lnTo>
                  <a:cubicBezTo>
                    <a:pt x="134" y="167"/>
                    <a:pt x="134" y="156"/>
                    <a:pt x="124" y="134"/>
                  </a:cubicBezTo>
                  <a:cubicBezTo>
                    <a:pt x="124" y="122"/>
                    <a:pt x="134" y="100"/>
                    <a:pt x="146" y="89"/>
                  </a:cubicBezTo>
                  <a:lnTo>
                    <a:pt x="68" y="1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2">
              <a:extLst>
                <a:ext uri="{FF2B5EF4-FFF2-40B4-BE49-F238E27FC236}">
                  <a16:creationId xmlns:a16="http://schemas.microsoft.com/office/drawing/2014/main" id="{59F37983-25A9-8D06-0996-13F609090D7D}"/>
                </a:ext>
              </a:extLst>
            </p:cNvPr>
            <p:cNvSpPr/>
            <p:nvPr/>
          </p:nvSpPr>
          <p:spPr>
            <a:xfrm>
              <a:off x="6185050" y="3499850"/>
              <a:ext cx="480750" cy="153175"/>
            </a:xfrm>
            <a:custGeom>
              <a:avLst/>
              <a:gdLst/>
              <a:ahLst/>
              <a:cxnLst/>
              <a:rect l="l" t="t" r="r" b="b"/>
              <a:pathLst>
                <a:path w="19230" h="6127" extrusionOk="0">
                  <a:moveTo>
                    <a:pt x="19074" y="0"/>
                  </a:moveTo>
                  <a:lnTo>
                    <a:pt x="1900" y="501"/>
                  </a:lnTo>
                  <a:lnTo>
                    <a:pt x="1900" y="656"/>
                  </a:lnTo>
                  <a:cubicBezTo>
                    <a:pt x="1456" y="800"/>
                    <a:pt x="1044" y="1022"/>
                    <a:pt x="678" y="1355"/>
                  </a:cubicBezTo>
                  <a:cubicBezTo>
                    <a:pt x="634" y="1400"/>
                    <a:pt x="589" y="1444"/>
                    <a:pt x="578" y="1500"/>
                  </a:cubicBezTo>
                  <a:cubicBezTo>
                    <a:pt x="568" y="1562"/>
                    <a:pt x="614" y="1623"/>
                    <a:pt x="674" y="1623"/>
                  </a:cubicBezTo>
                  <a:cubicBezTo>
                    <a:pt x="679" y="1623"/>
                    <a:pt x="684" y="1623"/>
                    <a:pt x="689" y="1622"/>
                  </a:cubicBezTo>
                  <a:lnTo>
                    <a:pt x="689" y="1622"/>
                  </a:lnTo>
                  <a:cubicBezTo>
                    <a:pt x="333" y="1922"/>
                    <a:pt x="111" y="2355"/>
                    <a:pt x="67" y="2800"/>
                  </a:cubicBezTo>
                  <a:cubicBezTo>
                    <a:pt x="56" y="2844"/>
                    <a:pt x="56" y="2900"/>
                    <a:pt x="78" y="2933"/>
                  </a:cubicBezTo>
                  <a:cubicBezTo>
                    <a:pt x="102" y="2965"/>
                    <a:pt x="139" y="2986"/>
                    <a:pt x="174" y="2986"/>
                  </a:cubicBezTo>
                  <a:cubicBezTo>
                    <a:pt x="187" y="2986"/>
                    <a:pt x="200" y="2983"/>
                    <a:pt x="212" y="2977"/>
                  </a:cubicBezTo>
                  <a:lnTo>
                    <a:pt x="212" y="2977"/>
                  </a:lnTo>
                  <a:cubicBezTo>
                    <a:pt x="101" y="3100"/>
                    <a:pt x="45" y="3244"/>
                    <a:pt x="22" y="3389"/>
                  </a:cubicBezTo>
                  <a:cubicBezTo>
                    <a:pt x="0" y="3577"/>
                    <a:pt x="22" y="3767"/>
                    <a:pt x="56" y="3955"/>
                  </a:cubicBezTo>
                  <a:cubicBezTo>
                    <a:pt x="133" y="4344"/>
                    <a:pt x="267" y="4722"/>
                    <a:pt x="389" y="5100"/>
                  </a:cubicBezTo>
                  <a:cubicBezTo>
                    <a:pt x="422" y="5166"/>
                    <a:pt x="456" y="5255"/>
                    <a:pt x="523" y="5288"/>
                  </a:cubicBezTo>
                  <a:cubicBezTo>
                    <a:pt x="538" y="5295"/>
                    <a:pt x="556" y="5298"/>
                    <a:pt x="574" y="5298"/>
                  </a:cubicBezTo>
                  <a:cubicBezTo>
                    <a:pt x="644" y="5298"/>
                    <a:pt x="718" y="5250"/>
                    <a:pt x="700" y="5188"/>
                  </a:cubicBezTo>
                  <a:lnTo>
                    <a:pt x="700" y="5188"/>
                  </a:lnTo>
                  <a:cubicBezTo>
                    <a:pt x="945" y="5444"/>
                    <a:pt x="1200" y="5699"/>
                    <a:pt x="1545" y="5799"/>
                  </a:cubicBezTo>
                  <a:cubicBezTo>
                    <a:pt x="1711" y="5843"/>
                    <a:pt x="1889" y="5866"/>
                    <a:pt x="2056" y="5932"/>
                  </a:cubicBezTo>
                  <a:lnTo>
                    <a:pt x="2056" y="6110"/>
                  </a:lnTo>
                  <a:lnTo>
                    <a:pt x="2511" y="6088"/>
                  </a:lnTo>
                  <a:cubicBezTo>
                    <a:pt x="2544" y="6099"/>
                    <a:pt x="2589" y="6110"/>
                    <a:pt x="2622" y="6110"/>
                  </a:cubicBezTo>
                  <a:cubicBezTo>
                    <a:pt x="2702" y="6122"/>
                    <a:pt x="2785" y="6127"/>
                    <a:pt x="2870" y="6127"/>
                  </a:cubicBezTo>
                  <a:cubicBezTo>
                    <a:pt x="3103" y="6127"/>
                    <a:pt x="3349" y="6090"/>
                    <a:pt x="3577" y="6066"/>
                  </a:cubicBezTo>
                  <a:lnTo>
                    <a:pt x="19230" y="5611"/>
                  </a:lnTo>
                  <a:lnTo>
                    <a:pt x="19074" y="0"/>
                  </a:ln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2">
              <a:extLst>
                <a:ext uri="{FF2B5EF4-FFF2-40B4-BE49-F238E27FC236}">
                  <a16:creationId xmlns:a16="http://schemas.microsoft.com/office/drawing/2014/main" id="{EE3B6392-33EC-57BB-16A7-2E893D032F90}"/>
                </a:ext>
              </a:extLst>
            </p:cNvPr>
            <p:cNvSpPr/>
            <p:nvPr/>
          </p:nvSpPr>
          <p:spPr>
            <a:xfrm>
              <a:off x="6192000" y="3586975"/>
              <a:ext cx="473800" cy="140625"/>
            </a:xfrm>
            <a:custGeom>
              <a:avLst/>
              <a:gdLst/>
              <a:ahLst/>
              <a:cxnLst/>
              <a:rect l="l" t="t" r="r" b="b"/>
              <a:pathLst>
                <a:path w="18952" h="5625" extrusionOk="0">
                  <a:moveTo>
                    <a:pt x="18741" y="0"/>
                  </a:moveTo>
                  <a:cubicBezTo>
                    <a:pt x="18526" y="0"/>
                    <a:pt x="18311" y="15"/>
                    <a:pt x="18096" y="15"/>
                  </a:cubicBezTo>
                  <a:cubicBezTo>
                    <a:pt x="17597" y="15"/>
                    <a:pt x="17096" y="15"/>
                    <a:pt x="16597" y="26"/>
                  </a:cubicBezTo>
                  <a:cubicBezTo>
                    <a:pt x="14819" y="70"/>
                    <a:pt x="13053" y="137"/>
                    <a:pt x="11275" y="181"/>
                  </a:cubicBezTo>
                  <a:cubicBezTo>
                    <a:pt x="10409" y="203"/>
                    <a:pt x="9532" y="226"/>
                    <a:pt x="8665" y="248"/>
                  </a:cubicBezTo>
                  <a:cubicBezTo>
                    <a:pt x="7898" y="259"/>
                    <a:pt x="7121" y="237"/>
                    <a:pt x="6365" y="370"/>
                  </a:cubicBezTo>
                  <a:cubicBezTo>
                    <a:pt x="6565" y="448"/>
                    <a:pt x="6765" y="526"/>
                    <a:pt x="6932" y="648"/>
                  </a:cubicBezTo>
                  <a:cubicBezTo>
                    <a:pt x="6954" y="670"/>
                    <a:pt x="6954" y="704"/>
                    <a:pt x="6932" y="714"/>
                  </a:cubicBezTo>
                  <a:cubicBezTo>
                    <a:pt x="6654" y="825"/>
                    <a:pt x="6365" y="848"/>
                    <a:pt x="6066" y="859"/>
                  </a:cubicBezTo>
                  <a:lnTo>
                    <a:pt x="5032" y="926"/>
                  </a:lnTo>
                  <a:cubicBezTo>
                    <a:pt x="4255" y="981"/>
                    <a:pt x="3477" y="1037"/>
                    <a:pt x="2689" y="1092"/>
                  </a:cubicBezTo>
                  <a:cubicBezTo>
                    <a:pt x="1800" y="1148"/>
                    <a:pt x="900" y="1225"/>
                    <a:pt x="0" y="1281"/>
                  </a:cubicBezTo>
                  <a:cubicBezTo>
                    <a:pt x="45" y="1392"/>
                    <a:pt x="78" y="1503"/>
                    <a:pt x="111" y="1615"/>
                  </a:cubicBezTo>
                  <a:cubicBezTo>
                    <a:pt x="144" y="1681"/>
                    <a:pt x="178" y="1770"/>
                    <a:pt x="245" y="1803"/>
                  </a:cubicBezTo>
                  <a:cubicBezTo>
                    <a:pt x="260" y="1810"/>
                    <a:pt x="278" y="1813"/>
                    <a:pt x="296" y="1813"/>
                  </a:cubicBezTo>
                  <a:cubicBezTo>
                    <a:pt x="366" y="1813"/>
                    <a:pt x="440" y="1765"/>
                    <a:pt x="422" y="1703"/>
                  </a:cubicBezTo>
                  <a:lnTo>
                    <a:pt x="422" y="1703"/>
                  </a:lnTo>
                  <a:cubicBezTo>
                    <a:pt x="667" y="1959"/>
                    <a:pt x="922" y="2214"/>
                    <a:pt x="1267" y="2314"/>
                  </a:cubicBezTo>
                  <a:cubicBezTo>
                    <a:pt x="1433" y="2358"/>
                    <a:pt x="1611" y="2381"/>
                    <a:pt x="1778" y="2447"/>
                  </a:cubicBezTo>
                  <a:lnTo>
                    <a:pt x="1778" y="2625"/>
                  </a:lnTo>
                  <a:lnTo>
                    <a:pt x="2233" y="2603"/>
                  </a:lnTo>
                  <a:cubicBezTo>
                    <a:pt x="2266" y="2614"/>
                    <a:pt x="2311" y="2625"/>
                    <a:pt x="2344" y="2625"/>
                  </a:cubicBezTo>
                  <a:cubicBezTo>
                    <a:pt x="2436" y="2637"/>
                    <a:pt x="2530" y="2642"/>
                    <a:pt x="2624" y="2642"/>
                  </a:cubicBezTo>
                  <a:cubicBezTo>
                    <a:pt x="2982" y="2642"/>
                    <a:pt x="3347" y="2571"/>
                    <a:pt x="3699" y="2536"/>
                  </a:cubicBezTo>
                  <a:cubicBezTo>
                    <a:pt x="3843" y="2526"/>
                    <a:pt x="3986" y="2521"/>
                    <a:pt x="4129" y="2521"/>
                  </a:cubicBezTo>
                  <a:cubicBezTo>
                    <a:pt x="4452" y="2521"/>
                    <a:pt x="4772" y="2546"/>
                    <a:pt x="5088" y="2592"/>
                  </a:cubicBezTo>
                  <a:cubicBezTo>
                    <a:pt x="5098" y="2589"/>
                    <a:pt x="5108" y="2587"/>
                    <a:pt x="5117" y="2587"/>
                  </a:cubicBezTo>
                  <a:cubicBezTo>
                    <a:pt x="5140" y="2587"/>
                    <a:pt x="5161" y="2595"/>
                    <a:pt x="5177" y="2603"/>
                  </a:cubicBezTo>
                  <a:cubicBezTo>
                    <a:pt x="5199" y="2603"/>
                    <a:pt x="5221" y="2614"/>
                    <a:pt x="5244" y="2625"/>
                  </a:cubicBezTo>
                  <a:cubicBezTo>
                    <a:pt x="5266" y="2647"/>
                    <a:pt x="5277" y="2669"/>
                    <a:pt x="5277" y="2692"/>
                  </a:cubicBezTo>
                  <a:cubicBezTo>
                    <a:pt x="5288" y="2725"/>
                    <a:pt x="5288" y="2758"/>
                    <a:pt x="5277" y="2792"/>
                  </a:cubicBezTo>
                  <a:cubicBezTo>
                    <a:pt x="5165" y="3103"/>
                    <a:pt x="4854" y="3292"/>
                    <a:pt x="4577" y="3469"/>
                  </a:cubicBezTo>
                  <a:cubicBezTo>
                    <a:pt x="4277" y="3669"/>
                    <a:pt x="4022" y="3925"/>
                    <a:pt x="3699" y="4103"/>
                  </a:cubicBezTo>
                  <a:cubicBezTo>
                    <a:pt x="3277" y="4336"/>
                    <a:pt x="2866" y="4592"/>
                    <a:pt x="2600" y="4947"/>
                  </a:cubicBezTo>
                  <a:cubicBezTo>
                    <a:pt x="2600" y="4980"/>
                    <a:pt x="2610" y="5014"/>
                    <a:pt x="2622" y="5047"/>
                  </a:cubicBezTo>
                  <a:cubicBezTo>
                    <a:pt x="2810" y="4947"/>
                    <a:pt x="3000" y="4858"/>
                    <a:pt x="3188" y="4758"/>
                  </a:cubicBezTo>
                  <a:cubicBezTo>
                    <a:pt x="3388" y="4636"/>
                    <a:pt x="3632" y="4392"/>
                    <a:pt x="3888" y="4314"/>
                  </a:cubicBezTo>
                  <a:cubicBezTo>
                    <a:pt x="3917" y="4292"/>
                    <a:pt x="3946" y="4275"/>
                    <a:pt x="3975" y="4275"/>
                  </a:cubicBezTo>
                  <a:cubicBezTo>
                    <a:pt x="3991" y="4275"/>
                    <a:pt x="4006" y="4280"/>
                    <a:pt x="4022" y="4291"/>
                  </a:cubicBezTo>
                  <a:lnTo>
                    <a:pt x="4022" y="4303"/>
                  </a:lnTo>
                  <a:cubicBezTo>
                    <a:pt x="4029" y="4299"/>
                    <a:pt x="4037" y="4298"/>
                    <a:pt x="4044" y="4298"/>
                  </a:cubicBezTo>
                  <a:cubicBezTo>
                    <a:pt x="4059" y="4298"/>
                    <a:pt x="4074" y="4303"/>
                    <a:pt x="4088" y="4303"/>
                  </a:cubicBezTo>
                  <a:cubicBezTo>
                    <a:pt x="4121" y="4303"/>
                    <a:pt x="4155" y="4336"/>
                    <a:pt x="4143" y="4370"/>
                  </a:cubicBezTo>
                  <a:cubicBezTo>
                    <a:pt x="4066" y="4714"/>
                    <a:pt x="3943" y="5047"/>
                    <a:pt x="3744" y="5347"/>
                  </a:cubicBezTo>
                  <a:cubicBezTo>
                    <a:pt x="3733" y="5380"/>
                    <a:pt x="3711" y="5414"/>
                    <a:pt x="3699" y="5436"/>
                  </a:cubicBezTo>
                  <a:cubicBezTo>
                    <a:pt x="3699" y="5503"/>
                    <a:pt x="3721" y="5569"/>
                    <a:pt x="3755" y="5624"/>
                  </a:cubicBezTo>
                  <a:cubicBezTo>
                    <a:pt x="4077" y="5214"/>
                    <a:pt x="4311" y="4725"/>
                    <a:pt x="4410" y="4214"/>
                  </a:cubicBezTo>
                  <a:cubicBezTo>
                    <a:pt x="4432" y="4103"/>
                    <a:pt x="4454" y="3992"/>
                    <a:pt x="4543" y="3914"/>
                  </a:cubicBezTo>
                  <a:cubicBezTo>
                    <a:pt x="4588" y="3869"/>
                    <a:pt x="4666" y="3847"/>
                    <a:pt x="4733" y="3814"/>
                  </a:cubicBezTo>
                  <a:cubicBezTo>
                    <a:pt x="4766" y="3803"/>
                    <a:pt x="4810" y="3780"/>
                    <a:pt x="4844" y="3770"/>
                  </a:cubicBezTo>
                  <a:cubicBezTo>
                    <a:pt x="4965" y="3669"/>
                    <a:pt x="5099" y="3570"/>
                    <a:pt x="5210" y="3459"/>
                  </a:cubicBezTo>
                  <a:cubicBezTo>
                    <a:pt x="5399" y="3259"/>
                    <a:pt x="5666" y="2814"/>
                    <a:pt x="5999" y="2714"/>
                  </a:cubicBezTo>
                  <a:cubicBezTo>
                    <a:pt x="6555" y="2425"/>
                    <a:pt x="7143" y="2470"/>
                    <a:pt x="7776" y="2447"/>
                  </a:cubicBezTo>
                  <a:lnTo>
                    <a:pt x="18952" y="2126"/>
                  </a:lnTo>
                  <a:lnTo>
                    <a:pt x="18896" y="3"/>
                  </a:lnTo>
                  <a:cubicBezTo>
                    <a:pt x="18844" y="1"/>
                    <a:pt x="18793" y="0"/>
                    <a:pt x="18741" y="0"/>
                  </a:cubicBezTo>
                  <a:close/>
                </a:path>
              </a:pathLst>
            </a:custGeom>
            <a:solidFill>
              <a:srgbClr val="072D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42">
              <a:extLst>
                <a:ext uri="{FF2B5EF4-FFF2-40B4-BE49-F238E27FC236}">
                  <a16:creationId xmlns:a16="http://schemas.microsoft.com/office/drawing/2014/main" id="{EE71C0A2-1F9C-E807-1CAA-7A530C89B904}"/>
                </a:ext>
              </a:extLst>
            </p:cNvPr>
            <p:cNvSpPr/>
            <p:nvPr/>
          </p:nvSpPr>
          <p:spPr>
            <a:xfrm>
              <a:off x="6186450" y="3499850"/>
              <a:ext cx="478800" cy="74725"/>
            </a:xfrm>
            <a:custGeom>
              <a:avLst/>
              <a:gdLst/>
              <a:ahLst/>
              <a:cxnLst/>
              <a:rect l="l" t="t" r="r" b="b"/>
              <a:pathLst>
                <a:path w="19152" h="2989" extrusionOk="0">
                  <a:moveTo>
                    <a:pt x="19018" y="0"/>
                  </a:moveTo>
                  <a:lnTo>
                    <a:pt x="1844" y="501"/>
                  </a:lnTo>
                  <a:lnTo>
                    <a:pt x="1844" y="656"/>
                  </a:lnTo>
                  <a:cubicBezTo>
                    <a:pt x="1400" y="800"/>
                    <a:pt x="988" y="1022"/>
                    <a:pt x="622" y="1355"/>
                  </a:cubicBezTo>
                  <a:cubicBezTo>
                    <a:pt x="578" y="1400"/>
                    <a:pt x="533" y="1444"/>
                    <a:pt x="522" y="1500"/>
                  </a:cubicBezTo>
                  <a:cubicBezTo>
                    <a:pt x="512" y="1562"/>
                    <a:pt x="558" y="1623"/>
                    <a:pt x="618" y="1623"/>
                  </a:cubicBezTo>
                  <a:cubicBezTo>
                    <a:pt x="623" y="1623"/>
                    <a:pt x="628" y="1623"/>
                    <a:pt x="633" y="1622"/>
                  </a:cubicBezTo>
                  <a:lnTo>
                    <a:pt x="633" y="1622"/>
                  </a:lnTo>
                  <a:cubicBezTo>
                    <a:pt x="277" y="1922"/>
                    <a:pt x="55" y="2355"/>
                    <a:pt x="11" y="2800"/>
                  </a:cubicBezTo>
                  <a:cubicBezTo>
                    <a:pt x="0" y="2844"/>
                    <a:pt x="0" y="2900"/>
                    <a:pt x="22" y="2933"/>
                  </a:cubicBezTo>
                  <a:cubicBezTo>
                    <a:pt x="46" y="2965"/>
                    <a:pt x="83" y="2986"/>
                    <a:pt x="118" y="2986"/>
                  </a:cubicBezTo>
                  <a:cubicBezTo>
                    <a:pt x="127" y="2986"/>
                    <a:pt x="136" y="2985"/>
                    <a:pt x="144" y="2982"/>
                  </a:cubicBezTo>
                  <a:lnTo>
                    <a:pt x="144" y="2982"/>
                  </a:lnTo>
                  <a:cubicBezTo>
                    <a:pt x="144" y="2984"/>
                    <a:pt x="144" y="2986"/>
                    <a:pt x="144" y="2989"/>
                  </a:cubicBezTo>
                  <a:cubicBezTo>
                    <a:pt x="222" y="2967"/>
                    <a:pt x="311" y="2955"/>
                    <a:pt x="388" y="2944"/>
                  </a:cubicBezTo>
                  <a:cubicBezTo>
                    <a:pt x="1588" y="2911"/>
                    <a:pt x="2777" y="2689"/>
                    <a:pt x="3988" y="2622"/>
                  </a:cubicBezTo>
                  <a:cubicBezTo>
                    <a:pt x="4254" y="2611"/>
                    <a:pt x="4610" y="2500"/>
                    <a:pt x="4577" y="2256"/>
                  </a:cubicBezTo>
                  <a:cubicBezTo>
                    <a:pt x="4221" y="2155"/>
                    <a:pt x="3888" y="2000"/>
                    <a:pt x="3599" y="1778"/>
                  </a:cubicBezTo>
                  <a:cubicBezTo>
                    <a:pt x="6059" y="1554"/>
                    <a:pt x="8537" y="1450"/>
                    <a:pt x="11009" y="1450"/>
                  </a:cubicBezTo>
                  <a:cubicBezTo>
                    <a:pt x="11361" y="1450"/>
                    <a:pt x="11713" y="1452"/>
                    <a:pt x="12064" y="1456"/>
                  </a:cubicBezTo>
                  <a:cubicBezTo>
                    <a:pt x="12075" y="1800"/>
                    <a:pt x="11798" y="2133"/>
                    <a:pt x="11442" y="2200"/>
                  </a:cubicBezTo>
                  <a:cubicBezTo>
                    <a:pt x="13531" y="2145"/>
                    <a:pt x="15630" y="2089"/>
                    <a:pt x="17730" y="2034"/>
                  </a:cubicBezTo>
                  <a:cubicBezTo>
                    <a:pt x="17878" y="2034"/>
                    <a:pt x="18137" y="2055"/>
                    <a:pt x="18390" y="2055"/>
                  </a:cubicBezTo>
                  <a:cubicBezTo>
                    <a:pt x="18686" y="2055"/>
                    <a:pt x="18973" y="2026"/>
                    <a:pt x="19063" y="1900"/>
                  </a:cubicBezTo>
                  <a:cubicBezTo>
                    <a:pt x="19152" y="1789"/>
                    <a:pt x="19051" y="1355"/>
                    <a:pt x="19051" y="1222"/>
                  </a:cubicBezTo>
                  <a:cubicBezTo>
                    <a:pt x="19041" y="812"/>
                    <a:pt x="19029" y="412"/>
                    <a:pt x="19018" y="0"/>
                  </a:cubicBezTo>
                  <a:close/>
                </a:path>
              </a:pathLst>
            </a:custGeom>
            <a:solidFill>
              <a:srgbClr val="072D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42">
              <a:extLst>
                <a:ext uri="{FF2B5EF4-FFF2-40B4-BE49-F238E27FC236}">
                  <a16:creationId xmlns:a16="http://schemas.microsoft.com/office/drawing/2014/main" id="{1CA712E1-AAC3-9271-E661-9B152E144ADF}"/>
                </a:ext>
              </a:extLst>
            </p:cNvPr>
            <p:cNvSpPr/>
            <p:nvPr/>
          </p:nvSpPr>
          <p:spPr>
            <a:xfrm>
              <a:off x="6595500" y="3500575"/>
              <a:ext cx="151400" cy="140750"/>
            </a:xfrm>
            <a:custGeom>
              <a:avLst/>
              <a:gdLst/>
              <a:ahLst/>
              <a:cxnLst/>
              <a:rect l="l" t="t" r="r" b="b"/>
              <a:pathLst>
                <a:path w="6056" h="5630" extrusionOk="0">
                  <a:moveTo>
                    <a:pt x="2940" y="1"/>
                  </a:moveTo>
                  <a:cubicBezTo>
                    <a:pt x="2123" y="1"/>
                    <a:pt x="1329" y="271"/>
                    <a:pt x="690" y="849"/>
                  </a:cubicBezTo>
                  <a:cubicBezTo>
                    <a:pt x="645" y="894"/>
                    <a:pt x="590" y="938"/>
                    <a:pt x="590" y="1005"/>
                  </a:cubicBezTo>
                  <a:cubicBezTo>
                    <a:pt x="579" y="1056"/>
                    <a:pt x="627" y="1117"/>
                    <a:pt x="678" y="1117"/>
                  </a:cubicBezTo>
                  <a:cubicBezTo>
                    <a:pt x="682" y="1117"/>
                    <a:pt x="686" y="1117"/>
                    <a:pt x="690" y="1116"/>
                  </a:cubicBezTo>
                  <a:lnTo>
                    <a:pt x="690" y="1116"/>
                  </a:lnTo>
                  <a:cubicBezTo>
                    <a:pt x="346" y="1427"/>
                    <a:pt x="124" y="1849"/>
                    <a:pt x="79" y="2304"/>
                  </a:cubicBezTo>
                  <a:cubicBezTo>
                    <a:pt x="68" y="2348"/>
                    <a:pt x="68" y="2393"/>
                    <a:pt x="90" y="2437"/>
                  </a:cubicBezTo>
                  <a:cubicBezTo>
                    <a:pt x="106" y="2462"/>
                    <a:pt x="145" y="2480"/>
                    <a:pt x="178" y="2480"/>
                  </a:cubicBezTo>
                  <a:cubicBezTo>
                    <a:pt x="191" y="2480"/>
                    <a:pt x="203" y="2477"/>
                    <a:pt x="212" y="2471"/>
                  </a:cubicBezTo>
                  <a:lnTo>
                    <a:pt x="212" y="2471"/>
                  </a:lnTo>
                  <a:cubicBezTo>
                    <a:pt x="112" y="2593"/>
                    <a:pt x="57" y="2738"/>
                    <a:pt x="35" y="2893"/>
                  </a:cubicBezTo>
                  <a:cubicBezTo>
                    <a:pt x="1" y="3071"/>
                    <a:pt x="23" y="3271"/>
                    <a:pt x="68" y="3449"/>
                  </a:cubicBezTo>
                  <a:cubicBezTo>
                    <a:pt x="146" y="3837"/>
                    <a:pt x="268" y="4215"/>
                    <a:pt x="401" y="4592"/>
                  </a:cubicBezTo>
                  <a:cubicBezTo>
                    <a:pt x="435" y="4671"/>
                    <a:pt x="468" y="4748"/>
                    <a:pt x="534" y="4792"/>
                  </a:cubicBezTo>
                  <a:cubicBezTo>
                    <a:pt x="550" y="4799"/>
                    <a:pt x="568" y="4802"/>
                    <a:pt x="586" y="4802"/>
                  </a:cubicBezTo>
                  <a:cubicBezTo>
                    <a:pt x="656" y="4802"/>
                    <a:pt x="730" y="4754"/>
                    <a:pt x="712" y="4693"/>
                  </a:cubicBezTo>
                  <a:lnTo>
                    <a:pt x="712" y="4693"/>
                  </a:lnTo>
                  <a:cubicBezTo>
                    <a:pt x="956" y="4937"/>
                    <a:pt x="1212" y="5192"/>
                    <a:pt x="1556" y="5293"/>
                  </a:cubicBezTo>
                  <a:cubicBezTo>
                    <a:pt x="1734" y="5348"/>
                    <a:pt x="1912" y="5370"/>
                    <a:pt x="2089" y="5437"/>
                  </a:cubicBezTo>
                  <a:cubicBezTo>
                    <a:pt x="2267" y="5515"/>
                    <a:pt x="2434" y="5592"/>
                    <a:pt x="2645" y="5614"/>
                  </a:cubicBezTo>
                  <a:cubicBezTo>
                    <a:pt x="2720" y="5625"/>
                    <a:pt x="2797" y="5629"/>
                    <a:pt x="2876" y="5629"/>
                  </a:cubicBezTo>
                  <a:cubicBezTo>
                    <a:pt x="3135" y="5629"/>
                    <a:pt x="3409" y="5582"/>
                    <a:pt x="3656" y="5548"/>
                  </a:cubicBezTo>
                  <a:cubicBezTo>
                    <a:pt x="3856" y="5526"/>
                    <a:pt x="4045" y="5503"/>
                    <a:pt x="4222" y="5426"/>
                  </a:cubicBezTo>
                  <a:cubicBezTo>
                    <a:pt x="4412" y="5348"/>
                    <a:pt x="4567" y="5237"/>
                    <a:pt x="4723" y="5115"/>
                  </a:cubicBezTo>
                  <a:cubicBezTo>
                    <a:pt x="5100" y="4804"/>
                    <a:pt x="5434" y="4448"/>
                    <a:pt x="5678" y="4049"/>
                  </a:cubicBezTo>
                  <a:cubicBezTo>
                    <a:pt x="5955" y="3570"/>
                    <a:pt x="6056" y="3093"/>
                    <a:pt x="6034" y="2548"/>
                  </a:cubicBezTo>
                  <a:cubicBezTo>
                    <a:pt x="6011" y="2205"/>
                    <a:pt x="5933" y="1849"/>
                    <a:pt x="5722" y="1571"/>
                  </a:cubicBezTo>
                  <a:lnTo>
                    <a:pt x="5722" y="1571"/>
                  </a:lnTo>
                  <a:cubicBezTo>
                    <a:pt x="5778" y="1638"/>
                    <a:pt x="5866" y="1682"/>
                    <a:pt x="5967" y="1694"/>
                  </a:cubicBezTo>
                  <a:cubicBezTo>
                    <a:pt x="5967" y="1605"/>
                    <a:pt x="5933" y="1526"/>
                    <a:pt x="5889" y="1460"/>
                  </a:cubicBezTo>
                  <a:cubicBezTo>
                    <a:pt x="5589" y="938"/>
                    <a:pt x="5067" y="549"/>
                    <a:pt x="4489" y="316"/>
                  </a:cubicBezTo>
                  <a:cubicBezTo>
                    <a:pt x="3985" y="109"/>
                    <a:pt x="3458" y="1"/>
                    <a:pt x="2940" y="1"/>
                  </a:cubicBezTo>
                  <a:close/>
                </a:path>
              </a:pathLst>
            </a:custGeom>
            <a:solidFill>
              <a:srgbClr val="467A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42">
              <a:extLst>
                <a:ext uri="{FF2B5EF4-FFF2-40B4-BE49-F238E27FC236}">
                  <a16:creationId xmlns:a16="http://schemas.microsoft.com/office/drawing/2014/main" id="{EAEEAAA4-0741-7F6C-0379-52C27D29C06C}"/>
                </a:ext>
              </a:extLst>
            </p:cNvPr>
            <p:cNvSpPr/>
            <p:nvPr/>
          </p:nvSpPr>
          <p:spPr>
            <a:xfrm>
              <a:off x="6626625" y="3507925"/>
              <a:ext cx="112500" cy="91375"/>
            </a:xfrm>
            <a:custGeom>
              <a:avLst/>
              <a:gdLst/>
              <a:ahLst/>
              <a:cxnLst/>
              <a:rect l="l" t="t" r="r" b="b"/>
              <a:pathLst>
                <a:path w="4500" h="3655" extrusionOk="0">
                  <a:moveTo>
                    <a:pt x="2084" y="1"/>
                  </a:moveTo>
                  <a:cubicBezTo>
                    <a:pt x="1378" y="1"/>
                    <a:pt x="631" y="266"/>
                    <a:pt x="45" y="744"/>
                  </a:cubicBezTo>
                  <a:lnTo>
                    <a:pt x="0" y="744"/>
                  </a:lnTo>
                  <a:lnTo>
                    <a:pt x="12" y="933"/>
                  </a:lnTo>
                  <a:lnTo>
                    <a:pt x="89" y="866"/>
                  </a:lnTo>
                  <a:lnTo>
                    <a:pt x="123" y="866"/>
                  </a:lnTo>
                  <a:lnTo>
                    <a:pt x="123" y="833"/>
                  </a:lnTo>
                  <a:cubicBezTo>
                    <a:pt x="689" y="383"/>
                    <a:pt x="1402" y="122"/>
                    <a:pt x="2078" y="122"/>
                  </a:cubicBezTo>
                  <a:cubicBezTo>
                    <a:pt x="2236" y="122"/>
                    <a:pt x="2393" y="136"/>
                    <a:pt x="2545" y="166"/>
                  </a:cubicBezTo>
                  <a:cubicBezTo>
                    <a:pt x="3066" y="255"/>
                    <a:pt x="3555" y="511"/>
                    <a:pt x="3910" y="877"/>
                  </a:cubicBezTo>
                  <a:cubicBezTo>
                    <a:pt x="3922" y="888"/>
                    <a:pt x="3944" y="911"/>
                    <a:pt x="3944" y="921"/>
                  </a:cubicBezTo>
                  <a:lnTo>
                    <a:pt x="3678" y="721"/>
                  </a:lnTo>
                  <a:lnTo>
                    <a:pt x="3866" y="1010"/>
                  </a:lnTo>
                  <a:cubicBezTo>
                    <a:pt x="4144" y="1422"/>
                    <a:pt x="4300" y="1866"/>
                    <a:pt x="4333" y="2288"/>
                  </a:cubicBezTo>
                  <a:cubicBezTo>
                    <a:pt x="4377" y="2755"/>
                    <a:pt x="4266" y="3221"/>
                    <a:pt x="4022" y="3587"/>
                  </a:cubicBezTo>
                  <a:lnTo>
                    <a:pt x="4122" y="3654"/>
                  </a:lnTo>
                  <a:cubicBezTo>
                    <a:pt x="4377" y="3266"/>
                    <a:pt x="4500" y="2777"/>
                    <a:pt x="4455" y="2277"/>
                  </a:cubicBezTo>
                  <a:cubicBezTo>
                    <a:pt x="4421" y="1866"/>
                    <a:pt x="4266" y="1432"/>
                    <a:pt x="4022" y="1022"/>
                  </a:cubicBezTo>
                  <a:cubicBezTo>
                    <a:pt x="4044" y="1000"/>
                    <a:pt x="4066" y="966"/>
                    <a:pt x="4066" y="933"/>
                  </a:cubicBezTo>
                  <a:cubicBezTo>
                    <a:pt x="4066" y="866"/>
                    <a:pt x="4022" y="810"/>
                    <a:pt x="3989" y="788"/>
                  </a:cubicBezTo>
                  <a:cubicBezTo>
                    <a:pt x="3622" y="410"/>
                    <a:pt x="3111" y="144"/>
                    <a:pt x="2567" y="44"/>
                  </a:cubicBezTo>
                  <a:cubicBezTo>
                    <a:pt x="2410" y="15"/>
                    <a:pt x="2248" y="1"/>
                    <a:pt x="2084" y="1"/>
                  </a:cubicBezTo>
                  <a:close/>
                </a:path>
              </a:pathLst>
            </a:custGeom>
            <a:solidFill>
              <a:srgbClr val="1B4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42">
              <a:extLst>
                <a:ext uri="{FF2B5EF4-FFF2-40B4-BE49-F238E27FC236}">
                  <a16:creationId xmlns:a16="http://schemas.microsoft.com/office/drawing/2014/main" id="{58079821-899F-5122-F550-3FEAE6586891}"/>
                </a:ext>
              </a:extLst>
            </p:cNvPr>
            <p:cNvSpPr/>
            <p:nvPr/>
          </p:nvSpPr>
          <p:spPr>
            <a:xfrm>
              <a:off x="6615500" y="3535950"/>
              <a:ext cx="108075" cy="81950"/>
            </a:xfrm>
            <a:custGeom>
              <a:avLst/>
              <a:gdLst/>
              <a:ahLst/>
              <a:cxnLst/>
              <a:rect l="l" t="t" r="r" b="b"/>
              <a:pathLst>
                <a:path w="4323" h="3278" extrusionOk="0">
                  <a:moveTo>
                    <a:pt x="667" y="0"/>
                  </a:moveTo>
                  <a:cubicBezTo>
                    <a:pt x="501" y="134"/>
                    <a:pt x="423" y="334"/>
                    <a:pt x="356" y="523"/>
                  </a:cubicBezTo>
                  <a:cubicBezTo>
                    <a:pt x="156" y="1101"/>
                    <a:pt x="1" y="1923"/>
                    <a:pt x="401" y="2589"/>
                  </a:cubicBezTo>
                  <a:cubicBezTo>
                    <a:pt x="442" y="2671"/>
                    <a:pt x="595" y="2883"/>
                    <a:pt x="808" y="2883"/>
                  </a:cubicBezTo>
                  <a:cubicBezTo>
                    <a:pt x="828" y="2883"/>
                    <a:pt x="847" y="2882"/>
                    <a:pt x="867" y="2878"/>
                  </a:cubicBezTo>
                  <a:lnTo>
                    <a:pt x="923" y="2866"/>
                  </a:lnTo>
                  <a:lnTo>
                    <a:pt x="923" y="2745"/>
                  </a:lnTo>
                  <a:cubicBezTo>
                    <a:pt x="1089" y="2978"/>
                    <a:pt x="1368" y="3155"/>
                    <a:pt x="1689" y="3233"/>
                  </a:cubicBezTo>
                  <a:cubicBezTo>
                    <a:pt x="1823" y="3266"/>
                    <a:pt x="1956" y="3278"/>
                    <a:pt x="2111" y="3278"/>
                  </a:cubicBezTo>
                  <a:cubicBezTo>
                    <a:pt x="2345" y="3278"/>
                    <a:pt x="2600" y="3233"/>
                    <a:pt x="2845" y="3155"/>
                  </a:cubicBezTo>
                  <a:cubicBezTo>
                    <a:pt x="3523" y="2933"/>
                    <a:pt x="4067" y="2456"/>
                    <a:pt x="4323" y="1889"/>
                  </a:cubicBezTo>
                  <a:lnTo>
                    <a:pt x="4222" y="1834"/>
                  </a:lnTo>
                  <a:cubicBezTo>
                    <a:pt x="3978" y="2378"/>
                    <a:pt x="3445" y="2834"/>
                    <a:pt x="2812" y="3044"/>
                  </a:cubicBezTo>
                  <a:cubicBezTo>
                    <a:pt x="2634" y="3103"/>
                    <a:pt x="2392" y="3158"/>
                    <a:pt x="2125" y="3158"/>
                  </a:cubicBezTo>
                  <a:cubicBezTo>
                    <a:pt x="1992" y="3158"/>
                    <a:pt x="1852" y="3144"/>
                    <a:pt x="1712" y="3111"/>
                  </a:cubicBezTo>
                  <a:cubicBezTo>
                    <a:pt x="1334" y="3022"/>
                    <a:pt x="1034" y="2789"/>
                    <a:pt x="912" y="2489"/>
                  </a:cubicBezTo>
                  <a:lnTo>
                    <a:pt x="790" y="2189"/>
                  </a:lnTo>
                  <a:lnTo>
                    <a:pt x="801" y="2767"/>
                  </a:lnTo>
                  <a:cubicBezTo>
                    <a:pt x="679" y="2755"/>
                    <a:pt x="568" y="2644"/>
                    <a:pt x="512" y="2533"/>
                  </a:cubicBezTo>
                  <a:cubicBezTo>
                    <a:pt x="134" y="1900"/>
                    <a:pt x="279" y="1111"/>
                    <a:pt x="467" y="567"/>
                  </a:cubicBezTo>
                  <a:cubicBezTo>
                    <a:pt x="534" y="356"/>
                    <a:pt x="612" y="200"/>
                    <a:pt x="746" y="89"/>
                  </a:cubicBezTo>
                  <a:lnTo>
                    <a:pt x="667" y="0"/>
                  </a:lnTo>
                  <a:close/>
                </a:path>
              </a:pathLst>
            </a:custGeom>
            <a:solidFill>
              <a:srgbClr val="1B4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42">
              <a:extLst>
                <a:ext uri="{FF2B5EF4-FFF2-40B4-BE49-F238E27FC236}">
                  <a16:creationId xmlns:a16="http://schemas.microsoft.com/office/drawing/2014/main" id="{B3379FBB-BF5B-4A4D-E425-24188C5548D8}"/>
                </a:ext>
              </a:extLst>
            </p:cNvPr>
            <p:cNvSpPr/>
            <p:nvPr/>
          </p:nvSpPr>
          <p:spPr>
            <a:xfrm>
              <a:off x="6596625" y="3567350"/>
              <a:ext cx="96125" cy="73325"/>
            </a:xfrm>
            <a:custGeom>
              <a:avLst/>
              <a:gdLst/>
              <a:ahLst/>
              <a:cxnLst/>
              <a:rect l="l" t="t" r="r" b="b"/>
              <a:pathLst>
                <a:path w="3845" h="2933" extrusionOk="0">
                  <a:moveTo>
                    <a:pt x="79" y="0"/>
                  </a:moveTo>
                  <a:cubicBezTo>
                    <a:pt x="0" y="267"/>
                    <a:pt x="34" y="544"/>
                    <a:pt x="79" y="788"/>
                  </a:cubicBezTo>
                  <a:cubicBezTo>
                    <a:pt x="134" y="1067"/>
                    <a:pt x="212" y="1410"/>
                    <a:pt x="356" y="1755"/>
                  </a:cubicBezTo>
                  <a:cubicBezTo>
                    <a:pt x="390" y="1844"/>
                    <a:pt x="445" y="1933"/>
                    <a:pt x="545" y="1977"/>
                  </a:cubicBezTo>
                  <a:cubicBezTo>
                    <a:pt x="563" y="1983"/>
                    <a:pt x="583" y="1986"/>
                    <a:pt x="602" y="1986"/>
                  </a:cubicBezTo>
                  <a:cubicBezTo>
                    <a:pt x="657" y="1986"/>
                    <a:pt x="715" y="1966"/>
                    <a:pt x="756" y="1933"/>
                  </a:cubicBezTo>
                  <a:cubicBezTo>
                    <a:pt x="1067" y="2366"/>
                    <a:pt x="1545" y="2699"/>
                    <a:pt x="2089" y="2844"/>
                  </a:cubicBezTo>
                  <a:cubicBezTo>
                    <a:pt x="2300" y="2899"/>
                    <a:pt x="2533" y="2933"/>
                    <a:pt x="2755" y="2933"/>
                  </a:cubicBezTo>
                  <a:cubicBezTo>
                    <a:pt x="3133" y="2933"/>
                    <a:pt x="3511" y="2855"/>
                    <a:pt x="3844" y="2688"/>
                  </a:cubicBezTo>
                  <a:lnTo>
                    <a:pt x="3800" y="2588"/>
                  </a:lnTo>
                  <a:cubicBezTo>
                    <a:pt x="3470" y="2736"/>
                    <a:pt x="3105" y="2812"/>
                    <a:pt x="2744" y="2812"/>
                  </a:cubicBezTo>
                  <a:cubicBezTo>
                    <a:pt x="2533" y="2812"/>
                    <a:pt x="2323" y="2786"/>
                    <a:pt x="2123" y="2733"/>
                  </a:cubicBezTo>
                  <a:cubicBezTo>
                    <a:pt x="1567" y="2577"/>
                    <a:pt x="1089" y="2233"/>
                    <a:pt x="790" y="1777"/>
                  </a:cubicBezTo>
                  <a:lnTo>
                    <a:pt x="556" y="1388"/>
                  </a:lnTo>
                  <a:lnTo>
                    <a:pt x="689" y="1822"/>
                  </a:lnTo>
                  <a:cubicBezTo>
                    <a:pt x="689" y="1822"/>
                    <a:pt x="689" y="1833"/>
                    <a:pt x="678" y="1844"/>
                  </a:cubicBezTo>
                  <a:cubicBezTo>
                    <a:pt x="660" y="1853"/>
                    <a:pt x="635" y="1869"/>
                    <a:pt x="608" y="1869"/>
                  </a:cubicBezTo>
                  <a:cubicBezTo>
                    <a:pt x="602" y="1869"/>
                    <a:pt x="596" y="1868"/>
                    <a:pt x="590" y="1866"/>
                  </a:cubicBezTo>
                  <a:cubicBezTo>
                    <a:pt x="534" y="1833"/>
                    <a:pt x="489" y="1777"/>
                    <a:pt x="467" y="1711"/>
                  </a:cubicBezTo>
                  <a:cubicBezTo>
                    <a:pt x="323" y="1378"/>
                    <a:pt x="245" y="1033"/>
                    <a:pt x="200" y="766"/>
                  </a:cubicBezTo>
                  <a:cubicBezTo>
                    <a:pt x="156" y="544"/>
                    <a:pt x="123" y="277"/>
                    <a:pt x="190" y="33"/>
                  </a:cubicBezTo>
                  <a:lnTo>
                    <a:pt x="79" y="0"/>
                  </a:lnTo>
                  <a:close/>
                </a:path>
              </a:pathLst>
            </a:custGeom>
            <a:solidFill>
              <a:srgbClr val="1B4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42">
              <a:extLst>
                <a:ext uri="{FF2B5EF4-FFF2-40B4-BE49-F238E27FC236}">
                  <a16:creationId xmlns:a16="http://schemas.microsoft.com/office/drawing/2014/main" id="{C006C00E-12E2-DE89-4577-84464FD077E1}"/>
                </a:ext>
              </a:extLst>
            </p:cNvPr>
            <p:cNvSpPr/>
            <p:nvPr/>
          </p:nvSpPr>
          <p:spPr>
            <a:xfrm>
              <a:off x="6622175" y="3501800"/>
              <a:ext cx="48075" cy="20275"/>
            </a:xfrm>
            <a:custGeom>
              <a:avLst/>
              <a:gdLst/>
              <a:ahLst/>
              <a:cxnLst/>
              <a:rect l="l" t="t" r="r" b="b"/>
              <a:pathLst>
                <a:path w="1923" h="811" extrusionOk="0">
                  <a:moveTo>
                    <a:pt x="1911" y="0"/>
                  </a:moveTo>
                  <a:cubicBezTo>
                    <a:pt x="1222" y="78"/>
                    <a:pt x="556" y="322"/>
                    <a:pt x="0" y="722"/>
                  </a:cubicBezTo>
                  <a:lnTo>
                    <a:pt x="67" y="811"/>
                  </a:lnTo>
                  <a:cubicBezTo>
                    <a:pt x="612" y="433"/>
                    <a:pt x="1256" y="189"/>
                    <a:pt x="1923" y="122"/>
                  </a:cubicBezTo>
                  <a:lnTo>
                    <a:pt x="1911" y="0"/>
                  </a:lnTo>
                  <a:close/>
                </a:path>
              </a:pathLst>
            </a:custGeom>
            <a:solidFill>
              <a:srgbClr val="1B4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42">
              <a:extLst>
                <a:ext uri="{FF2B5EF4-FFF2-40B4-BE49-F238E27FC236}">
                  <a16:creationId xmlns:a16="http://schemas.microsoft.com/office/drawing/2014/main" id="{FD911371-DD4C-DDF1-EC4E-51A380C2DAA0}"/>
                </a:ext>
              </a:extLst>
            </p:cNvPr>
            <p:cNvSpPr/>
            <p:nvPr/>
          </p:nvSpPr>
          <p:spPr>
            <a:xfrm>
              <a:off x="6603025" y="3534025"/>
              <a:ext cx="9725" cy="18600"/>
            </a:xfrm>
            <a:custGeom>
              <a:avLst/>
              <a:gdLst/>
              <a:ahLst/>
              <a:cxnLst/>
              <a:rect l="l" t="t" r="r" b="b"/>
              <a:pathLst>
                <a:path w="389" h="744" extrusionOk="0">
                  <a:moveTo>
                    <a:pt x="311" y="0"/>
                  </a:moveTo>
                  <a:cubicBezTo>
                    <a:pt x="111" y="200"/>
                    <a:pt x="0" y="467"/>
                    <a:pt x="0" y="744"/>
                  </a:cubicBezTo>
                  <a:lnTo>
                    <a:pt x="111" y="744"/>
                  </a:lnTo>
                  <a:cubicBezTo>
                    <a:pt x="122" y="499"/>
                    <a:pt x="223" y="255"/>
                    <a:pt x="389" y="77"/>
                  </a:cubicBezTo>
                  <a:lnTo>
                    <a:pt x="311" y="0"/>
                  </a:lnTo>
                  <a:close/>
                </a:path>
              </a:pathLst>
            </a:custGeom>
            <a:solidFill>
              <a:srgbClr val="1B4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42">
              <a:extLst>
                <a:ext uri="{FF2B5EF4-FFF2-40B4-BE49-F238E27FC236}">
                  <a16:creationId xmlns:a16="http://schemas.microsoft.com/office/drawing/2014/main" id="{91D550C5-DE4B-F136-A4FF-6D338AA481E2}"/>
                </a:ext>
              </a:extLst>
            </p:cNvPr>
            <p:cNvSpPr/>
            <p:nvPr/>
          </p:nvSpPr>
          <p:spPr>
            <a:xfrm>
              <a:off x="6662175" y="3562925"/>
              <a:ext cx="22800" cy="23875"/>
            </a:xfrm>
            <a:custGeom>
              <a:avLst/>
              <a:gdLst/>
              <a:ahLst/>
              <a:cxnLst/>
              <a:rect l="l" t="t" r="r" b="b"/>
              <a:pathLst>
                <a:path w="912" h="955" extrusionOk="0">
                  <a:moveTo>
                    <a:pt x="292" y="0"/>
                  </a:moveTo>
                  <a:cubicBezTo>
                    <a:pt x="227" y="0"/>
                    <a:pt x="163" y="20"/>
                    <a:pt x="111" y="66"/>
                  </a:cubicBezTo>
                  <a:cubicBezTo>
                    <a:pt x="0" y="155"/>
                    <a:pt x="22" y="310"/>
                    <a:pt x="89" y="410"/>
                  </a:cubicBezTo>
                  <a:cubicBezTo>
                    <a:pt x="123" y="488"/>
                    <a:pt x="178" y="533"/>
                    <a:pt x="244" y="555"/>
                  </a:cubicBezTo>
                  <a:cubicBezTo>
                    <a:pt x="267" y="564"/>
                    <a:pt x="292" y="569"/>
                    <a:pt x="316" y="569"/>
                  </a:cubicBezTo>
                  <a:cubicBezTo>
                    <a:pt x="376" y="569"/>
                    <a:pt x="435" y="540"/>
                    <a:pt x="467" y="477"/>
                  </a:cubicBezTo>
                  <a:cubicBezTo>
                    <a:pt x="489" y="432"/>
                    <a:pt x="489" y="377"/>
                    <a:pt x="456" y="333"/>
                  </a:cubicBezTo>
                  <a:cubicBezTo>
                    <a:pt x="430" y="299"/>
                    <a:pt x="392" y="284"/>
                    <a:pt x="356" y="284"/>
                  </a:cubicBezTo>
                  <a:cubicBezTo>
                    <a:pt x="344" y="284"/>
                    <a:pt x="333" y="285"/>
                    <a:pt x="323" y="288"/>
                  </a:cubicBezTo>
                  <a:lnTo>
                    <a:pt x="345" y="399"/>
                  </a:lnTo>
                  <a:cubicBezTo>
                    <a:pt x="356" y="399"/>
                    <a:pt x="356" y="399"/>
                    <a:pt x="356" y="410"/>
                  </a:cubicBezTo>
                  <a:cubicBezTo>
                    <a:pt x="367" y="410"/>
                    <a:pt x="367" y="421"/>
                    <a:pt x="367" y="421"/>
                  </a:cubicBezTo>
                  <a:cubicBezTo>
                    <a:pt x="359" y="438"/>
                    <a:pt x="332" y="448"/>
                    <a:pt x="306" y="448"/>
                  </a:cubicBezTo>
                  <a:cubicBezTo>
                    <a:pt x="297" y="448"/>
                    <a:pt x="287" y="447"/>
                    <a:pt x="278" y="444"/>
                  </a:cubicBezTo>
                  <a:cubicBezTo>
                    <a:pt x="244" y="432"/>
                    <a:pt x="212" y="399"/>
                    <a:pt x="189" y="355"/>
                  </a:cubicBezTo>
                  <a:cubicBezTo>
                    <a:pt x="145" y="288"/>
                    <a:pt x="133" y="199"/>
                    <a:pt x="189" y="155"/>
                  </a:cubicBezTo>
                  <a:cubicBezTo>
                    <a:pt x="214" y="130"/>
                    <a:pt x="247" y="121"/>
                    <a:pt x="283" y="121"/>
                  </a:cubicBezTo>
                  <a:cubicBezTo>
                    <a:pt x="329" y="121"/>
                    <a:pt x="379" y="136"/>
                    <a:pt x="422" y="155"/>
                  </a:cubicBezTo>
                  <a:cubicBezTo>
                    <a:pt x="622" y="244"/>
                    <a:pt x="778" y="444"/>
                    <a:pt x="789" y="654"/>
                  </a:cubicBezTo>
                  <a:cubicBezTo>
                    <a:pt x="789" y="710"/>
                    <a:pt x="778" y="765"/>
                    <a:pt x="755" y="799"/>
                  </a:cubicBezTo>
                  <a:cubicBezTo>
                    <a:pt x="731" y="824"/>
                    <a:pt x="700" y="836"/>
                    <a:pt x="672" y="836"/>
                  </a:cubicBezTo>
                  <a:cubicBezTo>
                    <a:pt x="662" y="836"/>
                    <a:pt x="653" y="835"/>
                    <a:pt x="644" y="832"/>
                  </a:cubicBezTo>
                  <a:lnTo>
                    <a:pt x="589" y="932"/>
                  </a:lnTo>
                  <a:cubicBezTo>
                    <a:pt x="612" y="955"/>
                    <a:pt x="644" y="955"/>
                    <a:pt x="667" y="955"/>
                  </a:cubicBezTo>
                  <a:cubicBezTo>
                    <a:pt x="733" y="955"/>
                    <a:pt x="800" y="921"/>
                    <a:pt x="844" y="866"/>
                  </a:cubicBezTo>
                  <a:cubicBezTo>
                    <a:pt x="889" y="810"/>
                    <a:pt x="911" y="733"/>
                    <a:pt x="900" y="644"/>
                  </a:cubicBezTo>
                  <a:cubicBezTo>
                    <a:pt x="889" y="388"/>
                    <a:pt x="711" y="143"/>
                    <a:pt x="467" y="44"/>
                  </a:cubicBezTo>
                  <a:cubicBezTo>
                    <a:pt x="413" y="17"/>
                    <a:pt x="352" y="0"/>
                    <a:pt x="292" y="0"/>
                  </a:cubicBezTo>
                  <a:close/>
                </a:path>
              </a:pathLst>
            </a:custGeom>
            <a:solidFill>
              <a:srgbClr val="1B4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42">
              <a:extLst>
                <a:ext uri="{FF2B5EF4-FFF2-40B4-BE49-F238E27FC236}">
                  <a16:creationId xmlns:a16="http://schemas.microsoft.com/office/drawing/2014/main" id="{14EA0D98-E483-E530-20AA-661B709C1332}"/>
                </a:ext>
              </a:extLst>
            </p:cNvPr>
            <p:cNvSpPr/>
            <p:nvPr/>
          </p:nvSpPr>
          <p:spPr>
            <a:xfrm>
              <a:off x="6646350" y="3540350"/>
              <a:ext cx="66375" cy="59225"/>
            </a:xfrm>
            <a:custGeom>
              <a:avLst/>
              <a:gdLst/>
              <a:ahLst/>
              <a:cxnLst/>
              <a:rect l="l" t="t" r="r" b="b"/>
              <a:pathLst>
                <a:path w="2655" h="2369" extrusionOk="0">
                  <a:moveTo>
                    <a:pt x="985" y="1"/>
                  </a:moveTo>
                  <a:cubicBezTo>
                    <a:pt x="770" y="1"/>
                    <a:pt x="583" y="45"/>
                    <a:pt x="422" y="125"/>
                  </a:cubicBezTo>
                  <a:cubicBezTo>
                    <a:pt x="211" y="224"/>
                    <a:pt x="55" y="391"/>
                    <a:pt x="0" y="580"/>
                  </a:cubicBezTo>
                  <a:lnTo>
                    <a:pt x="111" y="614"/>
                  </a:lnTo>
                  <a:cubicBezTo>
                    <a:pt x="156" y="458"/>
                    <a:pt x="300" y="313"/>
                    <a:pt x="478" y="224"/>
                  </a:cubicBezTo>
                  <a:cubicBezTo>
                    <a:pt x="613" y="157"/>
                    <a:pt x="783" y="123"/>
                    <a:pt x="971" y="123"/>
                  </a:cubicBezTo>
                  <a:cubicBezTo>
                    <a:pt x="999" y="123"/>
                    <a:pt x="1027" y="123"/>
                    <a:pt x="1055" y="125"/>
                  </a:cubicBezTo>
                  <a:cubicBezTo>
                    <a:pt x="1489" y="135"/>
                    <a:pt x="1899" y="302"/>
                    <a:pt x="2155" y="580"/>
                  </a:cubicBezTo>
                  <a:cubicBezTo>
                    <a:pt x="2433" y="869"/>
                    <a:pt x="2533" y="1280"/>
                    <a:pt x="2400" y="1624"/>
                  </a:cubicBezTo>
                  <a:cubicBezTo>
                    <a:pt x="2267" y="1979"/>
                    <a:pt x="1889" y="2246"/>
                    <a:pt x="1489" y="2258"/>
                  </a:cubicBezTo>
                  <a:cubicBezTo>
                    <a:pt x="1233" y="2258"/>
                    <a:pt x="966" y="2169"/>
                    <a:pt x="678" y="1979"/>
                  </a:cubicBezTo>
                  <a:cubicBezTo>
                    <a:pt x="556" y="1891"/>
                    <a:pt x="400" y="1791"/>
                    <a:pt x="322" y="1636"/>
                  </a:cubicBezTo>
                  <a:cubicBezTo>
                    <a:pt x="211" y="1446"/>
                    <a:pt x="223" y="1191"/>
                    <a:pt x="344" y="891"/>
                  </a:cubicBezTo>
                  <a:cubicBezTo>
                    <a:pt x="378" y="802"/>
                    <a:pt x="422" y="702"/>
                    <a:pt x="500" y="646"/>
                  </a:cubicBezTo>
                  <a:cubicBezTo>
                    <a:pt x="557" y="604"/>
                    <a:pt x="632" y="584"/>
                    <a:pt x="728" y="584"/>
                  </a:cubicBezTo>
                  <a:cubicBezTo>
                    <a:pt x="783" y="584"/>
                    <a:pt x="843" y="590"/>
                    <a:pt x="911" y="602"/>
                  </a:cubicBezTo>
                  <a:cubicBezTo>
                    <a:pt x="1277" y="658"/>
                    <a:pt x="1600" y="824"/>
                    <a:pt x="1778" y="1069"/>
                  </a:cubicBezTo>
                  <a:cubicBezTo>
                    <a:pt x="1978" y="1335"/>
                    <a:pt x="1978" y="1691"/>
                    <a:pt x="1800" y="1924"/>
                  </a:cubicBezTo>
                  <a:cubicBezTo>
                    <a:pt x="1710" y="2032"/>
                    <a:pt x="1570" y="2118"/>
                    <a:pt x="1425" y="2118"/>
                  </a:cubicBezTo>
                  <a:cubicBezTo>
                    <a:pt x="1391" y="2118"/>
                    <a:pt x="1356" y="2113"/>
                    <a:pt x="1322" y="2102"/>
                  </a:cubicBezTo>
                  <a:lnTo>
                    <a:pt x="1289" y="2224"/>
                  </a:lnTo>
                  <a:cubicBezTo>
                    <a:pt x="1331" y="2236"/>
                    <a:pt x="1374" y="2241"/>
                    <a:pt x="1416" y="2241"/>
                  </a:cubicBezTo>
                  <a:cubicBezTo>
                    <a:pt x="1606" y="2241"/>
                    <a:pt x="1788" y="2129"/>
                    <a:pt x="1889" y="2002"/>
                  </a:cubicBezTo>
                  <a:cubicBezTo>
                    <a:pt x="2111" y="1724"/>
                    <a:pt x="2099" y="1313"/>
                    <a:pt x="1877" y="991"/>
                  </a:cubicBezTo>
                  <a:cubicBezTo>
                    <a:pt x="1677" y="735"/>
                    <a:pt x="1333" y="547"/>
                    <a:pt x="922" y="480"/>
                  </a:cubicBezTo>
                  <a:cubicBezTo>
                    <a:pt x="858" y="470"/>
                    <a:pt x="800" y="465"/>
                    <a:pt x="746" y="465"/>
                  </a:cubicBezTo>
                  <a:cubicBezTo>
                    <a:pt x="620" y="465"/>
                    <a:pt x="519" y="492"/>
                    <a:pt x="433" y="547"/>
                  </a:cubicBezTo>
                  <a:cubicBezTo>
                    <a:pt x="322" y="624"/>
                    <a:pt x="267" y="735"/>
                    <a:pt x="223" y="846"/>
                  </a:cubicBezTo>
                  <a:cubicBezTo>
                    <a:pt x="100" y="1180"/>
                    <a:pt x="89" y="1468"/>
                    <a:pt x="211" y="1691"/>
                  </a:cubicBezTo>
                  <a:cubicBezTo>
                    <a:pt x="311" y="1868"/>
                    <a:pt x="478" y="1991"/>
                    <a:pt x="611" y="2080"/>
                  </a:cubicBezTo>
                  <a:cubicBezTo>
                    <a:pt x="911" y="2268"/>
                    <a:pt x="1200" y="2369"/>
                    <a:pt x="1477" y="2369"/>
                  </a:cubicBezTo>
                  <a:lnTo>
                    <a:pt x="1489" y="2369"/>
                  </a:lnTo>
                  <a:cubicBezTo>
                    <a:pt x="1933" y="2369"/>
                    <a:pt x="2366" y="2068"/>
                    <a:pt x="2511" y="1658"/>
                  </a:cubicBezTo>
                  <a:cubicBezTo>
                    <a:pt x="2655" y="1280"/>
                    <a:pt x="2555" y="813"/>
                    <a:pt x="2244" y="491"/>
                  </a:cubicBezTo>
                  <a:cubicBezTo>
                    <a:pt x="1966" y="202"/>
                    <a:pt x="1522" y="14"/>
                    <a:pt x="1055" y="2"/>
                  </a:cubicBezTo>
                  <a:cubicBezTo>
                    <a:pt x="1031" y="1"/>
                    <a:pt x="1008" y="1"/>
                    <a:pt x="985" y="1"/>
                  </a:cubicBezTo>
                  <a:close/>
                </a:path>
              </a:pathLst>
            </a:custGeom>
            <a:solidFill>
              <a:srgbClr val="1B4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42">
              <a:extLst>
                <a:ext uri="{FF2B5EF4-FFF2-40B4-BE49-F238E27FC236}">
                  <a16:creationId xmlns:a16="http://schemas.microsoft.com/office/drawing/2014/main" id="{8CFFF707-BBA8-0A0A-C7E0-34EF31D62A31}"/>
                </a:ext>
              </a:extLst>
            </p:cNvPr>
            <p:cNvSpPr/>
            <p:nvPr/>
          </p:nvSpPr>
          <p:spPr>
            <a:xfrm>
              <a:off x="6638575" y="3565675"/>
              <a:ext cx="8900" cy="20575"/>
            </a:xfrm>
            <a:custGeom>
              <a:avLst/>
              <a:gdLst/>
              <a:ahLst/>
              <a:cxnLst/>
              <a:rect l="l" t="t" r="r" b="b"/>
              <a:pathLst>
                <a:path w="356" h="823" extrusionOk="0">
                  <a:moveTo>
                    <a:pt x="78" y="0"/>
                  </a:moveTo>
                  <a:lnTo>
                    <a:pt x="78" y="0"/>
                  </a:lnTo>
                  <a:cubicBezTo>
                    <a:pt x="0" y="278"/>
                    <a:pt x="78" y="589"/>
                    <a:pt x="267" y="822"/>
                  </a:cubicBezTo>
                  <a:lnTo>
                    <a:pt x="356" y="734"/>
                  </a:lnTo>
                  <a:cubicBezTo>
                    <a:pt x="189" y="544"/>
                    <a:pt x="122" y="278"/>
                    <a:pt x="189" y="33"/>
                  </a:cubicBezTo>
                  <a:lnTo>
                    <a:pt x="78" y="0"/>
                  </a:lnTo>
                  <a:close/>
                </a:path>
              </a:pathLst>
            </a:custGeom>
            <a:solidFill>
              <a:srgbClr val="1B4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42">
              <a:extLst>
                <a:ext uri="{FF2B5EF4-FFF2-40B4-BE49-F238E27FC236}">
                  <a16:creationId xmlns:a16="http://schemas.microsoft.com/office/drawing/2014/main" id="{C8E4B81A-F67D-2A90-BF90-7A3C24456145}"/>
                </a:ext>
              </a:extLst>
            </p:cNvPr>
            <p:cNvSpPr/>
            <p:nvPr/>
          </p:nvSpPr>
          <p:spPr>
            <a:xfrm>
              <a:off x="6627175" y="3531800"/>
              <a:ext cx="25300" cy="50275"/>
            </a:xfrm>
            <a:custGeom>
              <a:avLst/>
              <a:gdLst/>
              <a:ahLst/>
              <a:cxnLst/>
              <a:rect l="l" t="t" r="r" b="b"/>
              <a:pathLst>
                <a:path w="1012" h="2011" extrusionOk="0">
                  <a:moveTo>
                    <a:pt x="978" y="0"/>
                  </a:moveTo>
                  <a:cubicBezTo>
                    <a:pt x="523" y="133"/>
                    <a:pt x="289" y="566"/>
                    <a:pt x="167" y="911"/>
                  </a:cubicBezTo>
                  <a:cubicBezTo>
                    <a:pt x="23" y="1322"/>
                    <a:pt x="0" y="1689"/>
                    <a:pt x="79" y="2010"/>
                  </a:cubicBezTo>
                  <a:lnTo>
                    <a:pt x="200" y="1978"/>
                  </a:lnTo>
                  <a:cubicBezTo>
                    <a:pt x="123" y="1677"/>
                    <a:pt x="145" y="1333"/>
                    <a:pt x="279" y="944"/>
                  </a:cubicBezTo>
                  <a:cubicBezTo>
                    <a:pt x="390" y="633"/>
                    <a:pt x="612" y="233"/>
                    <a:pt x="1012" y="122"/>
                  </a:cubicBezTo>
                  <a:lnTo>
                    <a:pt x="978" y="0"/>
                  </a:lnTo>
                  <a:close/>
                </a:path>
              </a:pathLst>
            </a:custGeom>
            <a:solidFill>
              <a:srgbClr val="1B4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42">
              <a:extLst>
                <a:ext uri="{FF2B5EF4-FFF2-40B4-BE49-F238E27FC236}">
                  <a16:creationId xmlns:a16="http://schemas.microsoft.com/office/drawing/2014/main" id="{4197299E-DB03-C6ED-17D0-D3F95CC5BA14}"/>
                </a:ext>
              </a:extLst>
            </p:cNvPr>
            <p:cNvSpPr/>
            <p:nvPr/>
          </p:nvSpPr>
          <p:spPr>
            <a:xfrm>
              <a:off x="6676900" y="3522350"/>
              <a:ext cx="46125" cy="30275"/>
            </a:xfrm>
            <a:custGeom>
              <a:avLst/>
              <a:gdLst/>
              <a:ahLst/>
              <a:cxnLst/>
              <a:rect l="l" t="t" r="r" b="b"/>
              <a:pathLst>
                <a:path w="1845" h="1211" extrusionOk="0">
                  <a:moveTo>
                    <a:pt x="11" y="0"/>
                  </a:moveTo>
                  <a:lnTo>
                    <a:pt x="0" y="112"/>
                  </a:lnTo>
                  <a:cubicBezTo>
                    <a:pt x="744" y="144"/>
                    <a:pt x="1444" y="589"/>
                    <a:pt x="1733" y="1211"/>
                  </a:cubicBezTo>
                  <a:lnTo>
                    <a:pt x="1844" y="1166"/>
                  </a:lnTo>
                  <a:cubicBezTo>
                    <a:pt x="1533" y="500"/>
                    <a:pt x="789" y="33"/>
                    <a:pt x="11" y="0"/>
                  </a:cubicBezTo>
                  <a:close/>
                </a:path>
              </a:pathLst>
            </a:custGeom>
            <a:solidFill>
              <a:srgbClr val="1B4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42">
              <a:extLst>
                <a:ext uri="{FF2B5EF4-FFF2-40B4-BE49-F238E27FC236}">
                  <a16:creationId xmlns:a16="http://schemas.microsoft.com/office/drawing/2014/main" id="{CC22CC10-768C-81DD-3E2B-4D27331DD972}"/>
                </a:ext>
              </a:extLst>
            </p:cNvPr>
            <p:cNvSpPr/>
            <p:nvPr/>
          </p:nvSpPr>
          <p:spPr>
            <a:xfrm>
              <a:off x="6241425" y="3630450"/>
              <a:ext cx="363275" cy="9975"/>
            </a:xfrm>
            <a:custGeom>
              <a:avLst/>
              <a:gdLst/>
              <a:ahLst/>
              <a:cxnLst/>
              <a:rect l="l" t="t" r="r" b="b"/>
              <a:pathLst>
                <a:path w="14531" h="399" extrusionOk="0">
                  <a:moveTo>
                    <a:pt x="12238" y="1"/>
                  </a:moveTo>
                  <a:cubicBezTo>
                    <a:pt x="10601" y="1"/>
                    <a:pt x="8959" y="80"/>
                    <a:pt x="7332" y="231"/>
                  </a:cubicBezTo>
                  <a:cubicBezTo>
                    <a:pt x="7377" y="197"/>
                    <a:pt x="7421" y="153"/>
                    <a:pt x="7454" y="108"/>
                  </a:cubicBezTo>
                  <a:lnTo>
                    <a:pt x="7532" y="20"/>
                  </a:lnTo>
                  <a:lnTo>
                    <a:pt x="7410" y="9"/>
                  </a:lnTo>
                  <a:cubicBezTo>
                    <a:pt x="7213" y="3"/>
                    <a:pt x="7015" y="1"/>
                    <a:pt x="6817" y="1"/>
                  </a:cubicBezTo>
                  <a:cubicBezTo>
                    <a:pt x="5799" y="1"/>
                    <a:pt x="4772" y="68"/>
                    <a:pt x="3778" y="142"/>
                  </a:cubicBezTo>
                  <a:cubicBezTo>
                    <a:pt x="2811" y="212"/>
                    <a:pt x="1819" y="281"/>
                    <a:pt x="830" y="281"/>
                  </a:cubicBezTo>
                  <a:cubicBezTo>
                    <a:pt x="557" y="281"/>
                    <a:pt x="284" y="276"/>
                    <a:pt x="11" y="264"/>
                  </a:cubicBezTo>
                  <a:lnTo>
                    <a:pt x="1" y="387"/>
                  </a:lnTo>
                  <a:cubicBezTo>
                    <a:pt x="235" y="395"/>
                    <a:pt x="470" y="398"/>
                    <a:pt x="705" y="398"/>
                  </a:cubicBezTo>
                  <a:cubicBezTo>
                    <a:pt x="1739" y="398"/>
                    <a:pt x="2773" y="328"/>
                    <a:pt x="3778" y="264"/>
                  </a:cubicBezTo>
                  <a:cubicBezTo>
                    <a:pt x="4738" y="189"/>
                    <a:pt x="5729" y="123"/>
                    <a:pt x="6713" y="123"/>
                  </a:cubicBezTo>
                  <a:cubicBezTo>
                    <a:pt x="6901" y="123"/>
                    <a:pt x="7089" y="125"/>
                    <a:pt x="7277" y="131"/>
                  </a:cubicBezTo>
                  <a:cubicBezTo>
                    <a:pt x="7188" y="209"/>
                    <a:pt x="7066" y="253"/>
                    <a:pt x="6943" y="276"/>
                  </a:cubicBezTo>
                  <a:lnTo>
                    <a:pt x="6888" y="276"/>
                  </a:lnTo>
                  <a:lnTo>
                    <a:pt x="6899" y="397"/>
                  </a:lnTo>
                  <a:cubicBezTo>
                    <a:pt x="6921" y="397"/>
                    <a:pt x="6943" y="397"/>
                    <a:pt x="6965" y="387"/>
                  </a:cubicBezTo>
                  <a:cubicBezTo>
                    <a:pt x="8689" y="210"/>
                    <a:pt x="10432" y="119"/>
                    <a:pt x="12175" y="119"/>
                  </a:cubicBezTo>
                  <a:cubicBezTo>
                    <a:pt x="12961" y="119"/>
                    <a:pt x="13747" y="137"/>
                    <a:pt x="14531" y="175"/>
                  </a:cubicBezTo>
                  <a:lnTo>
                    <a:pt x="14531" y="53"/>
                  </a:lnTo>
                  <a:cubicBezTo>
                    <a:pt x="13769" y="18"/>
                    <a:pt x="13004" y="1"/>
                    <a:pt x="12238" y="1"/>
                  </a:cubicBezTo>
                  <a:close/>
                </a:path>
              </a:pathLst>
            </a:custGeom>
            <a:solidFill>
              <a:srgbClr val="467A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42">
              <a:extLst>
                <a:ext uri="{FF2B5EF4-FFF2-40B4-BE49-F238E27FC236}">
                  <a16:creationId xmlns:a16="http://schemas.microsoft.com/office/drawing/2014/main" id="{9C8530AE-9B26-2CA6-8A2F-62934DF0EBD6}"/>
                </a:ext>
              </a:extLst>
            </p:cNvPr>
            <p:cNvSpPr/>
            <p:nvPr/>
          </p:nvSpPr>
          <p:spPr>
            <a:xfrm>
              <a:off x="6208650" y="3520625"/>
              <a:ext cx="380500" cy="33125"/>
            </a:xfrm>
            <a:custGeom>
              <a:avLst/>
              <a:gdLst/>
              <a:ahLst/>
              <a:cxnLst/>
              <a:rect l="l" t="t" r="r" b="b"/>
              <a:pathLst>
                <a:path w="15220" h="1325" extrusionOk="0">
                  <a:moveTo>
                    <a:pt x="11915" y="0"/>
                  </a:moveTo>
                  <a:cubicBezTo>
                    <a:pt x="11378" y="0"/>
                    <a:pt x="10850" y="28"/>
                    <a:pt x="10354" y="58"/>
                  </a:cubicBezTo>
                  <a:cubicBezTo>
                    <a:pt x="9410" y="102"/>
                    <a:pt x="8466" y="147"/>
                    <a:pt x="7521" y="203"/>
                  </a:cubicBezTo>
                  <a:lnTo>
                    <a:pt x="1556" y="524"/>
                  </a:lnTo>
                  <a:lnTo>
                    <a:pt x="1556" y="580"/>
                  </a:lnTo>
                  <a:cubicBezTo>
                    <a:pt x="1545" y="769"/>
                    <a:pt x="1667" y="958"/>
                    <a:pt x="1833" y="1080"/>
                  </a:cubicBezTo>
                  <a:lnTo>
                    <a:pt x="1" y="1203"/>
                  </a:lnTo>
                  <a:lnTo>
                    <a:pt x="11" y="1324"/>
                  </a:lnTo>
                  <a:lnTo>
                    <a:pt x="2600" y="1147"/>
                  </a:lnTo>
                  <a:lnTo>
                    <a:pt x="2100" y="1058"/>
                  </a:lnTo>
                  <a:cubicBezTo>
                    <a:pt x="1878" y="1025"/>
                    <a:pt x="1700" y="836"/>
                    <a:pt x="1678" y="636"/>
                  </a:cubicBezTo>
                  <a:lnTo>
                    <a:pt x="7533" y="325"/>
                  </a:lnTo>
                  <a:cubicBezTo>
                    <a:pt x="8476" y="269"/>
                    <a:pt x="9421" y="225"/>
                    <a:pt x="10365" y="169"/>
                  </a:cubicBezTo>
                  <a:cubicBezTo>
                    <a:pt x="10858" y="143"/>
                    <a:pt x="11379" y="117"/>
                    <a:pt x="11910" y="117"/>
                  </a:cubicBezTo>
                  <a:cubicBezTo>
                    <a:pt x="12518" y="117"/>
                    <a:pt x="13138" y="151"/>
                    <a:pt x="13742" y="258"/>
                  </a:cubicBezTo>
                  <a:cubicBezTo>
                    <a:pt x="13465" y="502"/>
                    <a:pt x="13098" y="658"/>
                    <a:pt x="12720" y="692"/>
                  </a:cubicBezTo>
                  <a:lnTo>
                    <a:pt x="12720" y="803"/>
                  </a:lnTo>
                  <a:lnTo>
                    <a:pt x="15220" y="747"/>
                  </a:lnTo>
                  <a:lnTo>
                    <a:pt x="15208" y="625"/>
                  </a:lnTo>
                  <a:lnTo>
                    <a:pt x="13287" y="669"/>
                  </a:lnTo>
                  <a:cubicBezTo>
                    <a:pt x="13520" y="580"/>
                    <a:pt x="13742" y="436"/>
                    <a:pt x="13909" y="269"/>
                  </a:cubicBezTo>
                  <a:lnTo>
                    <a:pt x="13986" y="191"/>
                  </a:lnTo>
                  <a:lnTo>
                    <a:pt x="13875" y="169"/>
                  </a:lnTo>
                  <a:cubicBezTo>
                    <a:pt x="13235" y="41"/>
                    <a:pt x="12568" y="0"/>
                    <a:pt x="11915" y="0"/>
                  </a:cubicBezTo>
                  <a:close/>
                </a:path>
              </a:pathLst>
            </a:custGeom>
            <a:solidFill>
              <a:srgbClr val="467A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42">
              <a:extLst>
                <a:ext uri="{FF2B5EF4-FFF2-40B4-BE49-F238E27FC236}">
                  <a16:creationId xmlns:a16="http://schemas.microsoft.com/office/drawing/2014/main" id="{FDC445AE-7F68-7D08-0854-BACE7DBDD713}"/>
                </a:ext>
              </a:extLst>
            </p:cNvPr>
            <p:cNvSpPr/>
            <p:nvPr/>
          </p:nvSpPr>
          <p:spPr>
            <a:xfrm>
              <a:off x="6229475" y="3513450"/>
              <a:ext cx="163325" cy="13075"/>
            </a:xfrm>
            <a:custGeom>
              <a:avLst/>
              <a:gdLst/>
              <a:ahLst/>
              <a:cxnLst/>
              <a:rect l="l" t="t" r="r" b="b"/>
              <a:pathLst>
                <a:path w="6533" h="523" extrusionOk="0">
                  <a:moveTo>
                    <a:pt x="6522" y="1"/>
                  </a:moveTo>
                  <a:lnTo>
                    <a:pt x="1" y="401"/>
                  </a:lnTo>
                  <a:lnTo>
                    <a:pt x="12" y="523"/>
                  </a:lnTo>
                  <a:lnTo>
                    <a:pt x="6533" y="123"/>
                  </a:lnTo>
                  <a:lnTo>
                    <a:pt x="6522" y="1"/>
                  </a:lnTo>
                  <a:close/>
                </a:path>
              </a:pathLst>
            </a:custGeom>
            <a:solidFill>
              <a:srgbClr val="467A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42">
              <a:extLst>
                <a:ext uri="{FF2B5EF4-FFF2-40B4-BE49-F238E27FC236}">
                  <a16:creationId xmlns:a16="http://schemas.microsoft.com/office/drawing/2014/main" id="{600C899B-BD36-881F-F42E-FEB5FE02E172}"/>
                </a:ext>
              </a:extLst>
            </p:cNvPr>
            <p:cNvSpPr/>
            <p:nvPr/>
          </p:nvSpPr>
          <p:spPr>
            <a:xfrm>
              <a:off x="6315575" y="3602725"/>
              <a:ext cx="269975" cy="17675"/>
            </a:xfrm>
            <a:custGeom>
              <a:avLst/>
              <a:gdLst/>
              <a:ahLst/>
              <a:cxnLst/>
              <a:rect l="l" t="t" r="r" b="b"/>
              <a:pathLst>
                <a:path w="10799" h="707" extrusionOk="0">
                  <a:moveTo>
                    <a:pt x="7839" y="0"/>
                  </a:moveTo>
                  <a:cubicBezTo>
                    <a:pt x="6568" y="0"/>
                    <a:pt x="5295" y="28"/>
                    <a:pt x="4033" y="84"/>
                  </a:cubicBezTo>
                  <a:lnTo>
                    <a:pt x="3700" y="96"/>
                  </a:lnTo>
                  <a:lnTo>
                    <a:pt x="4022" y="195"/>
                  </a:lnTo>
                  <a:cubicBezTo>
                    <a:pt x="4078" y="218"/>
                    <a:pt x="4122" y="240"/>
                    <a:pt x="4177" y="262"/>
                  </a:cubicBezTo>
                  <a:cubicBezTo>
                    <a:pt x="2789" y="429"/>
                    <a:pt x="1389" y="529"/>
                    <a:pt x="0" y="585"/>
                  </a:cubicBezTo>
                  <a:lnTo>
                    <a:pt x="0" y="706"/>
                  </a:lnTo>
                  <a:cubicBezTo>
                    <a:pt x="1444" y="651"/>
                    <a:pt x="2911" y="540"/>
                    <a:pt x="4344" y="362"/>
                  </a:cubicBezTo>
                  <a:lnTo>
                    <a:pt x="4488" y="351"/>
                  </a:lnTo>
                  <a:lnTo>
                    <a:pt x="4377" y="262"/>
                  </a:lnTo>
                  <a:lnTo>
                    <a:pt x="4278" y="195"/>
                  </a:lnTo>
                  <a:cubicBezTo>
                    <a:pt x="5467" y="147"/>
                    <a:pt x="6664" y="121"/>
                    <a:pt x="7858" y="121"/>
                  </a:cubicBezTo>
                  <a:cubicBezTo>
                    <a:pt x="8838" y="121"/>
                    <a:pt x="9816" y="138"/>
                    <a:pt x="10787" y="173"/>
                  </a:cubicBezTo>
                  <a:lnTo>
                    <a:pt x="10798" y="51"/>
                  </a:lnTo>
                  <a:cubicBezTo>
                    <a:pt x="9816" y="17"/>
                    <a:pt x="8828" y="0"/>
                    <a:pt x="7839" y="0"/>
                  </a:cubicBezTo>
                  <a:close/>
                </a:path>
              </a:pathLst>
            </a:custGeom>
            <a:solidFill>
              <a:srgbClr val="467A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42">
              <a:extLst>
                <a:ext uri="{FF2B5EF4-FFF2-40B4-BE49-F238E27FC236}">
                  <a16:creationId xmlns:a16="http://schemas.microsoft.com/office/drawing/2014/main" id="{D29D0334-07AD-91B8-484D-1B874DE88EED}"/>
                </a:ext>
              </a:extLst>
            </p:cNvPr>
            <p:cNvSpPr/>
            <p:nvPr/>
          </p:nvSpPr>
          <p:spPr>
            <a:xfrm>
              <a:off x="6410550" y="3637875"/>
              <a:ext cx="100550" cy="92325"/>
            </a:xfrm>
            <a:custGeom>
              <a:avLst/>
              <a:gdLst/>
              <a:ahLst/>
              <a:cxnLst/>
              <a:rect l="l" t="t" r="r" b="b"/>
              <a:pathLst>
                <a:path w="4022" h="3693" extrusionOk="0">
                  <a:moveTo>
                    <a:pt x="1989" y="1"/>
                  </a:moveTo>
                  <a:cubicBezTo>
                    <a:pt x="1956" y="467"/>
                    <a:pt x="1556" y="801"/>
                    <a:pt x="1167" y="1056"/>
                  </a:cubicBezTo>
                  <a:cubicBezTo>
                    <a:pt x="800" y="1289"/>
                    <a:pt x="0" y="1655"/>
                    <a:pt x="223" y="2178"/>
                  </a:cubicBezTo>
                  <a:cubicBezTo>
                    <a:pt x="456" y="2756"/>
                    <a:pt x="967" y="3378"/>
                    <a:pt x="1534" y="3644"/>
                  </a:cubicBezTo>
                  <a:cubicBezTo>
                    <a:pt x="1588" y="3674"/>
                    <a:pt x="1655" y="3692"/>
                    <a:pt x="1717" y="3692"/>
                  </a:cubicBezTo>
                  <a:cubicBezTo>
                    <a:pt x="1795" y="3692"/>
                    <a:pt x="1864" y="3663"/>
                    <a:pt x="1889" y="3588"/>
                  </a:cubicBezTo>
                  <a:cubicBezTo>
                    <a:pt x="1901" y="3533"/>
                    <a:pt x="1878" y="3477"/>
                    <a:pt x="1845" y="3422"/>
                  </a:cubicBezTo>
                  <a:cubicBezTo>
                    <a:pt x="1701" y="3200"/>
                    <a:pt x="1400" y="3011"/>
                    <a:pt x="1445" y="2744"/>
                  </a:cubicBezTo>
                  <a:lnTo>
                    <a:pt x="1445" y="2744"/>
                  </a:lnTo>
                  <a:cubicBezTo>
                    <a:pt x="1689" y="3033"/>
                    <a:pt x="2000" y="3267"/>
                    <a:pt x="2345" y="3422"/>
                  </a:cubicBezTo>
                  <a:cubicBezTo>
                    <a:pt x="2404" y="3452"/>
                    <a:pt x="2468" y="3476"/>
                    <a:pt x="2527" y="3476"/>
                  </a:cubicBezTo>
                  <a:cubicBezTo>
                    <a:pt x="2557" y="3476"/>
                    <a:pt x="2585" y="3470"/>
                    <a:pt x="2612" y="3455"/>
                  </a:cubicBezTo>
                  <a:cubicBezTo>
                    <a:pt x="2733" y="3400"/>
                    <a:pt x="2733" y="3211"/>
                    <a:pt x="2667" y="3089"/>
                  </a:cubicBezTo>
                  <a:cubicBezTo>
                    <a:pt x="2578" y="2922"/>
                    <a:pt x="2412" y="2811"/>
                    <a:pt x="2278" y="2689"/>
                  </a:cubicBezTo>
                  <a:cubicBezTo>
                    <a:pt x="2145" y="2556"/>
                    <a:pt x="2022" y="2378"/>
                    <a:pt x="2056" y="2200"/>
                  </a:cubicBezTo>
                  <a:lnTo>
                    <a:pt x="2056" y="2200"/>
                  </a:lnTo>
                  <a:cubicBezTo>
                    <a:pt x="2333" y="2433"/>
                    <a:pt x="2612" y="2655"/>
                    <a:pt x="2889" y="2877"/>
                  </a:cubicBezTo>
                  <a:cubicBezTo>
                    <a:pt x="2984" y="2951"/>
                    <a:pt x="3108" y="3019"/>
                    <a:pt x="3214" y="3019"/>
                  </a:cubicBezTo>
                  <a:cubicBezTo>
                    <a:pt x="3268" y="3019"/>
                    <a:pt x="3318" y="3001"/>
                    <a:pt x="3355" y="2956"/>
                  </a:cubicBezTo>
                  <a:cubicBezTo>
                    <a:pt x="3434" y="2889"/>
                    <a:pt x="3422" y="2778"/>
                    <a:pt x="3400" y="2678"/>
                  </a:cubicBezTo>
                  <a:cubicBezTo>
                    <a:pt x="3266" y="2278"/>
                    <a:pt x="2800" y="2100"/>
                    <a:pt x="2545" y="1778"/>
                  </a:cubicBezTo>
                  <a:cubicBezTo>
                    <a:pt x="2511" y="1734"/>
                    <a:pt x="2500" y="1667"/>
                    <a:pt x="2545" y="1655"/>
                  </a:cubicBezTo>
                  <a:cubicBezTo>
                    <a:pt x="2800" y="1845"/>
                    <a:pt x="3067" y="2033"/>
                    <a:pt x="3333" y="2222"/>
                  </a:cubicBezTo>
                  <a:cubicBezTo>
                    <a:pt x="3434" y="2300"/>
                    <a:pt x="3555" y="2389"/>
                    <a:pt x="3689" y="2400"/>
                  </a:cubicBezTo>
                  <a:cubicBezTo>
                    <a:pt x="3703" y="2403"/>
                    <a:pt x="3717" y="2404"/>
                    <a:pt x="3731" y="2404"/>
                  </a:cubicBezTo>
                  <a:cubicBezTo>
                    <a:pt x="3845" y="2404"/>
                    <a:pt x="3971" y="2329"/>
                    <a:pt x="4000" y="2211"/>
                  </a:cubicBezTo>
                  <a:cubicBezTo>
                    <a:pt x="4022" y="2078"/>
                    <a:pt x="3900" y="1956"/>
                    <a:pt x="3800" y="1867"/>
                  </a:cubicBezTo>
                  <a:cubicBezTo>
                    <a:pt x="3522" y="1633"/>
                    <a:pt x="3244" y="1400"/>
                    <a:pt x="2978" y="1167"/>
                  </a:cubicBezTo>
                  <a:cubicBezTo>
                    <a:pt x="3056" y="1001"/>
                    <a:pt x="3355" y="1144"/>
                    <a:pt x="3478" y="1001"/>
                  </a:cubicBezTo>
                  <a:cubicBezTo>
                    <a:pt x="3533" y="934"/>
                    <a:pt x="3511" y="833"/>
                    <a:pt x="3456" y="756"/>
                  </a:cubicBezTo>
                  <a:cubicBezTo>
                    <a:pt x="3411" y="689"/>
                    <a:pt x="3333" y="656"/>
                    <a:pt x="3256" y="611"/>
                  </a:cubicBezTo>
                  <a:cubicBezTo>
                    <a:pt x="2834" y="401"/>
                    <a:pt x="2412" y="201"/>
                    <a:pt x="1989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42">
              <a:extLst>
                <a:ext uri="{FF2B5EF4-FFF2-40B4-BE49-F238E27FC236}">
                  <a16:creationId xmlns:a16="http://schemas.microsoft.com/office/drawing/2014/main" id="{56227967-71DA-F39E-89C3-AAD22C1F602A}"/>
                </a:ext>
              </a:extLst>
            </p:cNvPr>
            <p:cNvSpPr/>
            <p:nvPr/>
          </p:nvSpPr>
          <p:spPr>
            <a:xfrm>
              <a:off x="6284475" y="3392375"/>
              <a:ext cx="238025" cy="310500"/>
            </a:xfrm>
            <a:custGeom>
              <a:avLst/>
              <a:gdLst/>
              <a:ahLst/>
              <a:cxnLst/>
              <a:rect l="l" t="t" r="r" b="b"/>
              <a:pathLst>
                <a:path w="9521" h="12420" extrusionOk="0">
                  <a:moveTo>
                    <a:pt x="7345" y="1"/>
                  </a:moveTo>
                  <a:cubicBezTo>
                    <a:pt x="6401" y="1"/>
                    <a:pt x="5567" y="465"/>
                    <a:pt x="4788" y="967"/>
                  </a:cubicBezTo>
                  <a:cubicBezTo>
                    <a:pt x="3799" y="1611"/>
                    <a:pt x="2822" y="2311"/>
                    <a:pt x="1967" y="3111"/>
                  </a:cubicBezTo>
                  <a:cubicBezTo>
                    <a:pt x="1656" y="3410"/>
                    <a:pt x="1355" y="3722"/>
                    <a:pt x="1089" y="4066"/>
                  </a:cubicBezTo>
                  <a:cubicBezTo>
                    <a:pt x="733" y="4511"/>
                    <a:pt x="434" y="5010"/>
                    <a:pt x="212" y="5543"/>
                  </a:cubicBezTo>
                  <a:cubicBezTo>
                    <a:pt x="101" y="5822"/>
                    <a:pt x="0" y="6121"/>
                    <a:pt x="22" y="6421"/>
                  </a:cubicBezTo>
                  <a:cubicBezTo>
                    <a:pt x="34" y="6644"/>
                    <a:pt x="111" y="6844"/>
                    <a:pt x="200" y="7044"/>
                  </a:cubicBezTo>
                  <a:cubicBezTo>
                    <a:pt x="323" y="7321"/>
                    <a:pt x="500" y="7565"/>
                    <a:pt x="711" y="7787"/>
                  </a:cubicBezTo>
                  <a:cubicBezTo>
                    <a:pt x="700" y="7787"/>
                    <a:pt x="678" y="7787"/>
                    <a:pt x="667" y="7799"/>
                  </a:cubicBezTo>
                  <a:cubicBezTo>
                    <a:pt x="911" y="8187"/>
                    <a:pt x="1178" y="8565"/>
                    <a:pt x="1466" y="8932"/>
                  </a:cubicBezTo>
                  <a:cubicBezTo>
                    <a:pt x="1256" y="8832"/>
                    <a:pt x="1044" y="8743"/>
                    <a:pt x="844" y="8643"/>
                  </a:cubicBezTo>
                  <a:lnTo>
                    <a:pt x="844" y="8643"/>
                  </a:lnTo>
                  <a:cubicBezTo>
                    <a:pt x="1456" y="9232"/>
                    <a:pt x="2122" y="9754"/>
                    <a:pt x="2833" y="10209"/>
                  </a:cubicBezTo>
                  <a:lnTo>
                    <a:pt x="2466" y="10142"/>
                  </a:lnTo>
                  <a:lnTo>
                    <a:pt x="2466" y="10142"/>
                  </a:lnTo>
                  <a:cubicBezTo>
                    <a:pt x="2678" y="10187"/>
                    <a:pt x="2811" y="10409"/>
                    <a:pt x="2933" y="10554"/>
                  </a:cubicBezTo>
                  <a:cubicBezTo>
                    <a:pt x="3088" y="10742"/>
                    <a:pt x="3278" y="10876"/>
                    <a:pt x="3444" y="11043"/>
                  </a:cubicBezTo>
                  <a:cubicBezTo>
                    <a:pt x="3878" y="11498"/>
                    <a:pt x="4333" y="11920"/>
                    <a:pt x="4844" y="12298"/>
                  </a:cubicBezTo>
                  <a:cubicBezTo>
                    <a:pt x="4920" y="12359"/>
                    <a:pt x="5028" y="12420"/>
                    <a:pt x="5124" y="12420"/>
                  </a:cubicBezTo>
                  <a:cubicBezTo>
                    <a:pt x="5167" y="12420"/>
                    <a:pt x="5209" y="12407"/>
                    <a:pt x="5243" y="12376"/>
                  </a:cubicBezTo>
                  <a:cubicBezTo>
                    <a:pt x="5388" y="12242"/>
                    <a:pt x="5221" y="11998"/>
                    <a:pt x="5288" y="11809"/>
                  </a:cubicBezTo>
                  <a:lnTo>
                    <a:pt x="5288" y="11809"/>
                  </a:lnTo>
                  <a:cubicBezTo>
                    <a:pt x="5355" y="11942"/>
                    <a:pt x="5433" y="12075"/>
                    <a:pt x="5555" y="12164"/>
                  </a:cubicBezTo>
                  <a:cubicBezTo>
                    <a:pt x="5627" y="12217"/>
                    <a:pt x="5719" y="12250"/>
                    <a:pt x="5807" y="12250"/>
                  </a:cubicBezTo>
                  <a:cubicBezTo>
                    <a:pt x="5868" y="12250"/>
                    <a:pt x="5927" y="12234"/>
                    <a:pt x="5977" y="12198"/>
                  </a:cubicBezTo>
                  <a:cubicBezTo>
                    <a:pt x="6088" y="12109"/>
                    <a:pt x="6110" y="11954"/>
                    <a:pt x="6110" y="11820"/>
                  </a:cubicBezTo>
                  <a:cubicBezTo>
                    <a:pt x="6099" y="11564"/>
                    <a:pt x="5999" y="11320"/>
                    <a:pt x="5833" y="11142"/>
                  </a:cubicBezTo>
                  <a:lnTo>
                    <a:pt x="5833" y="11142"/>
                  </a:lnTo>
                  <a:cubicBezTo>
                    <a:pt x="6021" y="11287"/>
                    <a:pt x="6265" y="11387"/>
                    <a:pt x="6510" y="11398"/>
                  </a:cubicBezTo>
                  <a:cubicBezTo>
                    <a:pt x="6525" y="11399"/>
                    <a:pt x="6541" y="11400"/>
                    <a:pt x="6557" y="11400"/>
                  </a:cubicBezTo>
                  <a:cubicBezTo>
                    <a:pt x="6678" y="11400"/>
                    <a:pt x="6804" y="11362"/>
                    <a:pt x="6843" y="11253"/>
                  </a:cubicBezTo>
                  <a:cubicBezTo>
                    <a:pt x="6865" y="11176"/>
                    <a:pt x="6832" y="11098"/>
                    <a:pt x="6788" y="11031"/>
                  </a:cubicBezTo>
                  <a:cubicBezTo>
                    <a:pt x="6688" y="10865"/>
                    <a:pt x="6566" y="10709"/>
                    <a:pt x="6410" y="10587"/>
                  </a:cubicBezTo>
                  <a:lnTo>
                    <a:pt x="6410" y="10587"/>
                  </a:lnTo>
                  <a:cubicBezTo>
                    <a:pt x="6621" y="10687"/>
                    <a:pt x="6843" y="10754"/>
                    <a:pt x="7077" y="10798"/>
                  </a:cubicBezTo>
                  <a:cubicBezTo>
                    <a:pt x="7104" y="10802"/>
                    <a:pt x="7134" y="10806"/>
                    <a:pt x="7164" y="10806"/>
                  </a:cubicBezTo>
                  <a:cubicBezTo>
                    <a:pt x="7218" y="10806"/>
                    <a:pt x="7270" y="10793"/>
                    <a:pt x="7299" y="10742"/>
                  </a:cubicBezTo>
                  <a:cubicBezTo>
                    <a:pt x="7332" y="10698"/>
                    <a:pt x="7321" y="10643"/>
                    <a:pt x="7299" y="10587"/>
                  </a:cubicBezTo>
                  <a:cubicBezTo>
                    <a:pt x="7210" y="10320"/>
                    <a:pt x="7021" y="10076"/>
                    <a:pt x="6788" y="9920"/>
                  </a:cubicBezTo>
                  <a:lnTo>
                    <a:pt x="6788" y="9920"/>
                  </a:lnTo>
                  <a:cubicBezTo>
                    <a:pt x="6915" y="9961"/>
                    <a:pt x="7048" y="9982"/>
                    <a:pt x="7181" y="9982"/>
                  </a:cubicBezTo>
                  <a:cubicBezTo>
                    <a:pt x="7371" y="9982"/>
                    <a:pt x="7561" y="9939"/>
                    <a:pt x="7732" y="9854"/>
                  </a:cubicBezTo>
                  <a:cubicBezTo>
                    <a:pt x="6932" y="9120"/>
                    <a:pt x="6277" y="8288"/>
                    <a:pt x="5699" y="7399"/>
                  </a:cubicBezTo>
                  <a:cubicBezTo>
                    <a:pt x="5499" y="7099"/>
                    <a:pt x="5322" y="6777"/>
                    <a:pt x="5132" y="6454"/>
                  </a:cubicBezTo>
                  <a:cubicBezTo>
                    <a:pt x="5788" y="5777"/>
                    <a:pt x="6455" y="5099"/>
                    <a:pt x="7176" y="4533"/>
                  </a:cubicBezTo>
                  <a:cubicBezTo>
                    <a:pt x="7810" y="3911"/>
                    <a:pt x="8376" y="3211"/>
                    <a:pt x="8820" y="2455"/>
                  </a:cubicBezTo>
                  <a:cubicBezTo>
                    <a:pt x="9143" y="1877"/>
                    <a:pt x="9521" y="1356"/>
                    <a:pt x="9032" y="711"/>
                  </a:cubicBezTo>
                  <a:cubicBezTo>
                    <a:pt x="8699" y="267"/>
                    <a:pt x="8132" y="67"/>
                    <a:pt x="7588" y="11"/>
                  </a:cubicBezTo>
                  <a:cubicBezTo>
                    <a:pt x="7506" y="4"/>
                    <a:pt x="7425" y="1"/>
                    <a:pt x="7345" y="1"/>
                  </a:cubicBezTo>
                  <a:close/>
                </a:path>
              </a:pathLst>
            </a:custGeom>
            <a:solidFill>
              <a:srgbClr val="804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42">
              <a:extLst>
                <a:ext uri="{FF2B5EF4-FFF2-40B4-BE49-F238E27FC236}">
                  <a16:creationId xmlns:a16="http://schemas.microsoft.com/office/drawing/2014/main" id="{CADE7D47-FC99-CDFD-00EC-58B177A272EF}"/>
                </a:ext>
              </a:extLst>
            </p:cNvPr>
            <p:cNvSpPr/>
            <p:nvPr/>
          </p:nvSpPr>
          <p:spPr>
            <a:xfrm>
              <a:off x="6300575" y="3473475"/>
              <a:ext cx="101675" cy="204425"/>
            </a:xfrm>
            <a:custGeom>
              <a:avLst/>
              <a:gdLst/>
              <a:ahLst/>
              <a:cxnLst/>
              <a:rect l="l" t="t" r="r" b="b"/>
              <a:pathLst>
                <a:path w="4067" h="8177" extrusionOk="0">
                  <a:moveTo>
                    <a:pt x="1723" y="0"/>
                  </a:moveTo>
                  <a:cubicBezTo>
                    <a:pt x="1456" y="189"/>
                    <a:pt x="1256" y="445"/>
                    <a:pt x="1089" y="667"/>
                  </a:cubicBezTo>
                  <a:cubicBezTo>
                    <a:pt x="556" y="1378"/>
                    <a:pt x="245" y="2033"/>
                    <a:pt x="134" y="2677"/>
                  </a:cubicBezTo>
                  <a:cubicBezTo>
                    <a:pt x="0" y="3488"/>
                    <a:pt x="212" y="4277"/>
                    <a:pt x="711" y="4788"/>
                  </a:cubicBezTo>
                  <a:lnTo>
                    <a:pt x="745" y="4832"/>
                  </a:lnTo>
                  <a:lnTo>
                    <a:pt x="756" y="4822"/>
                  </a:lnTo>
                  <a:cubicBezTo>
                    <a:pt x="756" y="4854"/>
                    <a:pt x="767" y="4888"/>
                    <a:pt x="778" y="4921"/>
                  </a:cubicBezTo>
                  <a:cubicBezTo>
                    <a:pt x="878" y="5232"/>
                    <a:pt x="1012" y="5588"/>
                    <a:pt x="1278" y="5810"/>
                  </a:cubicBezTo>
                  <a:cubicBezTo>
                    <a:pt x="1370" y="5883"/>
                    <a:pt x="1462" y="5927"/>
                    <a:pt x="1548" y="5927"/>
                  </a:cubicBezTo>
                  <a:cubicBezTo>
                    <a:pt x="1566" y="5927"/>
                    <a:pt x="1583" y="5925"/>
                    <a:pt x="1600" y="5921"/>
                  </a:cubicBezTo>
                  <a:cubicBezTo>
                    <a:pt x="1634" y="5910"/>
                    <a:pt x="1667" y="5899"/>
                    <a:pt x="1700" y="5866"/>
                  </a:cubicBezTo>
                  <a:cubicBezTo>
                    <a:pt x="2056" y="6943"/>
                    <a:pt x="2955" y="7832"/>
                    <a:pt x="4033" y="8176"/>
                  </a:cubicBezTo>
                  <a:lnTo>
                    <a:pt x="4066" y="8065"/>
                  </a:lnTo>
                  <a:cubicBezTo>
                    <a:pt x="2989" y="7720"/>
                    <a:pt x="2089" y="6810"/>
                    <a:pt x="1778" y="5721"/>
                  </a:cubicBezTo>
                  <a:cubicBezTo>
                    <a:pt x="1778" y="5676"/>
                    <a:pt x="1767" y="5632"/>
                    <a:pt x="1733" y="5599"/>
                  </a:cubicBezTo>
                  <a:lnTo>
                    <a:pt x="1567" y="5399"/>
                  </a:lnTo>
                  <a:lnTo>
                    <a:pt x="1567" y="5399"/>
                  </a:lnTo>
                  <a:lnTo>
                    <a:pt x="1634" y="5654"/>
                  </a:lnTo>
                  <a:cubicBezTo>
                    <a:pt x="1634" y="5676"/>
                    <a:pt x="1645" y="5699"/>
                    <a:pt x="1656" y="5721"/>
                  </a:cubicBezTo>
                  <a:cubicBezTo>
                    <a:pt x="1656" y="5732"/>
                    <a:pt x="1645" y="5732"/>
                    <a:pt x="1645" y="5732"/>
                  </a:cubicBezTo>
                  <a:cubicBezTo>
                    <a:pt x="1634" y="5765"/>
                    <a:pt x="1600" y="5799"/>
                    <a:pt x="1578" y="5799"/>
                  </a:cubicBezTo>
                  <a:cubicBezTo>
                    <a:pt x="1566" y="5803"/>
                    <a:pt x="1553" y="5804"/>
                    <a:pt x="1541" y="5804"/>
                  </a:cubicBezTo>
                  <a:cubicBezTo>
                    <a:pt x="1474" y="5804"/>
                    <a:pt x="1403" y="5758"/>
                    <a:pt x="1356" y="5721"/>
                  </a:cubicBezTo>
                  <a:cubicBezTo>
                    <a:pt x="1111" y="5510"/>
                    <a:pt x="990" y="5177"/>
                    <a:pt x="889" y="4877"/>
                  </a:cubicBezTo>
                  <a:cubicBezTo>
                    <a:pt x="878" y="4832"/>
                    <a:pt x="867" y="4788"/>
                    <a:pt x="856" y="4733"/>
                  </a:cubicBezTo>
                  <a:cubicBezTo>
                    <a:pt x="956" y="4622"/>
                    <a:pt x="1000" y="4454"/>
                    <a:pt x="956" y="4311"/>
                  </a:cubicBezTo>
                  <a:lnTo>
                    <a:pt x="934" y="4232"/>
                  </a:lnTo>
                  <a:lnTo>
                    <a:pt x="867" y="4277"/>
                  </a:lnTo>
                  <a:cubicBezTo>
                    <a:pt x="790" y="4333"/>
                    <a:pt x="711" y="4432"/>
                    <a:pt x="723" y="4632"/>
                  </a:cubicBezTo>
                  <a:cubicBezTo>
                    <a:pt x="311" y="4143"/>
                    <a:pt x="134" y="3432"/>
                    <a:pt x="256" y="2699"/>
                  </a:cubicBezTo>
                  <a:cubicBezTo>
                    <a:pt x="356" y="2067"/>
                    <a:pt x="656" y="1433"/>
                    <a:pt x="1178" y="733"/>
                  </a:cubicBezTo>
                  <a:cubicBezTo>
                    <a:pt x="1345" y="522"/>
                    <a:pt x="1545" y="278"/>
                    <a:pt x="1789" y="100"/>
                  </a:cubicBezTo>
                  <a:lnTo>
                    <a:pt x="1723" y="0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42">
              <a:extLst>
                <a:ext uri="{FF2B5EF4-FFF2-40B4-BE49-F238E27FC236}">
                  <a16:creationId xmlns:a16="http://schemas.microsoft.com/office/drawing/2014/main" id="{174FD6D9-8488-93E7-3688-A4E903F97D72}"/>
                </a:ext>
              </a:extLst>
            </p:cNvPr>
            <p:cNvSpPr/>
            <p:nvPr/>
          </p:nvSpPr>
          <p:spPr>
            <a:xfrm>
              <a:off x="6367525" y="3542875"/>
              <a:ext cx="35275" cy="6150"/>
            </a:xfrm>
            <a:custGeom>
              <a:avLst/>
              <a:gdLst/>
              <a:ahLst/>
              <a:cxnLst/>
              <a:rect l="l" t="t" r="r" b="b"/>
              <a:pathLst>
                <a:path w="1411" h="246" extrusionOk="0">
                  <a:moveTo>
                    <a:pt x="968" y="1"/>
                  </a:moveTo>
                  <a:cubicBezTo>
                    <a:pt x="726" y="1"/>
                    <a:pt x="482" y="41"/>
                    <a:pt x="255" y="123"/>
                  </a:cubicBezTo>
                  <a:lnTo>
                    <a:pt x="0" y="224"/>
                  </a:lnTo>
                  <a:lnTo>
                    <a:pt x="344" y="246"/>
                  </a:lnTo>
                  <a:lnTo>
                    <a:pt x="344" y="224"/>
                  </a:lnTo>
                  <a:cubicBezTo>
                    <a:pt x="545" y="157"/>
                    <a:pt x="758" y="122"/>
                    <a:pt x="971" y="122"/>
                  </a:cubicBezTo>
                  <a:cubicBezTo>
                    <a:pt x="1112" y="122"/>
                    <a:pt x="1252" y="137"/>
                    <a:pt x="1388" y="168"/>
                  </a:cubicBezTo>
                  <a:lnTo>
                    <a:pt x="1410" y="46"/>
                  </a:lnTo>
                  <a:cubicBezTo>
                    <a:pt x="1266" y="16"/>
                    <a:pt x="1117" y="1"/>
                    <a:pt x="968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42">
              <a:extLst>
                <a:ext uri="{FF2B5EF4-FFF2-40B4-BE49-F238E27FC236}">
                  <a16:creationId xmlns:a16="http://schemas.microsoft.com/office/drawing/2014/main" id="{8A19373F-A3D3-B3C3-C8CB-6DB6D959E8AD}"/>
                </a:ext>
              </a:extLst>
            </p:cNvPr>
            <p:cNvSpPr/>
            <p:nvPr/>
          </p:nvSpPr>
          <p:spPr>
            <a:xfrm>
              <a:off x="6377500" y="3555800"/>
              <a:ext cx="26700" cy="10175"/>
            </a:xfrm>
            <a:custGeom>
              <a:avLst/>
              <a:gdLst/>
              <a:ahLst/>
              <a:cxnLst/>
              <a:rect l="l" t="t" r="r" b="b"/>
              <a:pathLst>
                <a:path w="1068" h="407" extrusionOk="0">
                  <a:moveTo>
                    <a:pt x="937" y="1"/>
                  </a:moveTo>
                  <a:cubicBezTo>
                    <a:pt x="601" y="1"/>
                    <a:pt x="266" y="111"/>
                    <a:pt x="1" y="317"/>
                  </a:cubicBezTo>
                  <a:lnTo>
                    <a:pt x="68" y="406"/>
                  </a:lnTo>
                  <a:cubicBezTo>
                    <a:pt x="320" y="222"/>
                    <a:pt x="623" y="122"/>
                    <a:pt x="924" y="122"/>
                  </a:cubicBezTo>
                  <a:cubicBezTo>
                    <a:pt x="968" y="122"/>
                    <a:pt x="1012" y="125"/>
                    <a:pt x="1056" y="129"/>
                  </a:cubicBezTo>
                  <a:lnTo>
                    <a:pt x="1067" y="6"/>
                  </a:lnTo>
                  <a:cubicBezTo>
                    <a:pt x="1024" y="2"/>
                    <a:pt x="980" y="1"/>
                    <a:pt x="937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42">
              <a:extLst>
                <a:ext uri="{FF2B5EF4-FFF2-40B4-BE49-F238E27FC236}">
                  <a16:creationId xmlns:a16="http://schemas.microsoft.com/office/drawing/2014/main" id="{E50B1376-2FB1-C5E0-EA9D-F6E442AE1EDC}"/>
                </a:ext>
              </a:extLst>
            </p:cNvPr>
            <p:cNvSpPr/>
            <p:nvPr/>
          </p:nvSpPr>
          <p:spPr>
            <a:xfrm>
              <a:off x="6460550" y="3400675"/>
              <a:ext cx="18350" cy="7825"/>
            </a:xfrm>
            <a:custGeom>
              <a:avLst/>
              <a:gdLst/>
              <a:ahLst/>
              <a:cxnLst/>
              <a:rect l="l" t="t" r="r" b="b"/>
              <a:pathLst>
                <a:path w="734" h="313" extrusionOk="0">
                  <a:moveTo>
                    <a:pt x="546" y="0"/>
                  </a:moveTo>
                  <a:cubicBezTo>
                    <a:pt x="342" y="0"/>
                    <a:pt x="136" y="80"/>
                    <a:pt x="0" y="224"/>
                  </a:cubicBezTo>
                  <a:lnTo>
                    <a:pt x="89" y="313"/>
                  </a:lnTo>
                  <a:cubicBezTo>
                    <a:pt x="204" y="189"/>
                    <a:pt x="369" y="120"/>
                    <a:pt x="532" y="120"/>
                  </a:cubicBezTo>
                  <a:cubicBezTo>
                    <a:pt x="589" y="120"/>
                    <a:pt x="646" y="129"/>
                    <a:pt x="700" y="146"/>
                  </a:cubicBezTo>
                  <a:lnTo>
                    <a:pt x="733" y="24"/>
                  </a:lnTo>
                  <a:cubicBezTo>
                    <a:pt x="673" y="8"/>
                    <a:pt x="609" y="0"/>
                    <a:pt x="546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42">
              <a:extLst>
                <a:ext uri="{FF2B5EF4-FFF2-40B4-BE49-F238E27FC236}">
                  <a16:creationId xmlns:a16="http://schemas.microsoft.com/office/drawing/2014/main" id="{F54EBE1D-036A-7B8D-DFB9-C91F0870472E}"/>
                </a:ext>
              </a:extLst>
            </p:cNvPr>
            <p:cNvSpPr/>
            <p:nvPr/>
          </p:nvSpPr>
          <p:spPr>
            <a:xfrm>
              <a:off x="6440275" y="3408200"/>
              <a:ext cx="9175" cy="7525"/>
            </a:xfrm>
            <a:custGeom>
              <a:avLst/>
              <a:gdLst/>
              <a:ahLst/>
              <a:cxnLst/>
              <a:rect l="l" t="t" r="r" b="b"/>
              <a:pathLst>
                <a:path w="367" h="301" extrusionOk="0">
                  <a:moveTo>
                    <a:pt x="312" y="0"/>
                  </a:moveTo>
                  <a:lnTo>
                    <a:pt x="1" y="190"/>
                  </a:lnTo>
                  <a:lnTo>
                    <a:pt x="67" y="301"/>
                  </a:lnTo>
                  <a:lnTo>
                    <a:pt x="367" y="101"/>
                  </a:lnTo>
                  <a:lnTo>
                    <a:pt x="312" y="0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42">
              <a:extLst>
                <a:ext uri="{FF2B5EF4-FFF2-40B4-BE49-F238E27FC236}">
                  <a16:creationId xmlns:a16="http://schemas.microsoft.com/office/drawing/2014/main" id="{0B2BE405-4C84-62F5-9892-153EDD9E5A8B}"/>
                </a:ext>
              </a:extLst>
            </p:cNvPr>
            <p:cNvSpPr/>
            <p:nvPr/>
          </p:nvSpPr>
          <p:spPr>
            <a:xfrm>
              <a:off x="6452775" y="3415700"/>
              <a:ext cx="6125" cy="5575"/>
            </a:xfrm>
            <a:custGeom>
              <a:avLst/>
              <a:gdLst/>
              <a:ahLst/>
              <a:cxnLst/>
              <a:rect l="l" t="t" r="r" b="b"/>
              <a:pathLst>
                <a:path w="245" h="223" extrusionOk="0">
                  <a:moveTo>
                    <a:pt x="167" y="1"/>
                  </a:moveTo>
                  <a:lnTo>
                    <a:pt x="0" y="134"/>
                  </a:lnTo>
                  <a:lnTo>
                    <a:pt x="78" y="223"/>
                  </a:lnTo>
                  <a:lnTo>
                    <a:pt x="244" y="100"/>
                  </a:lnTo>
                  <a:lnTo>
                    <a:pt x="167" y="1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42">
              <a:extLst>
                <a:ext uri="{FF2B5EF4-FFF2-40B4-BE49-F238E27FC236}">
                  <a16:creationId xmlns:a16="http://schemas.microsoft.com/office/drawing/2014/main" id="{2D6224B9-8A55-A9C2-21AF-677AF11FB870}"/>
                </a:ext>
              </a:extLst>
            </p:cNvPr>
            <p:cNvSpPr/>
            <p:nvPr/>
          </p:nvSpPr>
          <p:spPr>
            <a:xfrm>
              <a:off x="6701325" y="3539375"/>
              <a:ext cx="87800" cy="88275"/>
            </a:xfrm>
            <a:custGeom>
              <a:avLst/>
              <a:gdLst/>
              <a:ahLst/>
              <a:cxnLst/>
              <a:rect l="l" t="t" r="r" b="b"/>
              <a:pathLst>
                <a:path w="3512" h="3531" extrusionOk="0">
                  <a:moveTo>
                    <a:pt x="1993" y="0"/>
                  </a:moveTo>
                  <a:cubicBezTo>
                    <a:pt x="1766" y="0"/>
                    <a:pt x="1518" y="61"/>
                    <a:pt x="1211" y="108"/>
                  </a:cubicBezTo>
                  <a:cubicBezTo>
                    <a:pt x="1122" y="119"/>
                    <a:pt x="1045" y="142"/>
                    <a:pt x="967" y="186"/>
                  </a:cubicBezTo>
                  <a:cubicBezTo>
                    <a:pt x="900" y="230"/>
                    <a:pt x="856" y="330"/>
                    <a:pt x="878" y="408"/>
                  </a:cubicBezTo>
                  <a:cubicBezTo>
                    <a:pt x="945" y="574"/>
                    <a:pt x="1278" y="541"/>
                    <a:pt x="1312" y="719"/>
                  </a:cubicBezTo>
                  <a:cubicBezTo>
                    <a:pt x="978" y="863"/>
                    <a:pt x="645" y="996"/>
                    <a:pt x="312" y="1130"/>
                  </a:cubicBezTo>
                  <a:cubicBezTo>
                    <a:pt x="179" y="1186"/>
                    <a:pt x="34" y="1263"/>
                    <a:pt x="12" y="1408"/>
                  </a:cubicBezTo>
                  <a:cubicBezTo>
                    <a:pt x="1" y="1541"/>
                    <a:pt x="123" y="1652"/>
                    <a:pt x="256" y="1675"/>
                  </a:cubicBezTo>
                  <a:cubicBezTo>
                    <a:pt x="285" y="1679"/>
                    <a:pt x="314" y="1682"/>
                    <a:pt x="343" y="1682"/>
                  </a:cubicBezTo>
                  <a:cubicBezTo>
                    <a:pt x="447" y="1682"/>
                    <a:pt x="549" y="1653"/>
                    <a:pt x="645" y="1619"/>
                  </a:cubicBezTo>
                  <a:cubicBezTo>
                    <a:pt x="956" y="1519"/>
                    <a:pt x="1256" y="1419"/>
                    <a:pt x="1567" y="1319"/>
                  </a:cubicBezTo>
                  <a:lnTo>
                    <a:pt x="1567" y="1319"/>
                  </a:lnTo>
                  <a:cubicBezTo>
                    <a:pt x="1611" y="1341"/>
                    <a:pt x="1567" y="1408"/>
                    <a:pt x="1534" y="1430"/>
                  </a:cubicBezTo>
                  <a:cubicBezTo>
                    <a:pt x="1178" y="1663"/>
                    <a:pt x="690" y="1685"/>
                    <a:pt x="445" y="2030"/>
                  </a:cubicBezTo>
                  <a:cubicBezTo>
                    <a:pt x="379" y="2107"/>
                    <a:pt x="345" y="2218"/>
                    <a:pt x="389" y="2307"/>
                  </a:cubicBezTo>
                  <a:cubicBezTo>
                    <a:pt x="432" y="2391"/>
                    <a:pt x="516" y="2420"/>
                    <a:pt x="611" y="2420"/>
                  </a:cubicBezTo>
                  <a:cubicBezTo>
                    <a:pt x="692" y="2420"/>
                    <a:pt x="780" y="2400"/>
                    <a:pt x="856" y="2374"/>
                  </a:cubicBezTo>
                  <a:cubicBezTo>
                    <a:pt x="1201" y="2252"/>
                    <a:pt x="1534" y="2119"/>
                    <a:pt x="1867" y="1986"/>
                  </a:cubicBezTo>
                  <a:lnTo>
                    <a:pt x="1867" y="1986"/>
                  </a:lnTo>
                  <a:cubicBezTo>
                    <a:pt x="1833" y="2163"/>
                    <a:pt x="1667" y="2297"/>
                    <a:pt x="1500" y="2374"/>
                  </a:cubicBezTo>
                  <a:cubicBezTo>
                    <a:pt x="1334" y="2463"/>
                    <a:pt x="1145" y="2519"/>
                    <a:pt x="1011" y="2641"/>
                  </a:cubicBezTo>
                  <a:cubicBezTo>
                    <a:pt x="912" y="2741"/>
                    <a:pt x="845" y="2919"/>
                    <a:pt x="945" y="3018"/>
                  </a:cubicBezTo>
                  <a:cubicBezTo>
                    <a:pt x="991" y="3057"/>
                    <a:pt x="1057" y="3069"/>
                    <a:pt x="1124" y="3069"/>
                  </a:cubicBezTo>
                  <a:cubicBezTo>
                    <a:pt x="1154" y="3069"/>
                    <a:pt x="1184" y="3066"/>
                    <a:pt x="1211" y="3063"/>
                  </a:cubicBezTo>
                  <a:cubicBezTo>
                    <a:pt x="1589" y="3018"/>
                    <a:pt x="1956" y="2896"/>
                    <a:pt x="2278" y="2697"/>
                  </a:cubicBezTo>
                  <a:lnTo>
                    <a:pt x="2278" y="2697"/>
                  </a:lnTo>
                  <a:cubicBezTo>
                    <a:pt x="2245" y="2963"/>
                    <a:pt x="1900" y="3040"/>
                    <a:pt x="1689" y="3218"/>
                  </a:cubicBezTo>
                  <a:cubicBezTo>
                    <a:pt x="1645" y="3252"/>
                    <a:pt x="1601" y="3307"/>
                    <a:pt x="1601" y="3363"/>
                  </a:cubicBezTo>
                  <a:cubicBezTo>
                    <a:pt x="1590" y="3483"/>
                    <a:pt x="1742" y="3531"/>
                    <a:pt x="1870" y="3531"/>
                  </a:cubicBezTo>
                  <a:cubicBezTo>
                    <a:pt x="1884" y="3531"/>
                    <a:pt x="1898" y="3530"/>
                    <a:pt x="1912" y="3529"/>
                  </a:cubicBezTo>
                  <a:cubicBezTo>
                    <a:pt x="2467" y="3452"/>
                    <a:pt x="3245" y="3096"/>
                    <a:pt x="3433" y="2519"/>
                  </a:cubicBezTo>
                  <a:cubicBezTo>
                    <a:pt x="3511" y="2297"/>
                    <a:pt x="3500" y="2063"/>
                    <a:pt x="3477" y="1841"/>
                  </a:cubicBezTo>
                  <a:cubicBezTo>
                    <a:pt x="3389" y="1285"/>
                    <a:pt x="3134" y="752"/>
                    <a:pt x="2744" y="352"/>
                  </a:cubicBezTo>
                  <a:cubicBezTo>
                    <a:pt x="2484" y="80"/>
                    <a:pt x="2252" y="0"/>
                    <a:pt x="1993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27722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7">
          <a:extLst>
            <a:ext uri="{FF2B5EF4-FFF2-40B4-BE49-F238E27FC236}">
              <a16:creationId xmlns:a16="http://schemas.microsoft.com/office/drawing/2014/main" id="{315C5E29-D59B-0F36-2562-7B38D8807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46">
            <a:extLst>
              <a:ext uri="{FF2B5EF4-FFF2-40B4-BE49-F238E27FC236}">
                <a16:creationId xmlns:a16="http://schemas.microsoft.com/office/drawing/2014/main" id="{79197279-2544-2B7F-56A2-695D95275BE6}"/>
              </a:ext>
            </a:extLst>
          </p:cNvPr>
          <p:cNvSpPr/>
          <p:nvPr/>
        </p:nvSpPr>
        <p:spPr>
          <a:xfrm>
            <a:off x="525049" y="2044867"/>
            <a:ext cx="1637400" cy="16374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dist="47625" dir="9120000" algn="bl" rotWithShape="0">
              <a:schemeClr val="accent6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9" name="Google Shape;1289;p46">
            <a:extLst>
              <a:ext uri="{FF2B5EF4-FFF2-40B4-BE49-F238E27FC236}">
                <a16:creationId xmlns:a16="http://schemas.microsoft.com/office/drawing/2014/main" id="{B1094B7A-0ED9-EDD5-1A19-A01D679048D8}"/>
              </a:ext>
            </a:extLst>
          </p:cNvPr>
          <p:cNvSpPr/>
          <p:nvPr/>
        </p:nvSpPr>
        <p:spPr>
          <a:xfrm rot="399055">
            <a:off x="653602" y="2173248"/>
            <a:ext cx="1380591" cy="1380591"/>
          </a:xfrm>
          <a:prstGeom prst="arc">
            <a:avLst>
              <a:gd name="adj1" fmla="val 16200000"/>
              <a:gd name="adj2" fmla="val 16109591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0" name="Google Shape;1290;p46">
            <a:extLst>
              <a:ext uri="{FF2B5EF4-FFF2-40B4-BE49-F238E27FC236}">
                <a16:creationId xmlns:a16="http://schemas.microsoft.com/office/drawing/2014/main" id="{B6DF3FB6-3670-5628-7238-FC3431FD3AD8}"/>
              </a:ext>
            </a:extLst>
          </p:cNvPr>
          <p:cNvSpPr/>
          <p:nvPr/>
        </p:nvSpPr>
        <p:spPr>
          <a:xfrm>
            <a:off x="653557" y="2173284"/>
            <a:ext cx="1380600" cy="1380600"/>
          </a:xfrm>
          <a:prstGeom prst="arc">
            <a:avLst>
              <a:gd name="adj1" fmla="val 16200000"/>
              <a:gd name="adj2" fmla="val 10919855"/>
            </a:avLst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3" name="Google Shape;1293;p46">
            <a:extLst>
              <a:ext uri="{FF2B5EF4-FFF2-40B4-BE49-F238E27FC236}">
                <a16:creationId xmlns:a16="http://schemas.microsoft.com/office/drawing/2014/main" id="{46324528-A813-87AD-DD43-7AAD564E80A2}"/>
              </a:ext>
            </a:extLst>
          </p:cNvPr>
          <p:cNvSpPr/>
          <p:nvPr/>
        </p:nvSpPr>
        <p:spPr>
          <a:xfrm>
            <a:off x="1513763" y="404875"/>
            <a:ext cx="6116475" cy="843325"/>
          </a:xfrm>
          <a:custGeom>
            <a:avLst/>
            <a:gdLst/>
            <a:ahLst/>
            <a:cxnLst/>
            <a:rect l="l" t="t" r="r" b="b"/>
            <a:pathLst>
              <a:path w="244659" h="33733" extrusionOk="0">
                <a:moveTo>
                  <a:pt x="3896" y="4933"/>
                </a:moveTo>
                <a:lnTo>
                  <a:pt x="9611" y="0"/>
                </a:lnTo>
                <a:lnTo>
                  <a:pt x="97335" y="648"/>
                </a:lnTo>
                <a:lnTo>
                  <a:pt x="175247" y="1214"/>
                </a:lnTo>
                <a:lnTo>
                  <a:pt x="239843" y="931"/>
                </a:lnTo>
                <a:lnTo>
                  <a:pt x="244376" y="6881"/>
                </a:lnTo>
                <a:lnTo>
                  <a:pt x="244659" y="21330"/>
                </a:lnTo>
                <a:lnTo>
                  <a:pt x="240693" y="28979"/>
                </a:lnTo>
                <a:lnTo>
                  <a:pt x="235027" y="32946"/>
                </a:lnTo>
                <a:lnTo>
                  <a:pt x="164481" y="32946"/>
                </a:lnTo>
                <a:lnTo>
                  <a:pt x="91102" y="32662"/>
                </a:lnTo>
                <a:lnTo>
                  <a:pt x="11169" y="33733"/>
                </a:lnTo>
                <a:lnTo>
                  <a:pt x="2858" y="28482"/>
                </a:lnTo>
                <a:lnTo>
                  <a:pt x="0" y="13844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5400000" algn="bl" rotWithShape="0">
              <a:srgbClr val="9A80C1">
                <a:alpha val="8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294" name="Google Shape;1294;p46">
            <a:extLst>
              <a:ext uri="{FF2B5EF4-FFF2-40B4-BE49-F238E27FC236}">
                <a16:creationId xmlns:a16="http://schemas.microsoft.com/office/drawing/2014/main" id="{AB8434FE-8D71-8AFB-164F-20CF2AA4F3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3300" dirty="0"/>
              <a:t>Data Collection &amp; </a:t>
            </a:r>
            <a:r>
              <a:rPr lang="pl-PL" sz="3300" dirty="0" err="1"/>
              <a:t>Preprocessing</a:t>
            </a:r>
            <a:endParaRPr sz="3300" dirty="0"/>
          </a:p>
        </p:txBody>
      </p:sp>
      <p:grpSp>
        <p:nvGrpSpPr>
          <p:cNvPr id="1295" name="Google Shape;1295;p46">
            <a:extLst>
              <a:ext uri="{FF2B5EF4-FFF2-40B4-BE49-F238E27FC236}">
                <a16:creationId xmlns:a16="http://schemas.microsoft.com/office/drawing/2014/main" id="{7EC2E05B-F915-35F4-082B-C2184D88154A}"/>
              </a:ext>
            </a:extLst>
          </p:cNvPr>
          <p:cNvGrpSpPr/>
          <p:nvPr/>
        </p:nvGrpSpPr>
        <p:grpSpPr>
          <a:xfrm>
            <a:off x="958092" y="2463708"/>
            <a:ext cx="771152" cy="799534"/>
            <a:chOff x="1625225" y="2667500"/>
            <a:chExt cx="371550" cy="385225"/>
          </a:xfrm>
        </p:grpSpPr>
        <p:sp>
          <p:nvSpPr>
            <p:cNvPr id="1296" name="Google Shape;1296;p46">
              <a:extLst>
                <a:ext uri="{FF2B5EF4-FFF2-40B4-BE49-F238E27FC236}">
                  <a16:creationId xmlns:a16="http://schemas.microsoft.com/office/drawing/2014/main" id="{BD89CE68-26F0-AF18-1908-FB35DFBD65E3}"/>
                </a:ext>
              </a:extLst>
            </p:cNvPr>
            <p:cNvSpPr/>
            <p:nvPr/>
          </p:nvSpPr>
          <p:spPr>
            <a:xfrm>
              <a:off x="1625225" y="2849725"/>
              <a:ext cx="49650" cy="66500"/>
            </a:xfrm>
            <a:custGeom>
              <a:avLst/>
              <a:gdLst/>
              <a:ahLst/>
              <a:cxnLst/>
              <a:rect l="l" t="t" r="r" b="b"/>
              <a:pathLst>
                <a:path w="1986" h="2660" extrusionOk="0">
                  <a:moveTo>
                    <a:pt x="1230" y="0"/>
                  </a:moveTo>
                  <a:cubicBezTo>
                    <a:pt x="960" y="0"/>
                    <a:pt x="669" y="112"/>
                    <a:pt x="456" y="487"/>
                  </a:cubicBezTo>
                  <a:cubicBezTo>
                    <a:pt x="0" y="1310"/>
                    <a:pt x="800" y="2660"/>
                    <a:pt x="1655" y="2660"/>
                  </a:cubicBezTo>
                  <a:cubicBezTo>
                    <a:pt x="1765" y="2660"/>
                    <a:pt x="1876" y="2637"/>
                    <a:pt x="1986" y="2588"/>
                  </a:cubicBezTo>
                  <a:lnTo>
                    <a:pt x="1986" y="244"/>
                  </a:lnTo>
                  <a:cubicBezTo>
                    <a:pt x="1986" y="244"/>
                    <a:pt x="1630" y="0"/>
                    <a:pt x="1230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46">
              <a:extLst>
                <a:ext uri="{FF2B5EF4-FFF2-40B4-BE49-F238E27FC236}">
                  <a16:creationId xmlns:a16="http://schemas.microsoft.com/office/drawing/2014/main" id="{65B06A97-F4BD-A0F7-A0FC-E294E6E74534}"/>
                </a:ext>
              </a:extLst>
            </p:cNvPr>
            <p:cNvSpPr/>
            <p:nvPr/>
          </p:nvSpPr>
          <p:spPr>
            <a:xfrm>
              <a:off x="1644950" y="2870825"/>
              <a:ext cx="22725" cy="24875"/>
            </a:xfrm>
            <a:custGeom>
              <a:avLst/>
              <a:gdLst/>
              <a:ahLst/>
              <a:cxnLst/>
              <a:rect l="l" t="t" r="r" b="b"/>
              <a:pathLst>
                <a:path w="909" h="995" extrusionOk="0">
                  <a:moveTo>
                    <a:pt x="377" y="0"/>
                  </a:moveTo>
                  <a:cubicBezTo>
                    <a:pt x="374" y="0"/>
                    <a:pt x="371" y="0"/>
                    <a:pt x="368" y="1"/>
                  </a:cubicBezTo>
                  <a:cubicBezTo>
                    <a:pt x="1" y="14"/>
                    <a:pt x="279" y="995"/>
                    <a:pt x="565" y="995"/>
                  </a:cubicBezTo>
                  <a:cubicBezTo>
                    <a:pt x="580" y="995"/>
                    <a:pt x="595" y="992"/>
                    <a:pt x="610" y="986"/>
                  </a:cubicBezTo>
                  <a:cubicBezTo>
                    <a:pt x="908" y="873"/>
                    <a:pt x="756" y="0"/>
                    <a:pt x="377" y="0"/>
                  </a:cubicBezTo>
                  <a:close/>
                </a:path>
              </a:pathLst>
            </a:custGeom>
            <a:solidFill>
              <a:srgbClr val="D671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46">
              <a:extLst>
                <a:ext uri="{FF2B5EF4-FFF2-40B4-BE49-F238E27FC236}">
                  <a16:creationId xmlns:a16="http://schemas.microsoft.com/office/drawing/2014/main" id="{E5B82C7B-0CAD-01C7-7759-0F8C58745C80}"/>
                </a:ext>
              </a:extLst>
            </p:cNvPr>
            <p:cNvSpPr/>
            <p:nvPr/>
          </p:nvSpPr>
          <p:spPr>
            <a:xfrm>
              <a:off x="1947150" y="2849725"/>
              <a:ext cx="49625" cy="66500"/>
            </a:xfrm>
            <a:custGeom>
              <a:avLst/>
              <a:gdLst/>
              <a:ahLst/>
              <a:cxnLst/>
              <a:rect l="l" t="t" r="r" b="b"/>
              <a:pathLst>
                <a:path w="1985" h="2660" extrusionOk="0">
                  <a:moveTo>
                    <a:pt x="756" y="0"/>
                  </a:moveTo>
                  <a:cubicBezTo>
                    <a:pt x="356" y="0"/>
                    <a:pt x="0" y="244"/>
                    <a:pt x="0" y="244"/>
                  </a:cubicBezTo>
                  <a:lnTo>
                    <a:pt x="0" y="2588"/>
                  </a:lnTo>
                  <a:cubicBezTo>
                    <a:pt x="111" y="2637"/>
                    <a:pt x="224" y="2660"/>
                    <a:pt x="335" y="2660"/>
                  </a:cubicBezTo>
                  <a:cubicBezTo>
                    <a:pt x="1197" y="2660"/>
                    <a:pt x="1985" y="1310"/>
                    <a:pt x="1529" y="487"/>
                  </a:cubicBezTo>
                  <a:cubicBezTo>
                    <a:pt x="1316" y="112"/>
                    <a:pt x="1026" y="0"/>
                    <a:pt x="756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46">
              <a:extLst>
                <a:ext uri="{FF2B5EF4-FFF2-40B4-BE49-F238E27FC236}">
                  <a16:creationId xmlns:a16="http://schemas.microsoft.com/office/drawing/2014/main" id="{8CBC6CE4-FD76-2D4F-E5EB-5D2781A0D208}"/>
                </a:ext>
              </a:extLst>
            </p:cNvPr>
            <p:cNvSpPr/>
            <p:nvPr/>
          </p:nvSpPr>
          <p:spPr>
            <a:xfrm>
              <a:off x="1954700" y="2870825"/>
              <a:ext cx="22350" cy="24875"/>
            </a:xfrm>
            <a:custGeom>
              <a:avLst/>
              <a:gdLst/>
              <a:ahLst/>
              <a:cxnLst/>
              <a:rect l="l" t="t" r="r" b="b"/>
              <a:pathLst>
                <a:path w="894" h="995" extrusionOk="0">
                  <a:moveTo>
                    <a:pt x="518" y="0"/>
                  </a:moveTo>
                  <a:cubicBezTo>
                    <a:pt x="139" y="0"/>
                    <a:pt x="0" y="873"/>
                    <a:pt x="299" y="986"/>
                  </a:cubicBezTo>
                  <a:cubicBezTo>
                    <a:pt x="314" y="992"/>
                    <a:pt x="329" y="995"/>
                    <a:pt x="344" y="995"/>
                  </a:cubicBezTo>
                  <a:cubicBezTo>
                    <a:pt x="628" y="995"/>
                    <a:pt x="893" y="14"/>
                    <a:pt x="527" y="1"/>
                  </a:cubicBezTo>
                  <a:cubicBezTo>
                    <a:pt x="524" y="0"/>
                    <a:pt x="521" y="0"/>
                    <a:pt x="518" y="0"/>
                  </a:cubicBezTo>
                  <a:close/>
                </a:path>
              </a:pathLst>
            </a:custGeom>
            <a:solidFill>
              <a:srgbClr val="D671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46">
              <a:extLst>
                <a:ext uri="{FF2B5EF4-FFF2-40B4-BE49-F238E27FC236}">
                  <a16:creationId xmlns:a16="http://schemas.microsoft.com/office/drawing/2014/main" id="{3AF2F450-0F30-DCEF-9642-6CE981496C30}"/>
                </a:ext>
              </a:extLst>
            </p:cNvPr>
            <p:cNvSpPr/>
            <p:nvPr/>
          </p:nvSpPr>
          <p:spPr>
            <a:xfrm>
              <a:off x="1655550" y="2667525"/>
              <a:ext cx="325900" cy="385125"/>
            </a:xfrm>
            <a:custGeom>
              <a:avLst/>
              <a:gdLst/>
              <a:ahLst/>
              <a:cxnLst/>
              <a:rect l="l" t="t" r="r" b="b"/>
              <a:pathLst>
                <a:path w="13036" h="15405" extrusionOk="0">
                  <a:moveTo>
                    <a:pt x="7605" y="1"/>
                  </a:moveTo>
                  <a:cubicBezTo>
                    <a:pt x="7492" y="1"/>
                    <a:pt x="7412" y="25"/>
                    <a:pt x="7376" y="71"/>
                  </a:cubicBezTo>
                  <a:cubicBezTo>
                    <a:pt x="7348" y="128"/>
                    <a:pt x="7361" y="214"/>
                    <a:pt x="7447" y="314"/>
                  </a:cubicBezTo>
                  <a:cubicBezTo>
                    <a:pt x="7962" y="942"/>
                    <a:pt x="8120" y="1758"/>
                    <a:pt x="8120" y="1758"/>
                  </a:cubicBezTo>
                  <a:cubicBezTo>
                    <a:pt x="7123" y="633"/>
                    <a:pt x="5678" y="149"/>
                    <a:pt x="5037" y="149"/>
                  </a:cubicBezTo>
                  <a:cubicBezTo>
                    <a:pt x="4750" y="149"/>
                    <a:pt x="4624" y="246"/>
                    <a:pt x="4775" y="428"/>
                  </a:cubicBezTo>
                  <a:cubicBezTo>
                    <a:pt x="5275" y="1014"/>
                    <a:pt x="5518" y="1800"/>
                    <a:pt x="5518" y="1800"/>
                  </a:cubicBezTo>
                  <a:cubicBezTo>
                    <a:pt x="4986" y="961"/>
                    <a:pt x="3568" y="547"/>
                    <a:pt x="2972" y="547"/>
                  </a:cubicBezTo>
                  <a:cubicBezTo>
                    <a:pt x="2736" y="547"/>
                    <a:pt x="2629" y="612"/>
                    <a:pt x="2759" y="742"/>
                  </a:cubicBezTo>
                  <a:cubicBezTo>
                    <a:pt x="3203" y="1215"/>
                    <a:pt x="3502" y="2000"/>
                    <a:pt x="3502" y="2000"/>
                  </a:cubicBezTo>
                  <a:cubicBezTo>
                    <a:pt x="3502" y="2000"/>
                    <a:pt x="3500" y="2000"/>
                    <a:pt x="3496" y="2000"/>
                  </a:cubicBezTo>
                  <a:cubicBezTo>
                    <a:pt x="3393" y="2000"/>
                    <a:pt x="2114" y="2039"/>
                    <a:pt x="1072" y="3944"/>
                  </a:cubicBezTo>
                  <a:cubicBezTo>
                    <a:pt x="1" y="5931"/>
                    <a:pt x="830" y="11048"/>
                    <a:pt x="887" y="12363"/>
                  </a:cubicBezTo>
                  <a:cubicBezTo>
                    <a:pt x="944" y="13664"/>
                    <a:pt x="186" y="14150"/>
                    <a:pt x="487" y="14307"/>
                  </a:cubicBezTo>
                  <a:cubicBezTo>
                    <a:pt x="501" y="14321"/>
                    <a:pt x="529" y="14321"/>
                    <a:pt x="573" y="14336"/>
                  </a:cubicBezTo>
                  <a:cubicBezTo>
                    <a:pt x="600" y="14342"/>
                    <a:pt x="629" y="14345"/>
                    <a:pt x="659" y="14345"/>
                  </a:cubicBezTo>
                  <a:cubicBezTo>
                    <a:pt x="1191" y="14345"/>
                    <a:pt x="2202" y="13450"/>
                    <a:pt x="2202" y="13450"/>
                  </a:cubicBezTo>
                  <a:lnTo>
                    <a:pt x="2202" y="13450"/>
                  </a:lnTo>
                  <a:cubicBezTo>
                    <a:pt x="2511" y="14459"/>
                    <a:pt x="2200" y="15405"/>
                    <a:pt x="2592" y="15405"/>
                  </a:cubicBezTo>
                  <a:cubicBezTo>
                    <a:pt x="2616" y="15405"/>
                    <a:pt x="2643" y="15401"/>
                    <a:pt x="2673" y="15394"/>
                  </a:cubicBezTo>
                  <a:cubicBezTo>
                    <a:pt x="3203" y="15251"/>
                    <a:pt x="4474" y="13707"/>
                    <a:pt x="4474" y="13707"/>
                  </a:cubicBezTo>
                  <a:cubicBezTo>
                    <a:pt x="4678" y="14451"/>
                    <a:pt x="4521" y="15388"/>
                    <a:pt x="4735" y="15388"/>
                  </a:cubicBezTo>
                  <a:cubicBezTo>
                    <a:pt x="4747" y="15388"/>
                    <a:pt x="4761" y="15385"/>
                    <a:pt x="4775" y="15379"/>
                  </a:cubicBezTo>
                  <a:cubicBezTo>
                    <a:pt x="5046" y="15279"/>
                    <a:pt x="6075" y="14035"/>
                    <a:pt x="6075" y="14035"/>
                  </a:cubicBezTo>
                  <a:cubicBezTo>
                    <a:pt x="6283" y="14327"/>
                    <a:pt x="6544" y="15382"/>
                    <a:pt x="6742" y="15382"/>
                  </a:cubicBezTo>
                  <a:cubicBezTo>
                    <a:pt x="6749" y="15382"/>
                    <a:pt x="6755" y="15381"/>
                    <a:pt x="6761" y="15379"/>
                  </a:cubicBezTo>
                  <a:cubicBezTo>
                    <a:pt x="6976" y="15308"/>
                    <a:pt x="7719" y="14007"/>
                    <a:pt x="7919" y="13850"/>
                  </a:cubicBezTo>
                  <a:cubicBezTo>
                    <a:pt x="7929" y="13843"/>
                    <a:pt x="7939" y="13840"/>
                    <a:pt x="7950" y="13840"/>
                  </a:cubicBezTo>
                  <a:cubicBezTo>
                    <a:pt x="8063" y="13840"/>
                    <a:pt x="8285" y="14152"/>
                    <a:pt x="8505" y="14464"/>
                  </a:cubicBezTo>
                  <a:cubicBezTo>
                    <a:pt x="8732" y="14781"/>
                    <a:pt x="8949" y="15096"/>
                    <a:pt x="9065" y="15096"/>
                  </a:cubicBezTo>
                  <a:cubicBezTo>
                    <a:pt x="9080" y="15096"/>
                    <a:pt x="9094" y="15091"/>
                    <a:pt x="9105" y="15079"/>
                  </a:cubicBezTo>
                  <a:cubicBezTo>
                    <a:pt x="9305" y="14893"/>
                    <a:pt x="9606" y="13063"/>
                    <a:pt x="9606" y="13063"/>
                  </a:cubicBezTo>
                  <a:cubicBezTo>
                    <a:pt x="9606" y="13063"/>
                    <a:pt x="10757" y="14056"/>
                    <a:pt x="11019" y="14056"/>
                  </a:cubicBezTo>
                  <a:cubicBezTo>
                    <a:pt x="11040" y="14056"/>
                    <a:pt x="11056" y="14049"/>
                    <a:pt x="11064" y="14035"/>
                  </a:cubicBezTo>
                  <a:cubicBezTo>
                    <a:pt x="11178" y="13850"/>
                    <a:pt x="11064" y="12921"/>
                    <a:pt x="11064" y="12920"/>
                  </a:cubicBezTo>
                  <a:lnTo>
                    <a:pt x="11064" y="12920"/>
                  </a:lnTo>
                  <a:cubicBezTo>
                    <a:pt x="11476" y="13403"/>
                    <a:pt x="12183" y="13632"/>
                    <a:pt x="12609" y="13632"/>
                  </a:cubicBezTo>
                  <a:cubicBezTo>
                    <a:pt x="12878" y="13632"/>
                    <a:pt x="13035" y="13541"/>
                    <a:pt x="12936" y="13364"/>
                  </a:cubicBezTo>
                  <a:cubicBezTo>
                    <a:pt x="12665" y="12920"/>
                    <a:pt x="12293" y="12434"/>
                    <a:pt x="11993" y="9876"/>
                  </a:cubicBezTo>
                  <a:cubicBezTo>
                    <a:pt x="11707" y="7332"/>
                    <a:pt x="12322" y="4159"/>
                    <a:pt x="10292" y="1672"/>
                  </a:cubicBezTo>
                  <a:cubicBezTo>
                    <a:pt x="9331" y="500"/>
                    <a:pt x="8120" y="1"/>
                    <a:pt x="7605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46">
              <a:extLst>
                <a:ext uri="{FF2B5EF4-FFF2-40B4-BE49-F238E27FC236}">
                  <a16:creationId xmlns:a16="http://schemas.microsoft.com/office/drawing/2014/main" id="{E238C73C-647F-C999-A451-94737E5E8F08}"/>
                </a:ext>
              </a:extLst>
            </p:cNvPr>
            <p:cNvSpPr/>
            <p:nvPr/>
          </p:nvSpPr>
          <p:spPr>
            <a:xfrm>
              <a:off x="1667700" y="2667500"/>
              <a:ext cx="311975" cy="385225"/>
            </a:xfrm>
            <a:custGeom>
              <a:avLst/>
              <a:gdLst/>
              <a:ahLst/>
              <a:cxnLst/>
              <a:rect l="l" t="t" r="r" b="b"/>
              <a:pathLst>
                <a:path w="12479" h="15409" extrusionOk="0">
                  <a:moveTo>
                    <a:pt x="7119" y="0"/>
                  </a:moveTo>
                  <a:cubicBezTo>
                    <a:pt x="7005" y="0"/>
                    <a:pt x="6933" y="29"/>
                    <a:pt x="6890" y="72"/>
                  </a:cubicBezTo>
                  <a:cubicBezTo>
                    <a:pt x="7076" y="158"/>
                    <a:pt x="7247" y="244"/>
                    <a:pt x="7419" y="358"/>
                  </a:cubicBezTo>
                  <a:cubicBezTo>
                    <a:pt x="8863" y="1330"/>
                    <a:pt x="9978" y="2816"/>
                    <a:pt x="10477" y="4488"/>
                  </a:cubicBezTo>
                  <a:cubicBezTo>
                    <a:pt x="11293" y="7219"/>
                    <a:pt x="10535" y="10291"/>
                    <a:pt x="11579" y="12950"/>
                  </a:cubicBezTo>
                  <a:cubicBezTo>
                    <a:pt x="11035" y="12893"/>
                    <a:pt x="10521" y="12593"/>
                    <a:pt x="10206" y="12164"/>
                  </a:cubicBezTo>
                  <a:cubicBezTo>
                    <a:pt x="10063" y="12578"/>
                    <a:pt x="10006" y="13022"/>
                    <a:pt x="10035" y="13451"/>
                  </a:cubicBezTo>
                  <a:cubicBezTo>
                    <a:pt x="9563" y="13079"/>
                    <a:pt x="9105" y="12664"/>
                    <a:pt x="8691" y="12207"/>
                  </a:cubicBezTo>
                  <a:cubicBezTo>
                    <a:pt x="8534" y="12850"/>
                    <a:pt x="8434" y="13493"/>
                    <a:pt x="8377" y="14151"/>
                  </a:cubicBezTo>
                  <a:cubicBezTo>
                    <a:pt x="8034" y="13836"/>
                    <a:pt x="7704" y="13537"/>
                    <a:pt x="7361" y="13222"/>
                  </a:cubicBezTo>
                  <a:cubicBezTo>
                    <a:pt x="7076" y="13765"/>
                    <a:pt x="6704" y="14236"/>
                    <a:pt x="6261" y="14651"/>
                  </a:cubicBezTo>
                  <a:cubicBezTo>
                    <a:pt x="6004" y="14265"/>
                    <a:pt x="5761" y="13880"/>
                    <a:pt x="5503" y="13493"/>
                  </a:cubicBezTo>
                  <a:cubicBezTo>
                    <a:pt x="5175" y="13836"/>
                    <a:pt x="4832" y="14165"/>
                    <a:pt x="4503" y="14494"/>
                  </a:cubicBezTo>
                  <a:cubicBezTo>
                    <a:pt x="4417" y="13937"/>
                    <a:pt x="4232" y="13394"/>
                    <a:pt x="3946" y="12908"/>
                  </a:cubicBezTo>
                  <a:lnTo>
                    <a:pt x="3946" y="12908"/>
                  </a:lnTo>
                  <a:cubicBezTo>
                    <a:pt x="4045" y="13079"/>
                    <a:pt x="3003" y="14179"/>
                    <a:pt x="2845" y="14294"/>
                  </a:cubicBezTo>
                  <a:cubicBezTo>
                    <a:pt x="2688" y="14408"/>
                    <a:pt x="2574" y="14465"/>
                    <a:pt x="2488" y="14465"/>
                  </a:cubicBezTo>
                  <a:cubicBezTo>
                    <a:pt x="2202" y="14465"/>
                    <a:pt x="2159" y="14008"/>
                    <a:pt x="2031" y="13607"/>
                  </a:cubicBezTo>
                  <a:cubicBezTo>
                    <a:pt x="1888" y="13165"/>
                    <a:pt x="1787" y="12936"/>
                    <a:pt x="1616" y="12936"/>
                  </a:cubicBezTo>
                  <a:cubicBezTo>
                    <a:pt x="1487" y="12936"/>
                    <a:pt x="1330" y="13051"/>
                    <a:pt x="1116" y="13293"/>
                  </a:cubicBezTo>
                  <a:cubicBezTo>
                    <a:pt x="758" y="13665"/>
                    <a:pt x="344" y="13937"/>
                    <a:pt x="1" y="14308"/>
                  </a:cubicBezTo>
                  <a:cubicBezTo>
                    <a:pt x="15" y="14322"/>
                    <a:pt x="43" y="14322"/>
                    <a:pt x="87" y="14337"/>
                  </a:cubicBezTo>
                  <a:cubicBezTo>
                    <a:pt x="115" y="14351"/>
                    <a:pt x="144" y="14351"/>
                    <a:pt x="172" y="14351"/>
                  </a:cubicBezTo>
                  <a:cubicBezTo>
                    <a:pt x="701" y="14351"/>
                    <a:pt x="1716" y="13451"/>
                    <a:pt x="1716" y="13451"/>
                  </a:cubicBezTo>
                  <a:cubicBezTo>
                    <a:pt x="2031" y="14465"/>
                    <a:pt x="1716" y="15408"/>
                    <a:pt x="2101" y="15408"/>
                  </a:cubicBezTo>
                  <a:cubicBezTo>
                    <a:pt x="2130" y="15408"/>
                    <a:pt x="2159" y="15408"/>
                    <a:pt x="2187" y="15395"/>
                  </a:cubicBezTo>
                  <a:cubicBezTo>
                    <a:pt x="2717" y="15252"/>
                    <a:pt x="3988" y="13708"/>
                    <a:pt x="3988" y="13708"/>
                  </a:cubicBezTo>
                  <a:cubicBezTo>
                    <a:pt x="4188" y="14451"/>
                    <a:pt x="4032" y="15395"/>
                    <a:pt x="4260" y="15395"/>
                  </a:cubicBezTo>
                  <a:cubicBezTo>
                    <a:pt x="4260" y="15395"/>
                    <a:pt x="4274" y="15395"/>
                    <a:pt x="4289" y="15380"/>
                  </a:cubicBezTo>
                  <a:cubicBezTo>
                    <a:pt x="4560" y="15280"/>
                    <a:pt x="5589" y="14036"/>
                    <a:pt x="5589" y="14036"/>
                  </a:cubicBezTo>
                  <a:cubicBezTo>
                    <a:pt x="5804" y="14322"/>
                    <a:pt x="6046" y="15380"/>
                    <a:pt x="6261" y="15380"/>
                  </a:cubicBezTo>
                  <a:lnTo>
                    <a:pt x="6275" y="15380"/>
                  </a:lnTo>
                  <a:cubicBezTo>
                    <a:pt x="6490" y="15309"/>
                    <a:pt x="7233" y="14008"/>
                    <a:pt x="7433" y="13851"/>
                  </a:cubicBezTo>
                  <a:cubicBezTo>
                    <a:pt x="7447" y="13851"/>
                    <a:pt x="7462" y="13836"/>
                    <a:pt x="7462" y="13836"/>
                  </a:cubicBezTo>
                  <a:cubicBezTo>
                    <a:pt x="7590" y="13836"/>
                    <a:pt x="7805" y="14151"/>
                    <a:pt x="8019" y="14465"/>
                  </a:cubicBezTo>
                  <a:cubicBezTo>
                    <a:pt x="8248" y="14780"/>
                    <a:pt x="8463" y="15094"/>
                    <a:pt x="8577" y="15094"/>
                  </a:cubicBezTo>
                  <a:cubicBezTo>
                    <a:pt x="8591" y="15094"/>
                    <a:pt x="8606" y="15094"/>
                    <a:pt x="8619" y="15080"/>
                  </a:cubicBezTo>
                  <a:cubicBezTo>
                    <a:pt x="8819" y="14894"/>
                    <a:pt x="9120" y="13064"/>
                    <a:pt x="9120" y="13064"/>
                  </a:cubicBezTo>
                  <a:cubicBezTo>
                    <a:pt x="9120" y="13064"/>
                    <a:pt x="10277" y="14065"/>
                    <a:pt x="10535" y="14065"/>
                  </a:cubicBezTo>
                  <a:cubicBezTo>
                    <a:pt x="10563" y="14065"/>
                    <a:pt x="10578" y="14051"/>
                    <a:pt x="10578" y="14036"/>
                  </a:cubicBezTo>
                  <a:cubicBezTo>
                    <a:pt x="10620" y="13979"/>
                    <a:pt x="10635" y="13836"/>
                    <a:pt x="10635" y="13665"/>
                  </a:cubicBezTo>
                  <a:cubicBezTo>
                    <a:pt x="10635" y="13336"/>
                    <a:pt x="10578" y="12921"/>
                    <a:pt x="10578" y="12921"/>
                  </a:cubicBezTo>
                  <a:lnTo>
                    <a:pt x="10578" y="12921"/>
                  </a:lnTo>
                  <a:cubicBezTo>
                    <a:pt x="10992" y="13407"/>
                    <a:pt x="11707" y="13636"/>
                    <a:pt x="12122" y="13636"/>
                  </a:cubicBezTo>
                  <a:cubicBezTo>
                    <a:pt x="12336" y="13636"/>
                    <a:pt x="12478" y="13579"/>
                    <a:pt x="12478" y="13465"/>
                  </a:cubicBezTo>
                  <a:cubicBezTo>
                    <a:pt x="12478" y="13436"/>
                    <a:pt x="12465" y="13407"/>
                    <a:pt x="12450" y="13365"/>
                  </a:cubicBezTo>
                  <a:cubicBezTo>
                    <a:pt x="12193" y="12921"/>
                    <a:pt x="11821" y="12450"/>
                    <a:pt x="11521" y="9948"/>
                  </a:cubicBezTo>
                  <a:cubicBezTo>
                    <a:pt x="11521" y="9935"/>
                    <a:pt x="11521" y="9906"/>
                    <a:pt x="11507" y="9877"/>
                  </a:cubicBezTo>
                  <a:cubicBezTo>
                    <a:pt x="11421" y="9106"/>
                    <a:pt x="11421" y="8277"/>
                    <a:pt x="11392" y="7419"/>
                  </a:cubicBezTo>
                  <a:cubicBezTo>
                    <a:pt x="11350" y="5460"/>
                    <a:pt x="11221" y="3402"/>
                    <a:pt x="9806" y="1673"/>
                  </a:cubicBezTo>
                  <a:cubicBezTo>
                    <a:pt x="8848" y="501"/>
                    <a:pt x="7634" y="0"/>
                    <a:pt x="7119" y="0"/>
                  </a:cubicBezTo>
                  <a:close/>
                </a:path>
              </a:pathLst>
            </a:custGeom>
            <a:solidFill>
              <a:srgbClr val="58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46">
              <a:extLst>
                <a:ext uri="{FF2B5EF4-FFF2-40B4-BE49-F238E27FC236}">
                  <a16:creationId xmlns:a16="http://schemas.microsoft.com/office/drawing/2014/main" id="{87A78DF8-05E6-B06C-8DCF-4B260BC7F721}"/>
                </a:ext>
              </a:extLst>
            </p:cNvPr>
            <p:cNvSpPr/>
            <p:nvPr/>
          </p:nvSpPr>
          <p:spPr>
            <a:xfrm>
              <a:off x="1694875" y="2788400"/>
              <a:ext cx="247300" cy="168550"/>
            </a:xfrm>
            <a:custGeom>
              <a:avLst/>
              <a:gdLst/>
              <a:ahLst/>
              <a:cxnLst/>
              <a:rect l="l" t="t" r="r" b="b"/>
              <a:pathLst>
                <a:path w="9892" h="6742" extrusionOk="0">
                  <a:moveTo>
                    <a:pt x="7173" y="0"/>
                  </a:moveTo>
                  <a:cubicBezTo>
                    <a:pt x="6747" y="0"/>
                    <a:pt x="6316" y="151"/>
                    <a:pt x="5889" y="353"/>
                  </a:cubicBezTo>
                  <a:cubicBezTo>
                    <a:pt x="5507" y="531"/>
                    <a:pt x="5195" y="598"/>
                    <a:pt x="4894" y="598"/>
                  </a:cubicBezTo>
                  <a:cubicBezTo>
                    <a:pt x="4373" y="598"/>
                    <a:pt x="3888" y="397"/>
                    <a:pt x="3145" y="224"/>
                  </a:cubicBezTo>
                  <a:cubicBezTo>
                    <a:pt x="2852" y="153"/>
                    <a:pt x="2577" y="118"/>
                    <a:pt x="2322" y="118"/>
                  </a:cubicBezTo>
                  <a:cubicBezTo>
                    <a:pt x="1544" y="118"/>
                    <a:pt x="948" y="450"/>
                    <a:pt x="572" y="1139"/>
                  </a:cubicBezTo>
                  <a:cubicBezTo>
                    <a:pt x="357" y="1539"/>
                    <a:pt x="200" y="2054"/>
                    <a:pt x="143" y="2697"/>
                  </a:cubicBezTo>
                  <a:cubicBezTo>
                    <a:pt x="0" y="4069"/>
                    <a:pt x="471" y="5370"/>
                    <a:pt x="1887" y="6113"/>
                  </a:cubicBezTo>
                  <a:cubicBezTo>
                    <a:pt x="2644" y="6513"/>
                    <a:pt x="3673" y="6742"/>
                    <a:pt x="5032" y="6742"/>
                  </a:cubicBezTo>
                  <a:cubicBezTo>
                    <a:pt x="9876" y="6742"/>
                    <a:pt x="9891" y="2869"/>
                    <a:pt x="8990" y="1310"/>
                  </a:cubicBezTo>
                  <a:cubicBezTo>
                    <a:pt x="8419" y="330"/>
                    <a:pt x="7802" y="0"/>
                    <a:pt x="7173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46">
              <a:extLst>
                <a:ext uri="{FF2B5EF4-FFF2-40B4-BE49-F238E27FC236}">
                  <a16:creationId xmlns:a16="http://schemas.microsoft.com/office/drawing/2014/main" id="{3EF24841-17CC-A995-F12F-562F2E0E3CAA}"/>
                </a:ext>
              </a:extLst>
            </p:cNvPr>
            <p:cNvSpPr/>
            <p:nvPr/>
          </p:nvSpPr>
          <p:spPr>
            <a:xfrm>
              <a:off x="1709150" y="2788400"/>
              <a:ext cx="233025" cy="168550"/>
            </a:xfrm>
            <a:custGeom>
              <a:avLst/>
              <a:gdLst/>
              <a:ahLst/>
              <a:cxnLst/>
              <a:rect l="l" t="t" r="r" b="b"/>
              <a:pathLst>
                <a:path w="9321" h="6742" extrusionOk="0">
                  <a:moveTo>
                    <a:pt x="6602" y="0"/>
                  </a:moveTo>
                  <a:cubicBezTo>
                    <a:pt x="6176" y="0"/>
                    <a:pt x="5745" y="151"/>
                    <a:pt x="5318" y="353"/>
                  </a:cubicBezTo>
                  <a:cubicBezTo>
                    <a:pt x="4936" y="531"/>
                    <a:pt x="4624" y="598"/>
                    <a:pt x="4323" y="598"/>
                  </a:cubicBezTo>
                  <a:cubicBezTo>
                    <a:pt x="3802" y="598"/>
                    <a:pt x="3317" y="397"/>
                    <a:pt x="2574" y="224"/>
                  </a:cubicBezTo>
                  <a:cubicBezTo>
                    <a:pt x="2281" y="153"/>
                    <a:pt x="2006" y="118"/>
                    <a:pt x="1751" y="118"/>
                  </a:cubicBezTo>
                  <a:cubicBezTo>
                    <a:pt x="973" y="118"/>
                    <a:pt x="377" y="450"/>
                    <a:pt x="1" y="1139"/>
                  </a:cubicBezTo>
                  <a:cubicBezTo>
                    <a:pt x="30" y="1110"/>
                    <a:pt x="72" y="1082"/>
                    <a:pt x="100" y="1053"/>
                  </a:cubicBezTo>
                  <a:cubicBezTo>
                    <a:pt x="614" y="620"/>
                    <a:pt x="1269" y="278"/>
                    <a:pt x="1955" y="278"/>
                  </a:cubicBezTo>
                  <a:cubicBezTo>
                    <a:pt x="1994" y="278"/>
                    <a:pt x="2034" y="279"/>
                    <a:pt x="2073" y="281"/>
                  </a:cubicBezTo>
                  <a:cubicBezTo>
                    <a:pt x="2921" y="344"/>
                    <a:pt x="3716" y="907"/>
                    <a:pt x="4531" y="907"/>
                  </a:cubicBezTo>
                  <a:cubicBezTo>
                    <a:pt x="4650" y="907"/>
                    <a:pt x="4769" y="895"/>
                    <a:pt x="4889" y="868"/>
                  </a:cubicBezTo>
                  <a:cubicBezTo>
                    <a:pt x="5303" y="753"/>
                    <a:pt x="5661" y="468"/>
                    <a:pt x="6090" y="367"/>
                  </a:cubicBezTo>
                  <a:cubicBezTo>
                    <a:pt x="6203" y="340"/>
                    <a:pt x="6316" y="327"/>
                    <a:pt x="6427" y="327"/>
                  </a:cubicBezTo>
                  <a:cubicBezTo>
                    <a:pt x="7205" y="327"/>
                    <a:pt x="7930" y="941"/>
                    <a:pt x="8305" y="1653"/>
                  </a:cubicBezTo>
                  <a:cubicBezTo>
                    <a:pt x="8520" y="2082"/>
                    <a:pt x="8663" y="2568"/>
                    <a:pt x="8606" y="3054"/>
                  </a:cubicBezTo>
                  <a:cubicBezTo>
                    <a:pt x="8548" y="3469"/>
                    <a:pt x="8377" y="3841"/>
                    <a:pt x="8191" y="4226"/>
                  </a:cubicBezTo>
                  <a:cubicBezTo>
                    <a:pt x="8005" y="4598"/>
                    <a:pt x="7819" y="4984"/>
                    <a:pt x="7533" y="5299"/>
                  </a:cubicBezTo>
                  <a:cubicBezTo>
                    <a:pt x="7161" y="5684"/>
                    <a:pt x="6662" y="5928"/>
                    <a:pt x="6147" y="6084"/>
                  </a:cubicBezTo>
                  <a:cubicBezTo>
                    <a:pt x="5386" y="6336"/>
                    <a:pt x="4593" y="6447"/>
                    <a:pt x="3797" y="6447"/>
                  </a:cubicBezTo>
                  <a:cubicBezTo>
                    <a:pt x="2964" y="6447"/>
                    <a:pt x="2127" y="6325"/>
                    <a:pt x="1316" y="6113"/>
                  </a:cubicBezTo>
                  <a:lnTo>
                    <a:pt x="1316" y="6113"/>
                  </a:lnTo>
                  <a:cubicBezTo>
                    <a:pt x="2073" y="6513"/>
                    <a:pt x="3102" y="6742"/>
                    <a:pt x="4461" y="6742"/>
                  </a:cubicBezTo>
                  <a:cubicBezTo>
                    <a:pt x="9305" y="6742"/>
                    <a:pt x="9320" y="2869"/>
                    <a:pt x="8419" y="1310"/>
                  </a:cubicBezTo>
                  <a:cubicBezTo>
                    <a:pt x="7848" y="330"/>
                    <a:pt x="7231" y="0"/>
                    <a:pt x="6602" y="0"/>
                  </a:cubicBezTo>
                  <a:close/>
                </a:path>
              </a:pathLst>
            </a:custGeom>
            <a:solidFill>
              <a:srgbClr val="D671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46">
              <a:extLst>
                <a:ext uri="{FF2B5EF4-FFF2-40B4-BE49-F238E27FC236}">
                  <a16:creationId xmlns:a16="http://schemas.microsoft.com/office/drawing/2014/main" id="{4FF1697E-A702-C503-6967-CE9A6CDED63A}"/>
                </a:ext>
              </a:extLst>
            </p:cNvPr>
            <p:cNvSpPr/>
            <p:nvPr/>
          </p:nvSpPr>
          <p:spPr>
            <a:xfrm>
              <a:off x="1775250" y="2908650"/>
              <a:ext cx="28975" cy="20775"/>
            </a:xfrm>
            <a:custGeom>
              <a:avLst/>
              <a:gdLst/>
              <a:ahLst/>
              <a:cxnLst/>
              <a:rect l="l" t="t" r="r" b="b"/>
              <a:pathLst>
                <a:path w="1159" h="831" extrusionOk="0">
                  <a:moveTo>
                    <a:pt x="305" y="0"/>
                  </a:moveTo>
                  <a:cubicBezTo>
                    <a:pt x="275" y="0"/>
                    <a:pt x="245" y="4"/>
                    <a:pt x="216" y="16"/>
                  </a:cubicBezTo>
                  <a:cubicBezTo>
                    <a:pt x="130" y="45"/>
                    <a:pt x="73" y="131"/>
                    <a:pt x="29" y="231"/>
                  </a:cubicBezTo>
                  <a:cubicBezTo>
                    <a:pt x="16" y="245"/>
                    <a:pt x="1" y="274"/>
                    <a:pt x="1" y="302"/>
                  </a:cubicBezTo>
                  <a:cubicBezTo>
                    <a:pt x="1" y="359"/>
                    <a:pt x="44" y="403"/>
                    <a:pt x="86" y="432"/>
                  </a:cubicBezTo>
                  <a:cubicBezTo>
                    <a:pt x="273" y="574"/>
                    <a:pt x="473" y="703"/>
                    <a:pt x="687" y="803"/>
                  </a:cubicBezTo>
                  <a:cubicBezTo>
                    <a:pt x="728" y="822"/>
                    <a:pt x="766" y="831"/>
                    <a:pt x="800" y="831"/>
                  </a:cubicBezTo>
                  <a:cubicBezTo>
                    <a:pt x="924" y="831"/>
                    <a:pt x="1013" y="725"/>
                    <a:pt x="1102" y="603"/>
                  </a:cubicBezTo>
                  <a:cubicBezTo>
                    <a:pt x="1130" y="560"/>
                    <a:pt x="1159" y="502"/>
                    <a:pt x="1144" y="445"/>
                  </a:cubicBezTo>
                  <a:cubicBezTo>
                    <a:pt x="1144" y="403"/>
                    <a:pt x="1116" y="359"/>
                    <a:pt x="1073" y="331"/>
                  </a:cubicBezTo>
                  <a:cubicBezTo>
                    <a:pt x="902" y="174"/>
                    <a:pt x="673" y="74"/>
                    <a:pt x="429" y="16"/>
                  </a:cubicBezTo>
                  <a:cubicBezTo>
                    <a:pt x="388" y="8"/>
                    <a:pt x="347" y="0"/>
                    <a:pt x="305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46">
              <a:extLst>
                <a:ext uri="{FF2B5EF4-FFF2-40B4-BE49-F238E27FC236}">
                  <a16:creationId xmlns:a16="http://schemas.microsoft.com/office/drawing/2014/main" id="{66675E28-7E39-ABDB-B6C7-AF4DADE375C6}"/>
                </a:ext>
              </a:extLst>
            </p:cNvPr>
            <p:cNvSpPr/>
            <p:nvPr/>
          </p:nvSpPr>
          <p:spPr>
            <a:xfrm>
              <a:off x="1721300" y="2838300"/>
              <a:ext cx="65425" cy="40225"/>
            </a:xfrm>
            <a:custGeom>
              <a:avLst/>
              <a:gdLst/>
              <a:ahLst/>
              <a:cxnLst/>
              <a:rect l="l" t="t" r="r" b="b"/>
              <a:pathLst>
                <a:path w="2617" h="1609" extrusionOk="0">
                  <a:moveTo>
                    <a:pt x="358" y="0"/>
                  </a:moveTo>
                  <a:cubicBezTo>
                    <a:pt x="1" y="301"/>
                    <a:pt x="215" y="1073"/>
                    <a:pt x="516" y="1373"/>
                  </a:cubicBezTo>
                  <a:cubicBezTo>
                    <a:pt x="644" y="1487"/>
                    <a:pt x="801" y="1544"/>
                    <a:pt x="958" y="1573"/>
                  </a:cubicBezTo>
                  <a:cubicBezTo>
                    <a:pt x="1075" y="1595"/>
                    <a:pt x="1195" y="1608"/>
                    <a:pt x="1315" y="1608"/>
                  </a:cubicBezTo>
                  <a:cubicBezTo>
                    <a:pt x="1505" y="1608"/>
                    <a:pt x="1692" y="1574"/>
                    <a:pt x="1859" y="1487"/>
                  </a:cubicBezTo>
                  <a:cubicBezTo>
                    <a:pt x="2302" y="1230"/>
                    <a:pt x="2488" y="686"/>
                    <a:pt x="2616" y="158"/>
                  </a:cubicBezTo>
                  <a:cubicBezTo>
                    <a:pt x="1873" y="143"/>
                    <a:pt x="1087" y="0"/>
                    <a:pt x="358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46">
              <a:extLst>
                <a:ext uri="{FF2B5EF4-FFF2-40B4-BE49-F238E27FC236}">
                  <a16:creationId xmlns:a16="http://schemas.microsoft.com/office/drawing/2014/main" id="{5DA4CB74-E515-778A-9CCA-D286B517C92E}"/>
                </a:ext>
              </a:extLst>
            </p:cNvPr>
            <p:cNvSpPr/>
            <p:nvPr/>
          </p:nvSpPr>
          <p:spPr>
            <a:xfrm>
              <a:off x="1858875" y="2841150"/>
              <a:ext cx="47200" cy="28700"/>
            </a:xfrm>
            <a:custGeom>
              <a:avLst/>
              <a:gdLst/>
              <a:ahLst/>
              <a:cxnLst/>
              <a:rect l="l" t="t" r="r" b="b"/>
              <a:pathLst>
                <a:path w="1888" h="1148" extrusionOk="0">
                  <a:moveTo>
                    <a:pt x="0" y="1"/>
                  </a:moveTo>
                  <a:lnTo>
                    <a:pt x="0" y="1"/>
                  </a:lnTo>
                  <a:cubicBezTo>
                    <a:pt x="57" y="387"/>
                    <a:pt x="143" y="801"/>
                    <a:pt x="444" y="1001"/>
                  </a:cubicBezTo>
                  <a:cubicBezTo>
                    <a:pt x="600" y="1110"/>
                    <a:pt x="799" y="1148"/>
                    <a:pt x="985" y="1148"/>
                  </a:cubicBezTo>
                  <a:cubicBezTo>
                    <a:pt x="1020" y="1148"/>
                    <a:pt x="1053" y="1146"/>
                    <a:pt x="1087" y="1144"/>
                  </a:cubicBezTo>
                  <a:cubicBezTo>
                    <a:pt x="1216" y="1130"/>
                    <a:pt x="1330" y="1102"/>
                    <a:pt x="1430" y="1016"/>
                  </a:cubicBezTo>
                  <a:cubicBezTo>
                    <a:pt x="1673" y="830"/>
                    <a:pt x="1887" y="287"/>
                    <a:pt x="1658" y="44"/>
                  </a:cubicBezTo>
                  <a:cubicBezTo>
                    <a:pt x="1394" y="22"/>
                    <a:pt x="1115" y="22"/>
                    <a:pt x="835" y="22"/>
                  </a:cubicBezTo>
                  <a:cubicBezTo>
                    <a:pt x="554" y="22"/>
                    <a:pt x="272" y="22"/>
                    <a:pt x="0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46">
              <a:extLst>
                <a:ext uri="{FF2B5EF4-FFF2-40B4-BE49-F238E27FC236}">
                  <a16:creationId xmlns:a16="http://schemas.microsoft.com/office/drawing/2014/main" id="{BE1C0015-11F3-A3D6-841E-26778ACB81E3}"/>
                </a:ext>
              </a:extLst>
            </p:cNvPr>
            <p:cNvSpPr/>
            <p:nvPr/>
          </p:nvSpPr>
          <p:spPr>
            <a:xfrm>
              <a:off x="1841375" y="2797425"/>
              <a:ext cx="71825" cy="32700"/>
            </a:xfrm>
            <a:custGeom>
              <a:avLst/>
              <a:gdLst/>
              <a:ahLst/>
              <a:cxnLst/>
              <a:rect l="l" t="t" r="r" b="b"/>
              <a:pathLst>
                <a:path w="2873" h="1308" extrusionOk="0">
                  <a:moveTo>
                    <a:pt x="304" y="1"/>
                  </a:moveTo>
                  <a:cubicBezTo>
                    <a:pt x="259" y="1"/>
                    <a:pt x="215" y="3"/>
                    <a:pt x="172" y="6"/>
                  </a:cubicBezTo>
                  <a:cubicBezTo>
                    <a:pt x="115" y="320"/>
                    <a:pt x="71" y="635"/>
                    <a:pt x="1" y="949"/>
                  </a:cubicBezTo>
                  <a:cubicBezTo>
                    <a:pt x="71" y="964"/>
                    <a:pt x="157" y="978"/>
                    <a:pt x="229" y="978"/>
                  </a:cubicBezTo>
                  <a:cubicBezTo>
                    <a:pt x="1101" y="993"/>
                    <a:pt x="2015" y="964"/>
                    <a:pt x="2802" y="1307"/>
                  </a:cubicBezTo>
                  <a:cubicBezTo>
                    <a:pt x="2831" y="1250"/>
                    <a:pt x="2844" y="1193"/>
                    <a:pt x="2873" y="1121"/>
                  </a:cubicBezTo>
                  <a:cubicBezTo>
                    <a:pt x="2416" y="692"/>
                    <a:pt x="1887" y="378"/>
                    <a:pt x="1316" y="192"/>
                  </a:cubicBezTo>
                  <a:cubicBezTo>
                    <a:pt x="999" y="91"/>
                    <a:pt x="640" y="1"/>
                    <a:pt x="304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46">
              <a:extLst>
                <a:ext uri="{FF2B5EF4-FFF2-40B4-BE49-F238E27FC236}">
                  <a16:creationId xmlns:a16="http://schemas.microsoft.com/office/drawing/2014/main" id="{9EA0D912-1579-9673-F3F3-94EBCB8216F9}"/>
                </a:ext>
              </a:extLst>
            </p:cNvPr>
            <p:cNvSpPr/>
            <p:nvPr/>
          </p:nvSpPr>
          <p:spPr>
            <a:xfrm>
              <a:off x="1716300" y="2788975"/>
              <a:ext cx="81850" cy="38275"/>
            </a:xfrm>
            <a:custGeom>
              <a:avLst/>
              <a:gdLst/>
              <a:ahLst/>
              <a:cxnLst/>
              <a:rect l="l" t="t" r="r" b="b"/>
              <a:pathLst>
                <a:path w="3274" h="1531" extrusionOk="0">
                  <a:moveTo>
                    <a:pt x="3060" y="1"/>
                  </a:moveTo>
                  <a:cubicBezTo>
                    <a:pt x="2631" y="1"/>
                    <a:pt x="2159" y="144"/>
                    <a:pt x="1758" y="287"/>
                  </a:cubicBezTo>
                  <a:cubicBezTo>
                    <a:pt x="1116" y="515"/>
                    <a:pt x="515" y="887"/>
                    <a:pt x="1" y="1359"/>
                  </a:cubicBezTo>
                  <a:cubicBezTo>
                    <a:pt x="15" y="1416"/>
                    <a:pt x="43" y="1474"/>
                    <a:pt x="72" y="1531"/>
                  </a:cubicBezTo>
                  <a:cubicBezTo>
                    <a:pt x="973" y="1131"/>
                    <a:pt x="2016" y="1059"/>
                    <a:pt x="3016" y="973"/>
                  </a:cubicBezTo>
                  <a:cubicBezTo>
                    <a:pt x="3102" y="959"/>
                    <a:pt x="3188" y="944"/>
                    <a:pt x="3273" y="916"/>
                  </a:cubicBezTo>
                  <a:cubicBezTo>
                    <a:pt x="3203" y="616"/>
                    <a:pt x="3131" y="302"/>
                    <a:pt x="3060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46">
              <a:extLst>
                <a:ext uri="{FF2B5EF4-FFF2-40B4-BE49-F238E27FC236}">
                  <a16:creationId xmlns:a16="http://schemas.microsoft.com/office/drawing/2014/main" id="{B0A26A91-7EF1-59FF-4A52-1CF61164F168}"/>
                </a:ext>
              </a:extLst>
            </p:cNvPr>
            <p:cNvSpPr/>
            <p:nvPr/>
          </p:nvSpPr>
          <p:spPr>
            <a:xfrm>
              <a:off x="1728800" y="2839650"/>
              <a:ext cx="21825" cy="22325"/>
            </a:xfrm>
            <a:custGeom>
              <a:avLst/>
              <a:gdLst/>
              <a:ahLst/>
              <a:cxnLst/>
              <a:rect l="l" t="t" r="r" b="b"/>
              <a:pathLst>
                <a:path w="873" h="893" extrusionOk="0">
                  <a:moveTo>
                    <a:pt x="442" y="1"/>
                  </a:moveTo>
                  <a:cubicBezTo>
                    <a:pt x="428" y="1"/>
                    <a:pt x="415" y="2"/>
                    <a:pt x="401" y="4"/>
                  </a:cubicBezTo>
                  <a:cubicBezTo>
                    <a:pt x="172" y="32"/>
                    <a:pt x="1" y="218"/>
                    <a:pt x="15" y="476"/>
                  </a:cubicBezTo>
                  <a:cubicBezTo>
                    <a:pt x="15" y="691"/>
                    <a:pt x="217" y="892"/>
                    <a:pt x="431" y="892"/>
                  </a:cubicBezTo>
                  <a:cubicBezTo>
                    <a:pt x="445" y="892"/>
                    <a:pt x="459" y="891"/>
                    <a:pt x="473" y="890"/>
                  </a:cubicBezTo>
                  <a:cubicBezTo>
                    <a:pt x="701" y="861"/>
                    <a:pt x="873" y="661"/>
                    <a:pt x="858" y="419"/>
                  </a:cubicBezTo>
                  <a:cubicBezTo>
                    <a:pt x="858" y="204"/>
                    <a:pt x="656" y="1"/>
                    <a:pt x="442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46">
              <a:extLst>
                <a:ext uri="{FF2B5EF4-FFF2-40B4-BE49-F238E27FC236}">
                  <a16:creationId xmlns:a16="http://schemas.microsoft.com/office/drawing/2014/main" id="{2335B301-F3C2-6A84-CA09-A0B82B17C839}"/>
                </a:ext>
              </a:extLst>
            </p:cNvPr>
            <p:cNvSpPr/>
            <p:nvPr/>
          </p:nvSpPr>
          <p:spPr>
            <a:xfrm>
              <a:off x="1860300" y="2843975"/>
              <a:ext cx="23975" cy="21550"/>
            </a:xfrm>
            <a:custGeom>
              <a:avLst/>
              <a:gdLst/>
              <a:ahLst/>
              <a:cxnLst/>
              <a:rect l="l" t="t" r="r" b="b"/>
              <a:pathLst>
                <a:path w="959" h="862" extrusionOk="0">
                  <a:moveTo>
                    <a:pt x="502" y="0"/>
                  </a:moveTo>
                  <a:cubicBezTo>
                    <a:pt x="340" y="0"/>
                    <a:pt x="188" y="97"/>
                    <a:pt x="101" y="259"/>
                  </a:cubicBezTo>
                  <a:cubicBezTo>
                    <a:pt x="0" y="474"/>
                    <a:pt x="101" y="745"/>
                    <a:pt x="301" y="831"/>
                  </a:cubicBezTo>
                  <a:cubicBezTo>
                    <a:pt x="353" y="852"/>
                    <a:pt x="407" y="862"/>
                    <a:pt x="460" y="862"/>
                  </a:cubicBezTo>
                  <a:cubicBezTo>
                    <a:pt x="625" y="862"/>
                    <a:pt x="783" y="765"/>
                    <a:pt x="858" y="602"/>
                  </a:cubicBezTo>
                  <a:cubicBezTo>
                    <a:pt x="959" y="389"/>
                    <a:pt x="858" y="116"/>
                    <a:pt x="658" y="31"/>
                  </a:cubicBezTo>
                  <a:cubicBezTo>
                    <a:pt x="606" y="10"/>
                    <a:pt x="554" y="0"/>
                    <a:pt x="502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46">
              <a:extLst>
                <a:ext uri="{FF2B5EF4-FFF2-40B4-BE49-F238E27FC236}">
                  <a16:creationId xmlns:a16="http://schemas.microsoft.com/office/drawing/2014/main" id="{4118AC09-D503-66A3-3EB3-9F69FAFD2529}"/>
                </a:ext>
              </a:extLst>
            </p:cNvPr>
            <p:cNvSpPr/>
            <p:nvPr/>
          </p:nvSpPr>
          <p:spPr>
            <a:xfrm>
              <a:off x="1745600" y="2883250"/>
              <a:ext cx="21825" cy="34050"/>
            </a:xfrm>
            <a:custGeom>
              <a:avLst/>
              <a:gdLst/>
              <a:ahLst/>
              <a:cxnLst/>
              <a:rect l="l" t="t" r="r" b="b"/>
              <a:pathLst>
                <a:path w="873" h="1362" extrusionOk="0">
                  <a:moveTo>
                    <a:pt x="749" y="1"/>
                  </a:moveTo>
                  <a:cubicBezTo>
                    <a:pt x="733" y="1"/>
                    <a:pt x="716" y="6"/>
                    <a:pt x="701" y="18"/>
                  </a:cubicBezTo>
                  <a:cubicBezTo>
                    <a:pt x="472" y="190"/>
                    <a:pt x="243" y="390"/>
                    <a:pt x="58" y="619"/>
                  </a:cubicBezTo>
                  <a:cubicBezTo>
                    <a:pt x="43" y="661"/>
                    <a:pt x="15" y="689"/>
                    <a:pt x="1" y="733"/>
                  </a:cubicBezTo>
                  <a:cubicBezTo>
                    <a:pt x="15" y="733"/>
                    <a:pt x="15" y="747"/>
                    <a:pt x="29" y="747"/>
                  </a:cubicBezTo>
                  <a:cubicBezTo>
                    <a:pt x="230" y="962"/>
                    <a:pt x="443" y="1147"/>
                    <a:pt x="716" y="1276"/>
                  </a:cubicBezTo>
                  <a:cubicBezTo>
                    <a:pt x="773" y="1305"/>
                    <a:pt x="830" y="1333"/>
                    <a:pt x="872" y="1362"/>
                  </a:cubicBezTo>
                  <a:cubicBezTo>
                    <a:pt x="844" y="1147"/>
                    <a:pt x="830" y="947"/>
                    <a:pt x="830" y="733"/>
                  </a:cubicBezTo>
                  <a:cubicBezTo>
                    <a:pt x="830" y="661"/>
                    <a:pt x="801" y="304"/>
                    <a:pt x="815" y="89"/>
                  </a:cubicBezTo>
                  <a:cubicBezTo>
                    <a:pt x="826" y="38"/>
                    <a:pt x="791" y="1"/>
                    <a:pt x="749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46">
              <a:extLst>
                <a:ext uri="{FF2B5EF4-FFF2-40B4-BE49-F238E27FC236}">
                  <a16:creationId xmlns:a16="http://schemas.microsoft.com/office/drawing/2014/main" id="{1B5A2C82-44D1-CDD5-AB33-2B5D18773A1A}"/>
                </a:ext>
              </a:extLst>
            </p:cNvPr>
            <p:cNvSpPr/>
            <p:nvPr/>
          </p:nvSpPr>
          <p:spPr>
            <a:xfrm>
              <a:off x="1812425" y="2907925"/>
              <a:ext cx="28250" cy="27600"/>
            </a:xfrm>
            <a:custGeom>
              <a:avLst/>
              <a:gdLst/>
              <a:ahLst/>
              <a:cxnLst/>
              <a:rect l="l" t="t" r="r" b="b"/>
              <a:pathLst>
                <a:path w="1130" h="1104" extrusionOk="0">
                  <a:moveTo>
                    <a:pt x="972" y="1"/>
                  </a:moveTo>
                  <a:cubicBezTo>
                    <a:pt x="952" y="1"/>
                    <a:pt x="932" y="10"/>
                    <a:pt x="915" y="32"/>
                  </a:cubicBezTo>
                  <a:cubicBezTo>
                    <a:pt x="787" y="203"/>
                    <a:pt x="530" y="446"/>
                    <a:pt x="486" y="503"/>
                  </a:cubicBezTo>
                  <a:cubicBezTo>
                    <a:pt x="343" y="661"/>
                    <a:pt x="172" y="804"/>
                    <a:pt x="15" y="947"/>
                  </a:cubicBezTo>
                  <a:cubicBezTo>
                    <a:pt x="0" y="960"/>
                    <a:pt x="0" y="975"/>
                    <a:pt x="0" y="989"/>
                  </a:cubicBezTo>
                  <a:cubicBezTo>
                    <a:pt x="37" y="982"/>
                    <a:pt x="74" y="979"/>
                    <a:pt x="113" y="979"/>
                  </a:cubicBezTo>
                  <a:cubicBezTo>
                    <a:pt x="242" y="979"/>
                    <a:pt x="380" y="1010"/>
                    <a:pt x="501" y="1032"/>
                  </a:cubicBezTo>
                  <a:cubicBezTo>
                    <a:pt x="686" y="1061"/>
                    <a:pt x="873" y="1089"/>
                    <a:pt x="1058" y="1103"/>
                  </a:cubicBezTo>
                  <a:cubicBezTo>
                    <a:pt x="1058" y="1089"/>
                    <a:pt x="1073" y="1089"/>
                    <a:pt x="1086" y="1075"/>
                  </a:cubicBezTo>
                  <a:cubicBezTo>
                    <a:pt x="1115" y="1046"/>
                    <a:pt x="1115" y="989"/>
                    <a:pt x="1115" y="947"/>
                  </a:cubicBezTo>
                  <a:cubicBezTo>
                    <a:pt x="1130" y="646"/>
                    <a:pt x="1101" y="346"/>
                    <a:pt x="1044" y="60"/>
                  </a:cubicBezTo>
                  <a:cubicBezTo>
                    <a:pt x="1035" y="25"/>
                    <a:pt x="1004" y="1"/>
                    <a:pt x="972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46">
              <a:extLst>
                <a:ext uri="{FF2B5EF4-FFF2-40B4-BE49-F238E27FC236}">
                  <a16:creationId xmlns:a16="http://schemas.microsoft.com/office/drawing/2014/main" id="{BBA37310-D146-6B74-39A7-03A991807A47}"/>
                </a:ext>
              </a:extLst>
            </p:cNvPr>
            <p:cNvSpPr/>
            <p:nvPr/>
          </p:nvSpPr>
          <p:spPr>
            <a:xfrm>
              <a:off x="1729525" y="2835100"/>
              <a:ext cx="58275" cy="9100"/>
            </a:xfrm>
            <a:custGeom>
              <a:avLst/>
              <a:gdLst/>
              <a:ahLst/>
              <a:cxnLst/>
              <a:rect l="l" t="t" r="r" b="b"/>
              <a:pathLst>
                <a:path w="2331" h="364" extrusionOk="0">
                  <a:moveTo>
                    <a:pt x="44" y="0"/>
                  </a:moveTo>
                  <a:lnTo>
                    <a:pt x="0" y="143"/>
                  </a:lnTo>
                  <a:cubicBezTo>
                    <a:pt x="661" y="290"/>
                    <a:pt x="1322" y="363"/>
                    <a:pt x="1993" y="363"/>
                  </a:cubicBezTo>
                  <a:cubicBezTo>
                    <a:pt x="2105" y="363"/>
                    <a:pt x="2218" y="361"/>
                    <a:pt x="2331" y="357"/>
                  </a:cubicBezTo>
                  <a:lnTo>
                    <a:pt x="2316" y="214"/>
                  </a:lnTo>
                  <a:cubicBezTo>
                    <a:pt x="2207" y="218"/>
                    <a:pt x="2098" y="220"/>
                    <a:pt x="1989" y="220"/>
                  </a:cubicBezTo>
                  <a:cubicBezTo>
                    <a:pt x="1338" y="220"/>
                    <a:pt x="680" y="147"/>
                    <a:pt x="44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46">
              <a:extLst>
                <a:ext uri="{FF2B5EF4-FFF2-40B4-BE49-F238E27FC236}">
                  <a16:creationId xmlns:a16="http://schemas.microsoft.com/office/drawing/2014/main" id="{80E2D19B-985F-9D31-FFF5-E2EE3C2D52C3}"/>
                </a:ext>
              </a:extLst>
            </p:cNvPr>
            <p:cNvSpPr/>
            <p:nvPr/>
          </p:nvSpPr>
          <p:spPr>
            <a:xfrm>
              <a:off x="1856725" y="2839375"/>
              <a:ext cx="44700" cy="5325"/>
            </a:xfrm>
            <a:custGeom>
              <a:avLst/>
              <a:gdLst/>
              <a:ahLst/>
              <a:cxnLst/>
              <a:rect l="l" t="t" r="r" b="b"/>
              <a:pathLst>
                <a:path w="1788" h="213" extrusionOk="0">
                  <a:moveTo>
                    <a:pt x="29" y="1"/>
                  </a:moveTo>
                  <a:lnTo>
                    <a:pt x="1" y="144"/>
                  </a:lnTo>
                  <a:cubicBezTo>
                    <a:pt x="331" y="191"/>
                    <a:pt x="662" y="212"/>
                    <a:pt x="990" y="212"/>
                  </a:cubicBezTo>
                  <a:cubicBezTo>
                    <a:pt x="1258" y="212"/>
                    <a:pt x="1524" y="198"/>
                    <a:pt x="1788" y="172"/>
                  </a:cubicBezTo>
                  <a:lnTo>
                    <a:pt x="1773" y="29"/>
                  </a:lnTo>
                  <a:cubicBezTo>
                    <a:pt x="1529" y="53"/>
                    <a:pt x="1286" y="64"/>
                    <a:pt x="1043" y="64"/>
                  </a:cubicBezTo>
                  <a:cubicBezTo>
                    <a:pt x="702" y="64"/>
                    <a:pt x="363" y="42"/>
                    <a:pt x="29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46">
              <a:extLst>
                <a:ext uri="{FF2B5EF4-FFF2-40B4-BE49-F238E27FC236}">
                  <a16:creationId xmlns:a16="http://schemas.microsoft.com/office/drawing/2014/main" id="{1ABEDF06-F613-FBA6-B685-796869D6F01A}"/>
                </a:ext>
              </a:extLst>
            </p:cNvPr>
            <p:cNvSpPr/>
            <p:nvPr/>
          </p:nvSpPr>
          <p:spPr>
            <a:xfrm>
              <a:off x="1790975" y="2853750"/>
              <a:ext cx="55425" cy="40325"/>
            </a:xfrm>
            <a:custGeom>
              <a:avLst/>
              <a:gdLst/>
              <a:ahLst/>
              <a:cxnLst/>
              <a:rect l="l" t="t" r="r" b="b"/>
              <a:pathLst>
                <a:path w="2217" h="1613" extrusionOk="0">
                  <a:moveTo>
                    <a:pt x="1737" y="0"/>
                  </a:moveTo>
                  <a:cubicBezTo>
                    <a:pt x="1578" y="0"/>
                    <a:pt x="1426" y="83"/>
                    <a:pt x="1330" y="198"/>
                  </a:cubicBezTo>
                  <a:cubicBezTo>
                    <a:pt x="1258" y="269"/>
                    <a:pt x="1216" y="354"/>
                    <a:pt x="1173" y="440"/>
                  </a:cubicBezTo>
                  <a:cubicBezTo>
                    <a:pt x="1008" y="199"/>
                    <a:pt x="707" y="48"/>
                    <a:pt x="411" y="48"/>
                  </a:cubicBezTo>
                  <a:cubicBezTo>
                    <a:pt x="374" y="48"/>
                    <a:pt x="338" y="50"/>
                    <a:pt x="301" y="55"/>
                  </a:cubicBezTo>
                  <a:cubicBezTo>
                    <a:pt x="258" y="68"/>
                    <a:pt x="201" y="83"/>
                    <a:pt x="158" y="112"/>
                  </a:cubicBezTo>
                  <a:cubicBezTo>
                    <a:pt x="101" y="154"/>
                    <a:pt x="73" y="211"/>
                    <a:pt x="58" y="283"/>
                  </a:cubicBezTo>
                  <a:cubicBezTo>
                    <a:pt x="1" y="497"/>
                    <a:pt x="115" y="697"/>
                    <a:pt x="216" y="869"/>
                  </a:cubicBezTo>
                  <a:cubicBezTo>
                    <a:pt x="401" y="1155"/>
                    <a:pt x="601" y="1455"/>
                    <a:pt x="944" y="1526"/>
                  </a:cubicBezTo>
                  <a:lnTo>
                    <a:pt x="1001" y="1298"/>
                  </a:lnTo>
                  <a:cubicBezTo>
                    <a:pt x="744" y="1240"/>
                    <a:pt x="572" y="998"/>
                    <a:pt x="416" y="741"/>
                  </a:cubicBezTo>
                  <a:cubicBezTo>
                    <a:pt x="330" y="598"/>
                    <a:pt x="258" y="455"/>
                    <a:pt x="286" y="341"/>
                  </a:cubicBezTo>
                  <a:cubicBezTo>
                    <a:pt x="286" y="312"/>
                    <a:pt x="301" y="312"/>
                    <a:pt x="301" y="297"/>
                  </a:cubicBezTo>
                  <a:lnTo>
                    <a:pt x="344" y="297"/>
                  </a:lnTo>
                  <a:cubicBezTo>
                    <a:pt x="376" y="291"/>
                    <a:pt x="409" y="288"/>
                    <a:pt x="442" y="288"/>
                  </a:cubicBezTo>
                  <a:cubicBezTo>
                    <a:pt x="726" y="288"/>
                    <a:pt x="1009" y="503"/>
                    <a:pt x="1073" y="798"/>
                  </a:cubicBezTo>
                  <a:lnTo>
                    <a:pt x="1173" y="1255"/>
                  </a:lnTo>
                  <a:lnTo>
                    <a:pt x="1302" y="798"/>
                  </a:lnTo>
                  <a:cubicBezTo>
                    <a:pt x="1344" y="640"/>
                    <a:pt x="1401" y="469"/>
                    <a:pt x="1502" y="354"/>
                  </a:cubicBezTo>
                  <a:cubicBezTo>
                    <a:pt x="1561" y="286"/>
                    <a:pt x="1654" y="237"/>
                    <a:pt x="1740" y="237"/>
                  </a:cubicBezTo>
                  <a:cubicBezTo>
                    <a:pt x="1778" y="237"/>
                    <a:pt x="1814" y="247"/>
                    <a:pt x="1845" y="269"/>
                  </a:cubicBezTo>
                  <a:cubicBezTo>
                    <a:pt x="1944" y="326"/>
                    <a:pt x="1973" y="484"/>
                    <a:pt x="1959" y="612"/>
                  </a:cubicBezTo>
                  <a:cubicBezTo>
                    <a:pt x="1931" y="926"/>
                    <a:pt x="1744" y="1212"/>
                    <a:pt x="1588" y="1484"/>
                  </a:cubicBezTo>
                  <a:lnTo>
                    <a:pt x="1788" y="1612"/>
                  </a:lnTo>
                  <a:cubicBezTo>
                    <a:pt x="1959" y="1326"/>
                    <a:pt x="2159" y="998"/>
                    <a:pt x="2188" y="626"/>
                  </a:cubicBezTo>
                  <a:cubicBezTo>
                    <a:pt x="2217" y="369"/>
                    <a:pt x="2131" y="169"/>
                    <a:pt x="1973" y="68"/>
                  </a:cubicBezTo>
                  <a:cubicBezTo>
                    <a:pt x="1897" y="21"/>
                    <a:pt x="1816" y="0"/>
                    <a:pt x="1737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46">
              <a:extLst>
                <a:ext uri="{FF2B5EF4-FFF2-40B4-BE49-F238E27FC236}">
                  <a16:creationId xmlns:a16="http://schemas.microsoft.com/office/drawing/2014/main" id="{F383E2CC-8AFC-95D0-B0D5-8333AE6B701B}"/>
                </a:ext>
              </a:extLst>
            </p:cNvPr>
            <p:cNvSpPr/>
            <p:nvPr/>
          </p:nvSpPr>
          <p:spPr>
            <a:xfrm>
              <a:off x="1743475" y="2898700"/>
              <a:ext cx="96125" cy="39025"/>
            </a:xfrm>
            <a:custGeom>
              <a:avLst/>
              <a:gdLst/>
              <a:ahLst/>
              <a:cxnLst/>
              <a:rect l="l" t="t" r="r" b="b"/>
              <a:pathLst>
                <a:path w="3845" h="1561" extrusionOk="0">
                  <a:moveTo>
                    <a:pt x="100" y="1"/>
                  </a:moveTo>
                  <a:cubicBezTo>
                    <a:pt x="71" y="29"/>
                    <a:pt x="29" y="58"/>
                    <a:pt x="0" y="100"/>
                  </a:cubicBezTo>
                  <a:cubicBezTo>
                    <a:pt x="772" y="815"/>
                    <a:pt x="1729" y="1287"/>
                    <a:pt x="2744" y="1472"/>
                  </a:cubicBezTo>
                  <a:cubicBezTo>
                    <a:pt x="3053" y="1522"/>
                    <a:pt x="3373" y="1561"/>
                    <a:pt x="3686" y="1561"/>
                  </a:cubicBezTo>
                  <a:cubicBezTo>
                    <a:pt x="3734" y="1561"/>
                    <a:pt x="3783" y="1560"/>
                    <a:pt x="3831" y="1558"/>
                  </a:cubicBezTo>
                  <a:cubicBezTo>
                    <a:pt x="3844" y="1516"/>
                    <a:pt x="3844" y="1458"/>
                    <a:pt x="3844" y="1415"/>
                  </a:cubicBezTo>
                  <a:lnTo>
                    <a:pt x="3844" y="1415"/>
                  </a:lnTo>
                  <a:cubicBezTo>
                    <a:pt x="3809" y="1416"/>
                    <a:pt x="3773" y="1416"/>
                    <a:pt x="3737" y="1416"/>
                  </a:cubicBezTo>
                  <a:cubicBezTo>
                    <a:pt x="2416" y="1416"/>
                    <a:pt x="1102" y="905"/>
                    <a:pt x="100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7" name="Google Shape;1317;p46">
            <a:extLst>
              <a:ext uri="{FF2B5EF4-FFF2-40B4-BE49-F238E27FC236}">
                <a16:creationId xmlns:a16="http://schemas.microsoft.com/office/drawing/2014/main" id="{BACCC72F-2A76-9B78-E9D2-49914D93BF4E}"/>
              </a:ext>
            </a:extLst>
          </p:cNvPr>
          <p:cNvSpPr/>
          <p:nvPr/>
        </p:nvSpPr>
        <p:spPr>
          <a:xfrm>
            <a:off x="2338461" y="2511010"/>
            <a:ext cx="2247575" cy="471887"/>
          </a:xfrm>
          <a:custGeom>
            <a:avLst/>
            <a:gdLst/>
            <a:ahLst/>
            <a:cxnLst/>
            <a:rect l="l" t="t" r="r" b="b"/>
            <a:pathLst>
              <a:path w="154049" h="17797" extrusionOk="0">
                <a:moveTo>
                  <a:pt x="3238" y="2578"/>
                </a:moveTo>
                <a:lnTo>
                  <a:pt x="7988" y="0"/>
                </a:lnTo>
                <a:lnTo>
                  <a:pt x="64769" y="249"/>
                </a:lnTo>
                <a:lnTo>
                  <a:pt x="83984" y="915"/>
                </a:lnTo>
                <a:lnTo>
                  <a:pt x="148029" y="536"/>
                </a:lnTo>
                <a:lnTo>
                  <a:pt x="151890" y="3318"/>
                </a:lnTo>
                <a:lnTo>
                  <a:pt x="154049" y="8715"/>
                </a:lnTo>
                <a:lnTo>
                  <a:pt x="151776" y="16300"/>
                </a:lnTo>
                <a:lnTo>
                  <a:pt x="144868" y="17797"/>
                </a:lnTo>
                <a:lnTo>
                  <a:pt x="110324" y="17797"/>
                </a:lnTo>
                <a:lnTo>
                  <a:pt x="80098" y="17215"/>
                </a:lnTo>
                <a:lnTo>
                  <a:pt x="9283" y="17631"/>
                </a:lnTo>
                <a:lnTo>
                  <a:pt x="2375" y="14886"/>
                </a:lnTo>
                <a:lnTo>
                  <a:pt x="0" y="7235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0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18" name="Google Shape;1318;p46">
            <a:extLst>
              <a:ext uri="{FF2B5EF4-FFF2-40B4-BE49-F238E27FC236}">
                <a16:creationId xmlns:a16="http://schemas.microsoft.com/office/drawing/2014/main" id="{0C5234A9-5EE8-1CC9-3BC0-81A73A06652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396348" y="3126367"/>
            <a:ext cx="2131800" cy="122429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Focused strictly on the OBSERVED column (narrative text) to maximize topic coherence and reduce noise from auxiliary columns.</a:t>
            </a:r>
          </a:p>
        </p:txBody>
      </p:sp>
      <p:sp>
        <p:nvSpPr>
          <p:cNvPr id="1319" name="Google Shape;1319;p46">
            <a:extLst>
              <a:ext uri="{FF2B5EF4-FFF2-40B4-BE49-F238E27FC236}">
                <a16:creationId xmlns:a16="http://schemas.microsoft.com/office/drawing/2014/main" id="{D98411C0-C902-4950-DBAE-05707D7215A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396348" y="2582397"/>
            <a:ext cx="2131800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000" dirty="0" err="1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rPr>
              <a:t>Feature</a:t>
            </a:r>
            <a:r>
              <a:rPr lang="pl-PL" sz="2000" dirty="0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rPr>
              <a:t> </a:t>
            </a:r>
            <a:r>
              <a:rPr lang="pl-PL" sz="2000" dirty="0" err="1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rPr>
              <a:t>Selection</a:t>
            </a:r>
            <a:endParaRPr sz="2000" dirty="0">
              <a:solidFill>
                <a:schemeClr val="lt1"/>
              </a:solidFill>
              <a:latin typeface="Freckle Face"/>
              <a:ea typeface="Freckle Face"/>
              <a:cs typeface="Freckle Face"/>
              <a:sym typeface="Freckle Face"/>
            </a:endParaRPr>
          </a:p>
        </p:txBody>
      </p:sp>
      <p:sp>
        <p:nvSpPr>
          <p:cNvPr id="1323" name="Google Shape;1323;p46">
            <a:extLst>
              <a:ext uri="{FF2B5EF4-FFF2-40B4-BE49-F238E27FC236}">
                <a16:creationId xmlns:a16="http://schemas.microsoft.com/office/drawing/2014/main" id="{E087204E-072C-4D7B-84F5-28569010C0A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396348" y="2029930"/>
            <a:ext cx="2131800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000" dirty="0">
                <a:latin typeface="Freckle Face"/>
                <a:ea typeface="Freckle Face"/>
                <a:cs typeface="Freckle Face"/>
                <a:sym typeface="Freckle Face"/>
              </a:rPr>
              <a:t>bfro_reports.csv</a:t>
            </a:r>
            <a:endParaRPr sz="2000" dirty="0">
              <a:latin typeface="Freckle Face"/>
              <a:ea typeface="Freckle Face"/>
              <a:cs typeface="Freckle Face"/>
              <a:sym typeface="Freckle Face"/>
            </a:endParaRPr>
          </a:p>
        </p:txBody>
      </p:sp>
      <p:cxnSp>
        <p:nvCxnSpPr>
          <p:cNvPr id="1328" name="Google Shape;1328;p46">
            <a:extLst>
              <a:ext uri="{FF2B5EF4-FFF2-40B4-BE49-F238E27FC236}">
                <a16:creationId xmlns:a16="http://schemas.microsoft.com/office/drawing/2014/main" id="{BD2A5275-87AD-4926-8573-EE89988ED839}"/>
              </a:ext>
            </a:extLst>
          </p:cNvPr>
          <p:cNvCxnSpPr/>
          <p:nvPr/>
        </p:nvCxnSpPr>
        <p:spPr>
          <a:xfrm>
            <a:off x="4833504" y="1707431"/>
            <a:ext cx="0" cy="28689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350" name="Google Shape;1350;p46">
            <a:extLst>
              <a:ext uri="{FF2B5EF4-FFF2-40B4-BE49-F238E27FC236}">
                <a16:creationId xmlns:a16="http://schemas.microsoft.com/office/drawing/2014/main" id="{EBF03B3A-37AE-67E9-D603-B1AB6DC6532C}"/>
              </a:ext>
            </a:extLst>
          </p:cNvPr>
          <p:cNvSpPr/>
          <p:nvPr/>
        </p:nvSpPr>
        <p:spPr>
          <a:xfrm>
            <a:off x="5558200" y="1721863"/>
            <a:ext cx="2659140" cy="471887"/>
          </a:xfrm>
          <a:custGeom>
            <a:avLst/>
            <a:gdLst/>
            <a:ahLst/>
            <a:cxnLst/>
            <a:rect l="l" t="t" r="r" b="b"/>
            <a:pathLst>
              <a:path w="154049" h="17797" extrusionOk="0">
                <a:moveTo>
                  <a:pt x="3238" y="2578"/>
                </a:moveTo>
                <a:lnTo>
                  <a:pt x="7988" y="0"/>
                </a:lnTo>
                <a:lnTo>
                  <a:pt x="64769" y="249"/>
                </a:lnTo>
                <a:lnTo>
                  <a:pt x="83984" y="915"/>
                </a:lnTo>
                <a:lnTo>
                  <a:pt x="148029" y="536"/>
                </a:lnTo>
                <a:lnTo>
                  <a:pt x="151890" y="3318"/>
                </a:lnTo>
                <a:lnTo>
                  <a:pt x="154049" y="8715"/>
                </a:lnTo>
                <a:lnTo>
                  <a:pt x="151776" y="16300"/>
                </a:lnTo>
                <a:lnTo>
                  <a:pt x="144868" y="17797"/>
                </a:lnTo>
                <a:lnTo>
                  <a:pt x="110324" y="17797"/>
                </a:lnTo>
                <a:lnTo>
                  <a:pt x="80098" y="17215"/>
                </a:lnTo>
                <a:lnTo>
                  <a:pt x="9283" y="17631"/>
                </a:lnTo>
                <a:lnTo>
                  <a:pt x="2375" y="14886"/>
                </a:lnTo>
                <a:lnTo>
                  <a:pt x="0" y="7235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0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351" name="Google Shape;1351;p46">
            <a:extLst>
              <a:ext uri="{FF2B5EF4-FFF2-40B4-BE49-F238E27FC236}">
                <a16:creationId xmlns:a16="http://schemas.microsoft.com/office/drawing/2014/main" id="{C8E81BBE-B137-BF42-C974-1F13E233CC5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616088" y="1793250"/>
            <a:ext cx="3005398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000" dirty="0" err="1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rPr>
              <a:t>Preprocessing</a:t>
            </a:r>
            <a:r>
              <a:rPr lang="pl-PL" sz="2000" dirty="0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rPr>
              <a:t> </a:t>
            </a:r>
            <a:r>
              <a:rPr lang="pl-PL" sz="2000" dirty="0" err="1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rPr>
              <a:t>Pipeline</a:t>
            </a:r>
            <a:endParaRPr lang="pl-PL" sz="2000" dirty="0">
              <a:solidFill>
                <a:schemeClr val="lt1"/>
              </a:solidFill>
              <a:latin typeface="Freckle Face"/>
              <a:ea typeface="Freckle Face"/>
              <a:cs typeface="Freckle Face"/>
              <a:sym typeface="Freckle Face"/>
            </a:endParaRPr>
          </a:p>
        </p:txBody>
      </p:sp>
      <p:sp>
        <p:nvSpPr>
          <p:cNvPr id="2" name="Google Shape;1322;p46">
            <a:extLst>
              <a:ext uri="{FF2B5EF4-FFF2-40B4-BE49-F238E27FC236}">
                <a16:creationId xmlns:a16="http://schemas.microsoft.com/office/drawing/2014/main" id="{7A8779BC-99C3-1FDF-8830-0F18875F157C}"/>
              </a:ext>
            </a:extLst>
          </p:cNvPr>
          <p:cNvSpPr/>
          <p:nvPr/>
        </p:nvSpPr>
        <p:spPr>
          <a:xfrm>
            <a:off x="5329847" y="2443432"/>
            <a:ext cx="582694" cy="525843"/>
          </a:xfrm>
          <a:custGeom>
            <a:avLst/>
            <a:gdLst/>
            <a:ahLst/>
            <a:cxnLst/>
            <a:rect l="l" t="t" r="r" b="b"/>
            <a:pathLst>
              <a:path w="52283" h="47182" extrusionOk="0">
                <a:moveTo>
                  <a:pt x="2915" y="7287"/>
                </a:moveTo>
                <a:lnTo>
                  <a:pt x="8562" y="0"/>
                </a:lnTo>
                <a:lnTo>
                  <a:pt x="42446" y="911"/>
                </a:lnTo>
                <a:lnTo>
                  <a:pt x="50643" y="5829"/>
                </a:lnTo>
                <a:lnTo>
                  <a:pt x="52283" y="16942"/>
                </a:lnTo>
                <a:lnTo>
                  <a:pt x="49550" y="38620"/>
                </a:lnTo>
                <a:lnTo>
                  <a:pt x="44085" y="46635"/>
                </a:lnTo>
                <a:lnTo>
                  <a:pt x="9837" y="47182"/>
                </a:lnTo>
                <a:lnTo>
                  <a:pt x="2733" y="39713"/>
                </a:lnTo>
                <a:lnTo>
                  <a:pt x="0" y="19674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4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" name="Google Shape;1324;p46">
            <a:extLst>
              <a:ext uri="{FF2B5EF4-FFF2-40B4-BE49-F238E27FC236}">
                <a16:creationId xmlns:a16="http://schemas.microsoft.com/office/drawing/2014/main" id="{B0098B44-5C08-FD62-06A7-950DFF656F56}"/>
              </a:ext>
            </a:extLst>
          </p:cNvPr>
          <p:cNvSpPr txBox="1">
            <a:spLocks/>
          </p:cNvSpPr>
          <p:nvPr/>
        </p:nvSpPr>
        <p:spPr>
          <a:xfrm>
            <a:off x="6217899" y="2515193"/>
            <a:ext cx="2347804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●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○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■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●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○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■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●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○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■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9pPr>
          </a:lstStyle>
          <a:p>
            <a:pPr marL="0" indent="0">
              <a:buFont typeface="Coda"/>
              <a:buNone/>
            </a:pPr>
            <a:r>
              <a:rPr lang="pl-PL" sz="1400" dirty="0" err="1">
                <a:latin typeface="Freckle Face"/>
                <a:ea typeface="Freckle Face"/>
                <a:cs typeface="Freckle Face"/>
                <a:sym typeface="Freckle Face"/>
              </a:rPr>
              <a:t>Normalization</a:t>
            </a:r>
            <a:r>
              <a:rPr lang="pl-PL" sz="1400" dirty="0">
                <a:latin typeface="Freckle Face"/>
                <a:ea typeface="Freckle Face"/>
                <a:cs typeface="Freckle Face"/>
                <a:sym typeface="Freckle Face"/>
              </a:rPr>
              <a:t>: </a:t>
            </a:r>
            <a:r>
              <a:rPr lang="pl-PL" sz="1400" dirty="0" err="1">
                <a:latin typeface="Freckle Face"/>
                <a:ea typeface="Freckle Face"/>
                <a:cs typeface="Freckle Face"/>
                <a:sym typeface="Freckle Face"/>
              </a:rPr>
              <a:t>Lowercasing</a:t>
            </a:r>
            <a:r>
              <a:rPr lang="pl-PL" sz="1400" dirty="0">
                <a:latin typeface="Freckle Face"/>
                <a:ea typeface="Freckle Face"/>
                <a:cs typeface="Freckle Face"/>
                <a:sym typeface="Freckle Face"/>
              </a:rPr>
              <a:t>, </a:t>
            </a:r>
            <a:r>
              <a:rPr lang="pl-PL" sz="1400" dirty="0" err="1">
                <a:latin typeface="Freckle Face"/>
                <a:ea typeface="Freckle Face"/>
                <a:cs typeface="Freckle Face"/>
                <a:sym typeface="Freckle Face"/>
              </a:rPr>
              <a:t>whitespace</a:t>
            </a:r>
            <a:r>
              <a:rPr lang="pl-PL" sz="1400" dirty="0">
                <a:latin typeface="Freckle Face"/>
                <a:ea typeface="Freckle Face"/>
                <a:cs typeface="Freckle Face"/>
                <a:sym typeface="Freckle Face"/>
              </a:rPr>
              <a:t> stripping.</a:t>
            </a:r>
          </a:p>
        </p:txBody>
      </p:sp>
      <p:sp>
        <p:nvSpPr>
          <p:cNvPr id="4" name="Google Shape;1325;p46">
            <a:extLst>
              <a:ext uri="{FF2B5EF4-FFF2-40B4-BE49-F238E27FC236}">
                <a16:creationId xmlns:a16="http://schemas.microsoft.com/office/drawing/2014/main" id="{BD4AC6B3-BE09-A8E5-3F09-55FB06230CBE}"/>
              </a:ext>
            </a:extLst>
          </p:cNvPr>
          <p:cNvSpPr/>
          <p:nvPr/>
        </p:nvSpPr>
        <p:spPr>
          <a:xfrm flipH="1">
            <a:off x="5329847" y="3191325"/>
            <a:ext cx="582694" cy="525843"/>
          </a:xfrm>
          <a:custGeom>
            <a:avLst/>
            <a:gdLst/>
            <a:ahLst/>
            <a:cxnLst/>
            <a:rect l="l" t="t" r="r" b="b"/>
            <a:pathLst>
              <a:path w="52283" h="47182" extrusionOk="0">
                <a:moveTo>
                  <a:pt x="2915" y="7287"/>
                </a:moveTo>
                <a:lnTo>
                  <a:pt x="8562" y="0"/>
                </a:lnTo>
                <a:lnTo>
                  <a:pt x="42446" y="911"/>
                </a:lnTo>
                <a:lnTo>
                  <a:pt x="50643" y="5829"/>
                </a:lnTo>
                <a:lnTo>
                  <a:pt x="52283" y="16942"/>
                </a:lnTo>
                <a:lnTo>
                  <a:pt x="49550" y="38620"/>
                </a:lnTo>
                <a:lnTo>
                  <a:pt x="44085" y="46635"/>
                </a:lnTo>
                <a:lnTo>
                  <a:pt x="9837" y="47182"/>
                </a:lnTo>
                <a:lnTo>
                  <a:pt x="2733" y="39713"/>
                </a:lnTo>
                <a:lnTo>
                  <a:pt x="0" y="19674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4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Google Shape;1326;p46">
            <a:extLst>
              <a:ext uri="{FF2B5EF4-FFF2-40B4-BE49-F238E27FC236}">
                <a16:creationId xmlns:a16="http://schemas.microsoft.com/office/drawing/2014/main" id="{FBDBEAEE-6991-CB2E-207A-9561D1B2D678}"/>
              </a:ext>
            </a:extLst>
          </p:cNvPr>
          <p:cNvSpPr txBox="1">
            <a:spLocks/>
          </p:cNvSpPr>
          <p:nvPr/>
        </p:nvSpPr>
        <p:spPr>
          <a:xfrm>
            <a:off x="6217898" y="3263086"/>
            <a:ext cx="2606062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●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○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■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●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○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■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●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○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■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9pPr>
          </a:lstStyle>
          <a:p>
            <a:pPr marL="0" indent="0">
              <a:buFont typeface="Coda"/>
              <a:buNone/>
            </a:pPr>
            <a:r>
              <a:rPr lang="en-US" sz="1400" dirty="0">
                <a:latin typeface="Freckle Face"/>
                <a:ea typeface="Freckle Face"/>
                <a:cs typeface="Freckle Face"/>
                <a:sym typeface="Freckle Face"/>
              </a:rPr>
              <a:t>Cleaning: Removal of empty rows and exact duplicates (Final count: 4,982 unique docs).</a:t>
            </a:r>
            <a:endParaRPr lang="pl-PL" sz="1400" dirty="0">
              <a:latin typeface="Freckle Face"/>
              <a:ea typeface="Freckle Face"/>
              <a:cs typeface="Freckle Face"/>
              <a:sym typeface="Freckle Face"/>
            </a:endParaRPr>
          </a:p>
        </p:txBody>
      </p:sp>
      <p:grpSp>
        <p:nvGrpSpPr>
          <p:cNvPr id="6" name="Google Shape;1329;p46">
            <a:extLst>
              <a:ext uri="{FF2B5EF4-FFF2-40B4-BE49-F238E27FC236}">
                <a16:creationId xmlns:a16="http://schemas.microsoft.com/office/drawing/2014/main" id="{256658DA-7DE5-1F72-6836-D2ABBD40F551}"/>
              </a:ext>
            </a:extLst>
          </p:cNvPr>
          <p:cNvGrpSpPr/>
          <p:nvPr/>
        </p:nvGrpSpPr>
        <p:grpSpPr>
          <a:xfrm>
            <a:off x="5424349" y="3257524"/>
            <a:ext cx="393681" cy="393439"/>
            <a:chOff x="6751516" y="2067400"/>
            <a:chExt cx="393681" cy="393439"/>
          </a:xfrm>
        </p:grpSpPr>
        <p:sp>
          <p:nvSpPr>
            <p:cNvPr id="7" name="Google Shape;1330;p46">
              <a:extLst>
                <a:ext uri="{FF2B5EF4-FFF2-40B4-BE49-F238E27FC236}">
                  <a16:creationId xmlns:a16="http://schemas.microsoft.com/office/drawing/2014/main" id="{8E6462E6-55C8-B86C-0553-2E8D61047E3E}"/>
                </a:ext>
              </a:extLst>
            </p:cNvPr>
            <p:cNvSpPr/>
            <p:nvPr/>
          </p:nvSpPr>
          <p:spPr>
            <a:xfrm>
              <a:off x="6811430" y="2067400"/>
              <a:ext cx="84188" cy="76850"/>
            </a:xfrm>
            <a:custGeom>
              <a:avLst/>
              <a:gdLst/>
              <a:ahLst/>
              <a:cxnLst/>
              <a:rect l="l" t="t" r="r" b="b"/>
              <a:pathLst>
                <a:path w="2088" h="1906" extrusionOk="0">
                  <a:moveTo>
                    <a:pt x="1029" y="0"/>
                  </a:moveTo>
                  <a:cubicBezTo>
                    <a:pt x="959" y="0"/>
                    <a:pt x="887" y="8"/>
                    <a:pt x="816" y="24"/>
                  </a:cubicBezTo>
                  <a:cubicBezTo>
                    <a:pt x="315" y="152"/>
                    <a:pt x="1" y="666"/>
                    <a:pt x="115" y="1167"/>
                  </a:cubicBezTo>
                  <a:cubicBezTo>
                    <a:pt x="214" y="1611"/>
                    <a:pt x="609" y="1905"/>
                    <a:pt x="1046" y="1905"/>
                  </a:cubicBezTo>
                  <a:cubicBezTo>
                    <a:pt x="1116" y="1905"/>
                    <a:pt x="1188" y="1898"/>
                    <a:pt x="1259" y="1882"/>
                  </a:cubicBezTo>
                  <a:cubicBezTo>
                    <a:pt x="1773" y="1753"/>
                    <a:pt x="2088" y="1238"/>
                    <a:pt x="1960" y="738"/>
                  </a:cubicBezTo>
                  <a:cubicBezTo>
                    <a:pt x="1861" y="295"/>
                    <a:pt x="1466" y="0"/>
                    <a:pt x="1029" y="0"/>
                  </a:cubicBezTo>
                  <a:close/>
                </a:path>
              </a:pathLst>
            </a:custGeom>
            <a:solidFill>
              <a:srgbClr val="FFCC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31;p46">
              <a:extLst>
                <a:ext uri="{FF2B5EF4-FFF2-40B4-BE49-F238E27FC236}">
                  <a16:creationId xmlns:a16="http://schemas.microsoft.com/office/drawing/2014/main" id="{B76C3F63-CC43-AE63-09CE-DB8FD62BAE81}"/>
                </a:ext>
              </a:extLst>
            </p:cNvPr>
            <p:cNvSpPr/>
            <p:nvPr/>
          </p:nvSpPr>
          <p:spPr>
            <a:xfrm>
              <a:off x="6930169" y="2114452"/>
              <a:ext cx="161401" cy="182125"/>
            </a:xfrm>
            <a:custGeom>
              <a:avLst/>
              <a:gdLst/>
              <a:ahLst/>
              <a:cxnLst/>
              <a:rect l="l" t="t" r="r" b="b"/>
              <a:pathLst>
                <a:path w="4003" h="4517" extrusionOk="0">
                  <a:moveTo>
                    <a:pt x="1816" y="0"/>
                  </a:moveTo>
                  <a:lnTo>
                    <a:pt x="0" y="2259"/>
                  </a:lnTo>
                  <a:lnTo>
                    <a:pt x="1058" y="3859"/>
                  </a:lnTo>
                  <a:lnTo>
                    <a:pt x="1816" y="3145"/>
                  </a:lnTo>
                  <a:lnTo>
                    <a:pt x="3259" y="4517"/>
                  </a:lnTo>
                  <a:lnTo>
                    <a:pt x="4003" y="2730"/>
                  </a:lnTo>
                  <a:lnTo>
                    <a:pt x="181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32;p46">
              <a:extLst>
                <a:ext uri="{FF2B5EF4-FFF2-40B4-BE49-F238E27FC236}">
                  <a16:creationId xmlns:a16="http://schemas.microsoft.com/office/drawing/2014/main" id="{3B72B712-6DD3-BD0D-13BE-C11A1BBFA641}"/>
                </a:ext>
              </a:extLst>
            </p:cNvPr>
            <p:cNvSpPr/>
            <p:nvPr/>
          </p:nvSpPr>
          <p:spPr>
            <a:xfrm>
              <a:off x="6874851" y="2187066"/>
              <a:ext cx="270346" cy="273773"/>
            </a:xfrm>
            <a:custGeom>
              <a:avLst/>
              <a:gdLst/>
              <a:ahLst/>
              <a:cxnLst/>
              <a:rect l="l" t="t" r="r" b="b"/>
              <a:pathLst>
                <a:path w="6705" h="6790" extrusionOk="0">
                  <a:moveTo>
                    <a:pt x="1744" y="0"/>
                  </a:moveTo>
                  <a:lnTo>
                    <a:pt x="0" y="2173"/>
                  </a:lnTo>
                  <a:lnTo>
                    <a:pt x="3716" y="6789"/>
                  </a:lnTo>
                  <a:lnTo>
                    <a:pt x="6704" y="6789"/>
                  </a:lnTo>
                  <a:lnTo>
                    <a:pt x="6704" y="2573"/>
                  </a:lnTo>
                  <a:lnTo>
                    <a:pt x="4961" y="414"/>
                  </a:lnTo>
                  <a:lnTo>
                    <a:pt x="4417" y="1729"/>
                  </a:lnTo>
                  <a:lnTo>
                    <a:pt x="3188" y="557"/>
                  </a:lnTo>
                  <a:lnTo>
                    <a:pt x="2531" y="1172"/>
                  </a:lnTo>
                  <a:lnTo>
                    <a:pt x="1744" y="0"/>
                  </a:ln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333;p46">
              <a:extLst>
                <a:ext uri="{FF2B5EF4-FFF2-40B4-BE49-F238E27FC236}">
                  <a16:creationId xmlns:a16="http://schemas.microsoft.com/office/drawing/2014/main" id="{C02EE79B-EE88-C160-61EA-B76BC3E36867}"/>
                </a:ext>
              </a:extLst>
            </p:cNvPr>
            <p:cNvSpPr/>
            <p:nvPr/>
          </p:nvSpPr>
          <p:spPr>
            <a:xfrm>
              <a:off x="6751516" y="2210653"/>
              <a:ext cx="302642" cy="250186"/>
            </a:xfrm>
            <a:custGeom>
              <a:avLst/>
              <a:gdLst/>
              <a:ahLst/>
              <a:cxnLst/>
              <a:rect l="l" t="t" r="r" b="b"/>
              <a:pathLst>
                <a:path w="7506" h="6205" extrusionOk="0">
                  <a:moveTo>
                    <a:pt x="2516" y="1"/>
                  </a:moveTo>
                  <a:lnTo>
                    <a:pt x="0" y="3131"/>
                  </a:lnTo>
                  <a:lnTo>
                    <a:pt x="0" y="6204"/>
                  </a:lnTo>
                  <a:lnTo>
                    <a:pt x="7505" y="6204"/>
                  </a:lnTo>
                  <a:lnTo>
                    <a:pt x="2516" y="1"/>
                  </a:lnTo>
                  <a:close/>
                </a:path>
              </a:pathLst>
            </a:custGeom>
            <a:solidFill>
              <a:srgbClr val="A2B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" name="Google Shape;1334;p46">
            <a:extLst>
              <a:ext uri="{FF2B5EF4-FFF2-40B4-BE49-F238E27FC236}">
                <a16:creationId xmlns:a16="http://schemas.microsoft.com/office/drawing/2014/main" id="{D64FA04E-9D8A-5F5E-0AED-AF6ACC468517}"/>
              </a:ext>
            </a:extLst>
          </p:cNvPr>
          <p:cNvGrpSpPr/>
          <p:nvPr/>
        </p:nvGrpSpPr>
        <p:grpSpPr>
          <a:xfrm>
            <a:off x="5425548" y="2521605"/>
            <a:ext cx="392509" cy="393074"/>
            <a:chOff x="1320527" y="2781811"/>
            <a:chExt cx="392509" cy="393074"/>
          </a:xfrm>
        </p:grpSpPr>
        <p:sp>
          <p:nvSpPr>
            <p:cNvPr id="12" name="Google Shape;1335;p46">
              <a:extLst>
                <a:ext uri="{FF2B5EF4-FFF2-40B4-BE49-F238E27FC236}">
                  <a16:creationId xmlns:a16="http://schemas.microsoft.com/office/drawing/2014/main" id="{FE7A20D0-19A9-6632-96F2-802600160A93}"/>
                </a:ext>
              </a:extLst>
            </p:cNvPr>
            <p:cNvSpPr/>
            <p:nvPr/>
          </p:nvSpPr>
          <p:spPr>
            <a:xfrm>
              <a:off x="1453660" y="2928733"/>
              <a:ext cx="126847" cy="134346"/>
            </a:xfrm>
            <a:custGeom>
              <a:avLst/>
              <a:gdLst/>
              <a:ahLst/>
              <a:cxnLst/>
              <a:rect l="l" t="t" r="r" b="b"/>
              <a:pathLst>
                <a:path w="3146" h="3332" extrusionOk="0">
                  <a:moveTo>
                    <a:pt x="1573" y="0"/>
                  </a:moveTo>
                  <a:lnTo>
                    <a:pt x="1" y="2016"/>
                  </a:lnTo>
                  <a:lnTo>
                    <a:pt x="1573" y="3331"/>
                  </a:lnTo>
                  <a:lnTo>
                    <a:pt x="3145" y="2016"/>
                  </a:lnTo>
                  <a:lnTo>
                    <a:pt x="157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36;p46">
              <a:extLst>
                <a:ext uri="{FF2B5EF4-FFF2-40B4-BE49-F238E27FC236}">
                  <a16:creationId xmlns:a16="http://schemas.microsoft.com/office/drawing/2014/main" id="{A771697E-B743-F934-B1C5-E080573394FF}"/>
                </a:ext>
              </a:extLst>
            </p:cNvPr>
            <p:cNvSpPr/>
            <p:nvPr/>
          </p:nvSpPr>
          <p:spPr>
            <a:xfrm>
              <a:off x="1407575" y="2992114"/>
              <a:ext cx="219018" cy="182771"/>
            </a:xfrm>
            <a:custGeom>
              <a:avLst/>
              <a:gdLst/>
              <a:ahLst/>
              <a:cxnLst/>
              <a:rect l="l" t="t" r="r" b="b"/>
              <a:pathLst>
                <a:path w="5432" h="4533" extrusionOk="0">
                  <a:moveTo>
                    <a:pt x="1487" y="1"/>
                  </a:moveTo>
                  <a:lnTo>
                    <a:pt x="0" y="1902"/>
                  </a:lnTo>
                  <a:lnTo>
                    <a:pt x="1815" y="4532"/>
                  </a:lnTo>
                  <a:lnTo>
                    <a:pt x="3602" y="4532"/>
                  </a:lnTo>
                  <a:lnTo>
                    <a:pt x="5432" y="1902"/>
                  </a:lnTo>
                  <a:lnTo>
                    <a:pt x="3931" y="1"/>
                  </a:lnTo>
                  <a:lnTo>
                    <a:pt x="2716" y="1016"/>
                  </a:lnTo>
                  <a:lnTo>
                    <a:pt x="1487" y="1"/>
                  </a:lnTo>
                  <a:close/>
                </a:path>
              </a:pathLst>
            </a:custGeom>
            <a:solidFill>
              <a:srgbClr val="2A56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337;p46">
              <a:extLst>
                <a:ext uri="{FF2B5EF4-FFF2-40B4-BE49-F238E27FC236}">
                  <a16:creationId xmlns:a16="http://schemas.microsoft.com/office/drawing/2014/main" id="{CECF5273-4FF0-F355-FFC6-4C259E5C4D65}"/>
                </a:ext>
              </a:extLst>
            </p:cNvPr>
            <p:cNvSpPr/>
            <p:nvPr/>
          </p:nvSpPr>
          <p:spPr>
            <a:xfrm>
              <a:off x="1320527" y="2999613"/>
              <a:ext cx="188536" cy="175271"/>
            </a:xfrm>
            <a:custGeom>
              <a:avLst/>
              <a:gdLst/>
              <a:ahLst/>
              <a:cxnLst/>
              <a:rect l="l" t="t" r="r" b="b"/>
              <a:pathLst>
                <a:path w="4676" h="4347" extrusionOk="0">
                  <a:moveTo>
                    <a:pt x="1673" y="1"/>
                  </a:moveTo>
                  <a:lnTo>
                    <a:pt x="1" y="2545"/>
                  </a:lnTo>
                  <a:lnTo>
                    <a:pt x="1" y="4346"/>
                  </a:lnTo>
                  <a:lnTo>
                    <a:pt x="4675" y="4346"/>
                  </a:lnTo>
                  <a:lnTo>
                    <a:pt x="1673" y="1"/>
                  </a:ln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338;p46">
              <a:extLst>
                <a:ext uri="{FF2B5EF4-FFF2-40B4-BE49-F238E27FC236}">
                  <a16:creationId xmlns:a16="http://schemas.microsoft.com/office/drawing/2014/main" id="{216CEB96-C189-BB76-85D7-72DC077675F4}"/>
                </a:ext>
              </a:extLst>
            </p:cNvPr>
            <p:cNvSpPr/>
            <p:nvPr/>
          </p:nvSpPr>
          <p:spPr>
            <a:xfrm>
              <a:off x="1524540" y="2999613"/>
              <a:ext cx="188496" cy="175271"/>
            </a:xfrm>
            <a:custGeom>
              <a:avLst/>
              <a:gdLst/>
              <a:ahLst/>
              <a:cxnLst/>
              <a:rect l="l" t="t" r="r" b="b"/>
              <a:pathLst>
                <a:path w="4675" h="4347" extrusionOk="0">
                  <a:moveTo>
                    <a:pt x="3017" y="1"/>
                  </a:moveTo>
                  <a:lnTo>
                    <a:pt x="0" y="4346"/>
                  </a:lnTo>
                  <a:lnTo>
                    <a:pt x="4675" y="4346"/>
                  </a:lnTo>
                  <a:lnTo>
                    <a:pt x="4675" y="2545"/>
                  </a:lnTo>
                  <a:lnTo>
                    <a:pt x="3017" y="1"/>
                  </a:lnTo>
                  <a:close/>
                </a:path>
              </a:pathLst>
            </a:custGeom>
            <a:solidFill>
              <a:srgbClr val="BEE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39;p46">
              <a:extLst>
                <a:ext uri="{FF2B5EF4-FFF2-40B4-BE49-F238E27FC236}">
                  <a16:creationId xmlns:a16="http://schemas.microsoft.com/office/drawing/2014/main" id="{4B1BAAB2-93C0-EECF-BCBF-25B0F9228A99}"/>
                </a:ext>
              </a:extLst>
            </p:cNvPr>
            <p:cNvSpPr/>
            <p:nvPr/>
          </p:nvSpPr>
          <p:spPr>
            <a:xfrm>
              <a:off x="1370684" y="2781811"/>
              <a:ext cx="164868" cy="115275"/>
            </a:xfrm>
            <a:custGeom>
              <a:avLst/>
              <a:gdLst/>
              <a:ahLst/>
              <a:cxnLst/>
              <a:rect l="l" t="t" r="r" b="b"/>
              <a:pathLst>
                <a:path w="4089" h="2859" extrusionOk="0">
                  <a:moveTo>
                    <a:pt x="1" y="0"/>
                  </a:moveTo>
                  <a:lnTo>
                    <a:pt x="1" y="572"/>
                  </a:lnTo>
                  <a:lnTo>
                    <a:pt x="1672" y="572"/>
                  </a:lnTo>
                  <a:cubicBezTo>
                    <a:pt x="1844" y="572"/>
                    <a:pt x="1987" y="728"/>
                    <a:pt x="1958" y="900"/>
                  </a:cubicBezTo>
                  <a:cubicBezTo>
                    <a:pt x="1930" y="1043"/>
                    <a:pt x="1802" y="1144"/>
                    <a:pt x="1672" y="1144"/>
                  </a:cubicBezTo>
                  <a:lnTo>
                    <a:pt x="1387" y="1144"/>
                  </a:lnTo>
                  <a:cubicBezTo>
                    <a:pt x="887" y="1144"/>
                    <a:pt x="487" y="1572"/>
                    <a:pt x="529" y="2072"/>
                  </a:cubicBezTo>
                  <a:cubicBezTo>
                    <a:pt x="572" y="2501"/>
                    <a:pt x="973" y="2859"/>
                    <a:pt x="1401" y="2859"/>
                  </a:cubicBezTo>
                  <a:lnTo>
                    <a:pt x="4089" y="2859"/>
                  </a:lnTo>
                  <a:lnTo>
                    <a:pt x="4089" y="2287"/>
                  </a:lnTo>
                  <a:lnTo>
                    <a:pt x="1387" y="2287"/>
                  </a:lnTo>
                  <a:cubicBezTo>
                    <a:pt x="1215" y="2287"/>
                    <a:pt x="1072" y="2129"/>
                    <a:pt x="1101" y="1944"/>
                  </a:cubicBezTo>
                  <a:cubicBezTo>
                    <a:pt x="1129" y="1801"/>
                    <a:pt x="1258" y="1715"/>
                    <a:pt x="1401" y="1715"/>
                  </a:cubicBezTo>
                  <a:lnTo>
                    <a:pt x="1672" y="1715"/>
                  </a:lnTo>
                  <a:cubicBezTo>
                    <a:pt x="2173" y="1715"/>
                    <a:pt x="2573" y="1286"/>
                    <a:pt x="2530" y="772"/>
                  </a:cubicBezTo>
                  <a:cubicBezTo>
                    <a:pt x="2488" y="343"/>
                    <a:pt x="2087" y="0"/>
                    <a:pt x="16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340;p46">
              <a:extLst>
                <a:ext uri="{FF2B5EF4-FFF2-40B4-BE49-F238E27FC236}">
                  <a16:creationId xmlns:a16="http://schemas.microsoft.com/office/drawing/2014/main" id="{4BFAA505-6C86-D4CB-E220-075591BD129B}"/>
                </a:ext>
              </a:extLst>
            </p:cNvPr>
            <p:cNvSpPr/>
            <p:nvPr/>
          </p:nvSpPr>
          <p:spPr>
            <a:xfrm>
              <a:off x="1535507" y="2827895"/>
              <a:ext cx="162570" cy="115315"/>
            </a:xfrm>
            <a:custGeom>
              <a:avLst/>
              <a:gdLst/>
              <a:ahLst/>
              <a:cxnLst/>
              <a:rect l="l" t="t" r="r" b="b"/>
              <a:pathLst>
                <a:path w="4032" h="2860" extrusionOk="0">
                  <a:moveTo>
                    <a:pt x="1" y="1"/>
                  </a:moveTo>
                  <a:lnTo>
                    <a:pt x="1" y="572"/>
                  </a:lnTo>
                  <a:lnTo>
                    <a:pt x="1687" y="572"/>
                  </a:lnTo>
                  <a:cubicBezTo>
                    <a:pt x="1859" y="572"/>
                    <a:pt x="2002" y="729"/>
                    <a:pt x="1958" y="900"/>
                  </a:cubicBezTo>
                  <a:cubicBezTo>
                    <a:pt x="1944" y="1043"/>
                    <a:pt x="1815" y="1144"/>
                    <a:pt x="1672" y="1144"/>
                  </a:cubicBezTo>
                  <a:lnTo>
                    <a:pt x="1401" y="1144"/>
                  </a:lnTo>
                  <a:cubicBezTo>
                    <a:pt x="900" y="1144"/>
                    <a:pt x="500" y="1573"/>
                    <a:pt x="544" y="2072"/>
                  </a:cubicBezTo>
                  <a:cubicBezTo>
                    <a:pt x="586" y="2501"/>
                    <a:pt x="972" y="2859"/>
                    <a:pt x="1415" y="2859"/>
                  </a:cubicBezTo>
                  <a:lnTo>
                    <a:pt x="4031" y="2859"/>
                  </a:lnTo>
                  <a:lnTo>
                    <a:pt x="4031" y="2287"/>
                  </a:lnTo>
                  <a:lnTo>
                    <a:pt x="1401" y="2287"/>
                  </a:lnTo>
                  <a:cubicBezTo>
                    <a:pt x="1215" y="2287"/>
                    <a:pt x="1087" y="2130"/>
                    <a:pt x="1115" y="1944"/>
                  </a:cubicBezTo>
                  <a:cubicBezTo>
                    <a:pt x="1144" y="1801"/>
                    <a:pt x="1258" y="1716"/>
                    <a:pt x="1401" y="1716"/>
                  </a:cubicBezTo>
                  <a:lnTo>
                    <a:pt x="1687" y="1716"/>
                  </a:lnTo>
                  <a:cubicBezTo>
                    <a:pt x="2187" y="1716"/>
                    <a:pt x="2587" y="1287"/>
                    <a:pt x="2530" y="772"/>
                  </a:cubicBezTo>
                  <a:cubicBezTo>
                    <a:pt x="2501" y="344"/>
                    <a:pt x="2101" y="1"/>
                    <a:pt x="16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341;p46">
              <a:extLst>
                <a:ext uri="{FF2B5EF4-FFF2-40B4-BE49-F238E27FC236}">
                  <a16:creationId xmlns:a16="http://schemas.microsoft.com/office/drawing/2014/main" id="{0CB5F784-55ED-198F-FAB5-05832A5EDA52}"/>
                </a:ext>
              </a:extLst>
            </p:cNvPr>
            <p:cNvSpPr/>
            <p:nvPr/>
          </p:nvSpPr>
          <p:spPr>
            <a:xfrm>
              <a:off x="1494019" y="2827895"/>
              <a:ext cx="23103" cy="23103"/>
            </a:xfrm>
            <a:custGeom>
              <a:avLst/>
              <a:gdLst/>
              <a:ahLst/>
              <a:cxnLst/>
              <a:rect l="l" t="t" r="r" b="b"/>
              <a:pathLst>
                <a:path w="573" h="573" extrusionOk="0">
                  <a:moveTo>
                    <a:pt x="0" y="1"/>
                  </a:moveTo>
                  <a:lnTo>
                    <a:pt x="0" y="572"/>
                  </a:lnTo>
                  <a:lnTo>
                    <a:pt x="572" y="572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342;p46">
              <a:extLst>
                <a:ext uri="{FF2B5EF4-FFF2-40B4-BE49-F238E27FC236}">
                  <a16:creationId xmlns:a16="http://schemas.microsoft.com/office/drawing/2014/main" id="{FABF0FB3-88C5-A837-4477-037938A35265}"/>
                </a:ext>
              </a:extLst>
            </p:cNvPr>
            <p:cNvSpPr/>
            <p:nvPr/>
          </p:nvSpPr>
          <p:spPr>
            <a:xfrm>
              <a:off x="1359152" y="2916032"/>
              <a:ext cx="23103" cy="23103"/>
            </a:xfrm>
            <a:custGeom>
              <a:avLst/>
              <a:gdLst/>
              <a:ahLst/>
              <a:cxnLst/>
              <a:rect l="l" t="t" r="r" b="b"/>
              <a:pathLst>
                <a:path w="573" h="573" extrusionOk="0">
                  <a:moveTo>
                    <a:pt x="1" y="1"/>
                  </a:moveTo>
                  <a:lnTo>
                    <a:pt x="1" y="573"/>
                  </a:lnTo>
                  <a:lnTo>
                    <a:pt x="573" y="573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343;p46">
              <a:extLst>
                <a:ext uri="{FF2B5EF4-FFF2-40B4-BE49-F238E27FC236}">
                  <a16:creationId xmlns:a16="http://schemas.microsoft.com/office/drawing/2014/main" id="{664A0DAB-3622-4989-E7CA-0DA576CC12A9}"/>
                </a:ext>
              </a:extLst>
            </p:cNvPr>
            <p:cNvSpPr/>
            <p:nvPr/>
          </p:nvSpPr>
          <p:spPr>
            <a:xfrm>
              <a:off x="1404108" y="2939095"/>
              <a:ext cx="23103" cy="23103"/>
            </a:xfrm>
            <a:custGeom>
              <a:avLst/>
              <a:gdLst/>
              <a:ahLst/>
              <a:cxnLst/>
              <a:rect l="l" t="t" r="r" b="b"/>
              <a:pathLst>
                <a:path w="573" h="573" extrusionOk="0">
                  <a:moveTo>
                    <a:pt x="1" y="1"/>
                  </a:moveTo>
                  <a:lnTo>
                    <a:pt x="1" y="572"/>
                  </a:lnTo>
                  <a:lnTo>
                    <a:pt x="572" y="572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44;p46">
              <a:extLst>
                <a:ext uri="{FF2B5EF4-FFF2-40B4-BE49-F238E27FC236}">
                  <a16:creationId xmlns:a16="http://schemas.microsoft.com/office/drawing/2014/main" id="{5969E744-C3F5-0562-9B30-0DEA27E61FDC}"/>
                </a:ext>
              </a:extLst>
            </p:cNvPr>
            <p:cNvSpPr/>
            <p:nvPr/>
          </p:nvSpPr>
          <p:spPr>
            <a:xfrm>
              <a:off x="1604654" y="2969052"/>
              <a:ext cx="23103" cy="23103"/>
            </a:xfrm>
            <a:custGeom>
              <a:avLst/>
              <a:gdLst/>
              <a:ahLst/>
              <a:cxnLst/>
              <a:rect l="l" t="t" r="r" b="b"/>
              <a:pathLst>
                <a:path w="573" h="573" extrusionOk="0">
                  <a:moveTo>
                    <a:pt x="1" y="1"/>
                  </a:moveTo>
                  <a:lnTo>
                    <a:pt x="1" y="573"/>
                  </a:lnTo>
                  <a:lnTo>
                    <a:pt x="572" y="573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rgbClr val="FF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45;p46">
              <a:extLst>
                <a:ext uri="{FF2B5EF4-FFF2-40B4-BE49-F238E27FC236}">
                  <a16:creationId xmlns:a16="http://schemas.microsoft.com/office/drawing/2014/main" id="{CCB21807-93E4-B610-3728-FE2120D79BD9}"/>
                </a:ext>
              </a:extLst>
            </p:cNvPr>
            <p:cNvSpPr/>
            <p:nvPr/>
          </p:nvSpPr>
          <p:spPr>
            <a:xfrm>
              <a:off x="1659407" y="2873980"/>
              <a:ext cx="23063" cy="23103"/>
            </a:xfrm>
            <a:custGeom>
              <a:avLst/>
              <a:gdLst/>
              <a:ahLst/>
              <a:cxnLst/>
              <a:rect l="l" t="t" r="r" b="b"/>
              <a:pathLst>
                <a:path w="572" h="573" extrusionOk="0">
                  <a:moveTo>
                    <a:pt x="0" y="1"/>
                  </a:moveTo>
                  <a:lnTo>
                    <a:pt x="0" y="573"/>
                  </a:lnTo>
                  <a:lnTo>
                    <a:pt x="572" y="573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46;p46">
              <a:extLst>
                <a:ext uri="{FF2B5EF4-FFF2-40B4-BE49-F238E27FC236}">
                  <a16:creationId xmlns:a16="http://schemas.microsoft.com/office/drawing/2014/main" id="{60125B34-3861-0BF7-86A8-52F2572037AA}"/>
                </a:ext>
              </a:extLst>
            </p:cNvPr>
            <p:cNvSpPr/>
            <p:nvPr/>
          </p:nvSpPr>
          <p:spPr>
            <a:xfrm>
              <a:off x="1524540" y="2999613"/>
              <a:ext cx="188496" cy="175271"/>
            </a:xfrm>
            <a:custGeom>
              <a:avLst/>
              <a:gdLst/>
              <a:ahLst/>
              <a:cxnLst/>
              <a:rect l="l" t="t" r="r" b="b"/>
              <a:pathLst>
                <a:path w="4675" h="4347" extrusionOk="0">
                  <a:moveTo>
                    <a:pt x="3017" y="1"/>
                  </a:moveTo>
                  <a:lnTo>
                    <a:pt x="0" y="4346"/>
                  </a:lnTo>
                  <a:lnTo>
                    <a:pt x="4675" y="4346"/>
                  </a:lnTo>
                  <a:lnTo>
                    <a:pt x="4675" y="2545"/>
                  </a:lnTo>
                  <a:lnTo>
                    <a:pt x="3017" y="1"/>
                  </a:ln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47;p46">
              <a:extLst>
                <a:ext uri="{FF2B5EF4-FFF2-40B4-BE49-F238E27FC236}">
                  <a16:creationId xmlns:a16="http://schemas.microsoft.com/office/drawing/2014/main" id="{897DCE6A-C793-A742-A0B3-0613A8BC1DCB}"/>
                </a:ext>
              </a:extLst>
            </p:cNvPr>
            <p:cNvSpPr/>
            <p:nvPr/>
          </p:nvSpPr>
          <p:spPr>
            <a:xfrm>
              <a:off x="1535507" y="2827895"/>
              <a:ext cx="162570" cy="115315"/>
            </a:xfrm>
            <a:custGeom>
              <a:avLst/>
              <a:gdLst/>
              <a:ahLst/>
              <a:cxnLst/>
              <a:rect l="l" t="t" r="r" b="b"/>
              <a:pathLst>
                <a:path w="4032" h="2860" extrusionOk="0">
                  <a:moveTo>
                    <a:pt x="1" y="1"/>
                  </a:moveTo>
                  <a:lnTo>
                    <a:pt x="1" y="572"/>
                  </a:lnTo>
                  <a:lnTo>
                    <a:pt x="1687" y="572"/>
                  </a:lnTo>
                  <a:cubicBezTo>
                    <a:pt x="1859" y="572"/>
                    <a:pt x="2002" y="729"/>
                    <a:pt x="1958" y="900"/>
                  </a:cubicBezTo>
                  <a:cubicBezTo>
                    <a:pt x="1944" y="1043"/>
                    <a:pt x="1815" y="1144"/>
                    <a:pt x="1672" y="1144"/>
                  </a:cubicBezTo>
                  <a:lnTo>
                    <a:pt x="1401" y="1144"/>
                  </a:lnTo>
                  <a:cubicBezTo>
                    <a:pt x="900" y="1144"/>
                    <a:pt x="500" y="1573"/>
                    <a:pt x="544" y="2072"/>
                  </a:cubicBezTo>
                  <a:cubicBezTo>
                    <a:pt x="586" y="2501"/>
                    <a:pt x="972" y="2859"/>
                    <a:pt x="1415" y="2859"/>
                  </a:cubicBezTo>
                  <a:lnTo>
                    <a:pt x="4031" y="2859"/>
                  </a:lnTo>
                  <a:lnTo>
                    <a:pt x="4031" y="2287"/>
                  </a:lnTo>
                  <a:lnTo>
                    <a:pt x="1401" y="2287"/>
                  </a:lnTo>
                  <a:cubicBezTo>
                    <a:pt x="1215" y="2287"/>
                    <a:pt x="1087" y="2130"/>
                    <a:pt x="1115" y="1944"/>
                  </a:cubicBezTo>
                  <a:cubicBezTo>
                    <a:pt x="1144" y="1801"/>
                    <a:pt x="1258" y="1716"/>
                    <a:pt x="1401" y="1716"/>
                  </a:cubicBezTo>
                  <a:lnTo>
                    <a:pt x="1687" y="1716"/>
                  </a:lnTo>
                  <a:cubicBezTo>
                    <a:pt x="2187" y="1716"/>
                    <a:pt x="2587" y="1287"/>
                    <a:pt x="2530" y="772"/>
                  </a:cubicBezTo>
                  <a:cubicBezTo>
                    <a:pt x="2501" y="344"/>
                    <a:pt x="2101" y="1"/>
                    <a:pt x="16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48;p46">
              <a:extLst>
                <a:ext uri="{FF2B5EF4-FFF2-40B4-BE49-F238E27FC236}">
                  <a16:creationId xmlns:a16="http://schemas.microsoft.com/office/drawing/2014/main" id="{3A6EFF34-9D12-316D-1D65-CA8A88AC88F3}"/>
                </a:ext>
              </a:extLst>
            </p:cNvPr>
            <p:cNvSpPr/>
            <p:nvPr/>
          </p:nvSpPr>
          <p:spPr>
            <a:xfrm>
              <a:off x="1604654" y="2969052"/>
              <a:ext cx="23103" cy="23103"/>
            </a:xfrm>
            <a:custGeom>
              <a:avLst/>
              <a:gdLst/>
              <a:ahLst/>
              <a:cxnLst/>
              <a:rect l="l" t="t" r="r" b="b"/>
              <a:pathLst>
                <a:path w="573" h="573" extrusionOk="0">
                  <a:moveTo>
                    <a:pt x="1" y="1"/>
                  </a:moveTo>
                  <a:lnTo>
                    <a:pt x="1" y="573"/>
                  </a:lnTo>
                  <a:lnTo>
                    <a:pt x="572" y="573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49;p46">
              <a:extLst>
                <a:ext uri="{FF2B5EF4-FFF2-40B4-BE49-F238E27FC236}">
                  <a16:creationId xmlns:a16="http://schemas.microsoft.com/office/drawing/2014/main" id="{4613F31A-CCAB-E5C8-16DF-AF8D77D77AA7}"/>
                </a:ext>
              </a:extLst>
            </p:cNvPr>
            <p:cNvSpPr/>
            <p:nvPr/>
          </p:nvSpPr>
          <p:spPr>
            <a:xfrm>
              <a:off x="1659407" y="2873980"/>
              <a:ext cx="23063" cy="23103"/>
            </a:xfrm>
            <a:custGeom>
              <a:avLst/>
              <a:gdLst/>
              <a:ahLst/>
              <a:cxnLst/>
              <a:rect l="l" t="t" r="r" b="b"/>
              <a:pathLst>
                <a:path w="572" h="573" extrusionOk="0">
                  <a:moveTo>
                    <a:pt x="0" y="1"/>
                  </a:moveTo>
                  <a:lnTo>
                    <a:pt x="0" y="573"/>
                  </a:lnTo>
                  <a:lnTo>
                    <a:pt x="572" y="573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Google Shape;1322;p46">
            <a:extLst>
              <a:ext uri="{FF2B5EF4-FFF2-40B4-BE49-F238E27FC236}">
                <a16:creationId xmlns:a16="http://schemas.microsoft.com/office/drawing/2014/main" id="{5F5EB872-4472-7CC1-BFB6-FACE84AB0C3A}"/>
              </a:ext>
            </a:extLst>
          </p:cNvPr>
          <p:cNvSpPr/>
          <p:nvPr/>
        </p:nvSpPr>
        <p:spPr>
          <a:xfrm>
            <a:off x="5329847" y="3955730"/>
            <a:ext cx="582694" cy="525843"/>
          </a:xfrm>
          <a:custGeom>
            <a:avLst/>
            <a:gdLst/>
            <a:ahLst/>
            <a:cxnLst/>
            <a:rect l="l" t="t" r="r" b="b"/>
            <a:pathLst>
              <a:path w="52283" h="47182" extrusionOk="0">
                <a:moveTo>
                  <a:pt x="2915" y="7287"/>
                </a:moveTo>
                <a:lnTo>
                  <a:pt x="8562" y="0"/>
                </a:lnTo>
                <a:lnTo>
                  <a:pt x="42446" y="911"/>
                </a:lnTo>
                <a:lnTo>
                  <a:pt x="50643" y="5829"/>
                </a:lnTo>
                <a:lnTo>
                  <a:pt x="52283" y="16942"/>
                </a:lnTo>
                <a:lnTo>
                  <a:pt x="49550" y="38620"/>
                </a:lnTo>
                <a:lnTo>
                  <a:pt x="44085" y="46635"/>
                </a:lnTo>
                <a:lnTo>
                  <a:pt x="9837" y="47182"/>
                </a:lnTo>
                <a:lnTo>
                  <a:pt x="2733" y="39713"/>
                </a:lnTo>
                <a:lnTo>
                  <a:pt x="0" y="19674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4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8" name="Google Shape;1324;p46">
            <a:extLst>
              <a:ext uri="{FF2B5EF4-FFF2-40B4-BE49-F238E27FC236}">
                <a16:creationId xmlns:a16="http://schemas.microsoft.com/office/drawing/2014/main" id="{C509A890-4B48-6735-D823-7E6C4B6813A9}"/>
              </a:ext>
            </a:extLst>
          </p:cNvPr>
          <p:cNvSpPr txBox="1">
            <a:spLocks/>
          </p:cNvSpPr>
          <p:nvPr/>
        </p:nvSpPr>
        <p:spPr>
          <a:xfrm>
            <a:off x="6217899" y="4027491"/>
            <a:ext cx="2347804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●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○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■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●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○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■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●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○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■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9pPr>
          </a:lstStyle>
          <a:p>
            <a:pPr marL="0" indent="0">
              <a:buFont typeface="Coda"/>
              <a:buNone/>
            </a:pPr>
            <a:r>
              <a:rPr lang="pl-PL" sz="1400" dirty="0" err="1">
                <a:latin typeface="Freckle Face"/>
                <a:ea typeface="Freckle Face"/>
                <a:cs typeface="Freckle Face"/>
                <a:sym typeface="Freckle Face"/>
              </a:rPr>
              <a:t>Domain-Specific</a:t>
            </a:r>
            <a:r>
              <a:rPr lang="pl-PL" sz="1400" dirty="0">
                <a:latin typeface="Freckle Face"/>
                <a:ea typeface="Freckle Face"/>
                <a:cs typeface="Freckle Face"/>
                <a:sym typeface="Freckle Face"/>
              </a:rPr>
              <a:t> </a:t>
            </a:r>
            <a:r>
              <a:rPr lang="pl-PL" sz="1400" dirty="0" err="1">
                <a:latin typeface="Freckle Face"/>
                <a:ea typeface="Freckle Face"/>
                <a:cs typeface="Freckle Face"/>
                <a:sym typeface="Freckle Face"/>
              </a:rPr>
              <a:t>Stopwords</a:t>
            </a:r>
            <a:r>
              <a:rPr lang="pl-PL" sz="1400" dirty="0">
                <a:latin typeface="Freckle Face"/>
                <a:ea typeface="Freckle Face"/>
                <a:cs typeface="Freckle Face"/>
                <a:sym typeface="Freckle Face"/>
              </a:rPr>
              <a:t> </a:t>
            </a:r>
            <a:r>
              <a:rPr lang="pl-PL" sz="1400" dirty="0" err="1">
                <a:latin typeface="Freckle Face"/>
                <a:ea typeface="Freckle Face"/>
                <a:cs typeface="Freckle Face"/>
                <a:sym typeface="Freckle Face"/>
              </a:rPr>
              <a:t>removal</a:t>
            </a:r>
            <a:r>
              <a:rPr lang="pl-PL" sz="1400" dirty="0">
                <a:latin typeface="Freckle Face"/>
                <a:ea typeface="Freckle Face"/>
                <a:cs typeface="Freckle Face"/>
                <a:sym typeface="Freckle Face"/>
              </a:rPr>
              <a:t> + standard </a:t>
            </a:r>
            <a:r>
              <a:rPr lang="pl-PL" sz="1400" dirty="0" err="1">
                <a:latin typeface="Freckle Face"/>
                <a:ea typeface="Freckle Face"/>
                <a:cs typeface="Freckle Face"/>
                <a:sym typeface="Freckle Face"/>
              </a:rPr>
              <a:t>nltk</a:t>
            </a:r>
            <a:r>
              <a:rPr lang="pl-PL" sz="1400" dirty="0">
                <a:latin typeface="Freckle Face"/>
                <a:ea typeface="Freckle Face"/>
                <a:cs typeface="Freckle Face"/>
                <a:sym typeface="Freckle Face"/>
              </a:rPr>
              <a:t> list</a:t>
            </a:r>
          </a:p>
        </p:txBody>
      </p:sp>
      <p:grpSp>
        <p:nvGrpSpPr>
          <p:cNvPr id="29" name="Google Shape;1334;p46">
            <a:extLst>
              <a:ext uri="{FF2B5EF4-FFF2-40B4-BE49-F238E27FC236}">
                <a16:creationId xmlns:a16="http://schemas.microsoft.com/office/drawing/2014/main" id="{62F06405-D6AC-387A-F5B6-650777C77A63}"/>
              </a:ext>
            </a:extLst>
          </p:cNvPr>
          <p:cNvGrpSpPr/>
          <p:nvPr/>
        </p:nvGrpSpPr>
        <p:grpSpPr>
          <a:xfrm>
            <a:off x="5425548" y="4033903"/>
            <a:ext cx="392509" cy="393074"/>
            <a:chOff x="1320527" y="2781811"/>
            <a:chExt cx="392509" cy="393074"/>
          </a:xfrm>
        </p:grpSpPr>
        <p:sp>
          <p:nvSpPr>
            <p:cNvPr id="30" name="Google Shape;1335;p46">
              <a:extLst>
                <a:ext uri="{FF2B5EF4-FFF2-40B4-BE49-F238E27FC236}">
                  <a16:creationId xmlns:a16="http://schemas.microsoft.com/office/drawing/2014/main" id="{D695FC58-8E1E-8290-0E41-B92671D1A522}"/>
                </a:ext>
              </a:extLst>
            </p:cNvPr>
            <p:cNvSpPr/>
            <p:nvPr/>
          </p:nvSpPr>
          <p:spPr>
            <a:xfrm>
              <a:off x="1453660" y="2928733"/>
              <a:ext cx="126847" cy="134346"/>
            </a:xfrm>
            <a:custGeom>
              <a:avLst/>
              <a:gdLst/>
              <a:ahLst/>
              <a:cxnLst/>
              <a:rect l="l" t="t" r="r" b="b"/>
              <a:pathLst>
                <a:path w="3146" h="3332" extrusionOk="0">
                  <a:moveTo>
                    <a:pt x="1573" y="0"/>
                  </a:moveTo>
                  <a:lnTo>
                    <a:pt x="1" y="2016"/>
                  </a:lnTo>
                  <a:lnTo>
                    <a:pt x="1573" y="3331"/>
                  </a:lnTo>
                  <a:lnTo>
                    <a:pt x="3145" y="2016"/>
                  </a:lnTo>
                  <a:lnTo>
                    <a:pt x="157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36;p46">
              <a:extLst>
                <a:ext uri="{FF2B5EF4-FFF2-40B4-BE49-F238E27FC236}">
                  <a16:creationId xmlns:a16="http://schemas.microsoft.com/office/drawing/2014/main" id="{CC276C68-2BD3-CC5D-3940-02002F753ACC}"/>
                </a:ext>
              </a:extLst>
            </p:cNvPr>
            <p:cNvSpPr/>
            <p:nvPr/>
          </p:nvSpPr>
          <p:spPr>
            <a:xfrm>
              <a:off x="1407575" y="2992114"/>
              <a:ext cx="219018" cy="182771"/>
            </a:xfrm>
            <a:custGeom>
              <a:avLst/>
              <a:gdLst/>
              <a:ahLst/>
              <a:cxnLst/>
              <a:rect l="l" t="t" r="r" b="b"/>
              <a:pathLst>
                <a:path w="5432" h="4533" extrusionOk="0">
                  <a:moveTo>
                    <a:pt x="1487" y="1"/>
                  </a:moveTo>
                  <a:lnTo>
                    <a:pt x="0" y="1902"/>
                  </a:lnTo>
                  <a:lnTo>
                    <a:pt x="1815" y="4532"/>
                  </a:lnTo>
                  <a:lnTo>
                    <a:pt x="3602" y="4532"/>
                  </a:lnTo>
                  <a:lnTo>
                    <a:pt x="5432" y="1902"/>
                  </a:lnTo>
                  <a:lnTo>
                    <a:pt x="3931" y="1"/>
                  </a:lnTo>
                  <a:lnTo>
                    <a:pt x="2716" y="1016"/>
                  </a:lnTo>
                  <a:lnTo>
                    <a:pt x="1487" y="1"/>
                  </a:lnTo>
                  <a:close/>
                </a:path>
              </a:pathLst>
            </a:custGeom>
            <a:solidFill>
              <a:srgbClr val="2A56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37;p46">
              <a:extLst>
                <a:ext uri="{FF2B5EF4-FFF2-40B4-BE49-F238E27FC236}">
                  <a16:creationId xmlns:a16="http://schemas.microsoft.com/office/drawing/2014/main" id="{2009CFC7-CB43-8BF5-1413-74660738D470}"/>
                </a:ext>
              </a:extLst>
            </p:cNvPr>
            <p:cNvSpPr/>
            <p:nvPr/>
          </p:nvSpPr>
          <p:spPr>
            <a:xfrm>
              <a:off x="1320527" y="2999613"/>
              <a:ext cx="188536" cy="175271"/>
            </a:xfrm>
            <a:custGeom>
              <a:avLst/>
              <a:gdLst/>
              <a:ahLst/>
              <a:cxnLst/>
              <a:rect l="l" t="t" r="r" b="b"/>
              <a:pathLst>
                <a:path w="4676" h="4347" extrusionOk="0">
                  <a:moveTo>
                    <a:pt x="1673" y="1"/>
                  </a:moveTo>
                  <a:lnTo>
                    <a:pt x="1" y="2545"/>
                  </a:lnTo>
                  <a:lnTo>
                    <a:pt x="1" y="4346"/>
                  </a:lnTo>
                  <a:lnTo>
                    <a:pt x="4675" y="4346"/>
                  </a:lnTo>
                  <a:lnTo>
                    <a:pt x="1673" y="1"/>
                  </a:ln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38;p46">
              <a:extLst>
                <a:ext uri="{FF2B5EF4-FFF2-40B4-BE49-F238E27FC236}">
                  <a16:creationId xmlns:a16="http://schemas.microsoft.com/office/drawing/2014/main" id="{7B46AF73-BF4D-61AC-1DF3-A9E35CE87B3A}"/>
                </a:ext>
              </a:extLst>
            </p:cNvPr>
            <p:cNvSpPr/>
            <p:nvPr/>
          </p:nvSpPr>
          <p:spPr>
            <a:xfrm>
              <a:off x="1524540" y="2999613"/>
              <a:ext cx="188496" cy="175271"/>
            </a:xfrm>
            <a:custGeom>
              <a:avLst/>
              <a:gdLst/>
              <a:ahLst/>
              <a:cxnLst/>
              <a:rect l="l" t="t" r="r" b="b"/>
              <a:pathLst>
                <a:path w="4675" h="4347" extrusionOk="0">
                  <a:moveTo>
                    <a:pt x="3017" y="1"/>
                  </a:moveTo>
                  <a:lnTo>
                    <a:pt x="0" y="4346"/>
                  </a:lnTo>
                  <a:lnTo>
                    <a:pt x="4675" y="4346"/>
                  </a:lnTo>
                  <a:lnTo>
                    <a:pt x="4675" y="2545"/>
                  </a:lnTo>
                  <a:lnTo>
                    <a:pt x="3017" y="1"/>
                  </a:lnTo>
                  <a:close/>
                </a:path>
              </a:pathLst>
            </a:custGeom>
            <a:solidFill>
              <a:srgbClr val="BEEB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39;p46">
              <a:extLst>
                <a:ext uri="{FF2B5EF4-FFF2-40B4-BE49-F238E27FC236}">
                  <a16:creationId xmlns:a16="http://schemas.microsoft.com/office/drawing/2014/main" id="{280612F6-384B-BE62-69CC-E8234ED09E1B}"/>
                </a:ext>
              </a:extLst>
            </p:cNvPr>
            <p:cNvSpPr/>
            <p:nvPr/>
          </p:nvSpPr>
          <p:spPr>
            <a:xfrm>
              <a:off x="1370684" y="2781811"/>
              <a:ext cx="164868" cy="115275"/>
            </a:xfrm>
            <a:custGeom>
              <a:avLst/>
              <a:gdLst/>
              <a:ahLst/>
              <a:cxnLst/>
              <a:rect l="l" t="t" r="r" b="b"/>
              <a:pathLst>
                <a:path w="4089" h="2859" extrusionOk="0">
                  <a:moveTo>
                    <a:pt x="1" y="0"/>
                  </a:moveTo>
                  <a:lnTo>
                    <a:pt x="1" y="572"/>
                  </a:lnTo>
                  <a:lnTo>
                    <a:pt x="1672" y="572"/>
                  </a:lnTo>
                  <a:cubicBezTo>
                    <a:pt x="1844" y="572"/>
                    <a:pt x="1987" y="728"/>
                    <a:pt x="1958" y="900"/>
                  </a:cubicBezTo>
                  <a:cubicBezTo>
                    <a:pt x="1930" y="1043"/>
                    <a:pt x="1802" y="1144"/>
                    <a:pt x="1672" y="1144"/>
                  </a:cubicBezTo>
                  <a:lnTo>
                    <a:pt x="1387" y="1144"/>
                  </a:lnTo>
                  <a:cubicBezTo>
                    <a:pt x="887" y="1144"/>
                    <a:pt x="487" y="1572"/>
                    <a:pt x="529" y="2072"/>
                  </a:cubicBezTo>
                  <a:cubicBezTo>
                    <a:pt x="572" y="2501"/>
                    <a:pt x="973" y="2859"/>
                    <a:pt x="1401" y="2859"/>
                  </a:cubicBezTo>
                  <a:lnTo>
                    <a:pt x="4089" y="2859"/>
                  </a:lnTo>
                  <a:lnTo>
                    <a:pt x="4089" y="2287"/>
                  </a:lnTo>
                  <a:lnTo>
                    <a:pt x="1387" y="2287"/>
                  </a:lnTo>
                  <a:cubicBezTo>
                    <a:pt x="1215" y="2287"/>
                    <a:pt x="1072" y="2129"/>
                    <a:pt x="1101" y="1944"/>
                  </a:cubicBezTo>
                  <a:cubicBezTo>
                    <a:pt x="1129" y="1801"/>
                    <a:pt x="1258" y="1715"/>
                    <a:pt x="1401" y="1715"/>
                  </a:cubicBezTo>
                  <a:lnTo>
                    <a:pt x="1672" y="1715"/>
                  </a:lnTo>
                  <a:cubicBezTo>
                    <a:pt x="2173" y="1715"/>
                    <a:pt x="2573" y="1286"/>
                    <a:pt x="2530" y="772"/>
                  </a:cubicBezTo>
                  <a:cubicBezTo>
                    <a:pt x="2488" y="343"/>
                    <a:pt x="2087" y="0"/>
                    <a:pt x="16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40;p46">
              <a:extLst>
                <a:ext uri="{FF2B5EF4-FFF2-40B4-BE49-F238E27FC236}">
                  <a16:creationId xmlns:a16="http://schemas.microsoft.com/office/drawing/2014/main" id="{CDBB8959-1BB3-4660-0AF2-84A4CC6F75AF}"/>
                </a:ext>
              </a:extLst>
            </p:cNvPr>
            <p:cNvSpPr/>
            <p:nvPr/>
          </p:nvSpPr>
          <p:spPr>
            <a:xfrm>
              <a:off x="1535507" y="2827895"/>
              <a:ext cx="162570" cy="115315"/>
            </a:xfrm>
            <a:custGeom>
              <a:avLst/>
              <a:gdLst/>
              <a:ahLst/>
              <a:cxnLst/>
              <a:rect l="l" t="t" r="r" b="b"/>
              <a:pathLst>
                <a:path w="4032" h="2860" extrusionOk="0">
                  <a:moveTo>
                    <a:pt x="1" y="1"/>
                  </a:moveTo>
                  <a:lnTo>
                    <a:pt x="1" y="572"/>
                  </a:lnTo>
                  <a:lnTo>
                    <a:pt x="1687" y="572"/>
                  </a:lnTo>
                  <a:cubicBezTo>
                    <a:pt x="1859" y="572"/>
                    <a:pt x="2002" y="729"/>
                    <a:pt x="1958" y="900"/>
                  </a:cubicBezTo>
                  <a:cubicBezTo>
                    <a:pt x="1944" y="1043"/>
                    <a:pt x="1815" y="1144"/>
                    <a:pt x="1672" y="1144"/>
                  </a:cubicBezTo>
                  <a:lnTo>
                    <a:pt x="1401" y="1144"/>
                  </a:lnTo>
                  <a:cubicBezTo>
                    <a:pt x="900" y="1144"/>
                    <a:pt x="500" y="1573"/>
                    <a:pt x="544" y="2072"/>
                  </a:cubicBezTo>
                  <a:cubicBezTo>
                    <a:pt x="586" y="2501"/>
                    <a:pt x="972" y="2859"/>
                    <a:pt x="1415" y="2859"/>
                  </a:cubicBezTo>
                  <a:lnTo>
                    <a:pt x="4031" y="2859"/>
                  </a:lnTo>
                  <a:lnTo>
                    <a:pt x="4031" y="2287"/>
                  </a:lnTo>
                  <a:lnTo>
                    <a:pt x="1401" y="2287"/>
                  </a:lnTo>
                  <a:cubicBezTo>
                    <a:pt x="1215" y="2287"/>
                    <a:pt x="1087" y="2130"/>
                    <a:pt x="1115" y="1944"/>
                  </a:cubicBezTo>
                  <a:cubicBezTo>
                    <a:pt x="1144" y="1801"/>
                    <a:pt x="1258" y="1716"/>
                    <a:pt x="1401" y="1716"/>
                  </a:cubicBezTo>
                  <a:lnTo>
                    <a:pt x="1687" y="1716"/>
                  </a:lnTo>
                  <a:cubicBezTo>
                    <a:pt x="2187" y="1716"/>
                    <a:pt x="2587" y="1287"/>
                    <a:pt x="2530" y="772"/>
                  </a:cubicBezTo>
                  <a:cubicBezTo>
                    <a:pt x="2501" y="344"/>
                    <a:pt x="2101" y="1"/>
                    <a:pt x="16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41;p46">
              <a:extLst>
                <a:ext uri="{FF2B5EF4-FFF2-40B4-BE49-F238E27FC236}">
                  <a16:creationId xmlns:a16="http://schemas.microsoft.com/office/drawing/2014/main" id="{620F24E0-EF61-0CBA-F928-8B9BF06A90E9}"/>
                </a:ext>
              </a:extLst>
            </p:cNvPr>
            <p:cNvSpPr/>
            <p:nvPr/>
          </p:nvSpPr>
          <p:spPr>
            <a:xfrm>
              <a:off x="1494019" y="2827895"/>
              <a:ext cx="23103" cy="23103"/>
            </a:xfrm>
            <a:custGeom>
              <a:avLst/>
              <a:gdLst/>
              <a:ahLst/>
              <a:cxnLst/>
              <a:rect l="l" t="t" r="r" b="b"/>
              <a:pathLst>
                <a:path w="573" h="573" extrusionOk="0">
                  <a:moveTo>
                    <a:pt x="0" y="1"/>
                  </a:moveTo>
                  <a:lnTo>
                    <a:pt x="0" y="572"/>
                  </a:lnTo>
                  <a:lnTo>
                    <a:pt x="572" y="572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42;p46">
              <a:extLst>
                <a:ext uri="{FF2B5EF4-FFF2-40B4-BE49-F238E27FC236}">
                  <a16:creationId xmlns:a16="http://schemas.microsoft.com/office/drawing/2014/main" id="{8C950B39-049B-1B6C-3EC5-ADA5A9781FDE}"/>
                </a:ext>
              </a:extLst>
            </p:cNvPr>
            <p:cNvSpPr/>
            <p:nvPr/>
          </p:nvSpPr>
          <p:spPr>
            <a:xfrm>
              <a:off x="1359152" y="2916032"/>
              <a:ext cx="23103" cy="23103"/>
            </a:xfrm>
            <a:custGeom>
              <a:avLst/>
              <a:gdLst/>
              <a:ahLst/>
              <a:cxnLst/>
              <a:rect l="l" t="t" r="r" b="b"/>
              <a:pathLst>
                <a:path w="573" h="573" extrusionOk="0">
                  <a:moveTo>
                    <a:pt x="1" y="1"/>
                  </a:moveTo>
                  <a:lnTo>
                    <a:pt x="1" y="573"/>
                  </a:lnTo>
                  <a:lnTo>
                    <a:pt x="573" y="573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43;p46">
              <a:extLst>
                <a:ext uri="{FF2B5EF4-FFF2-40B4-BE49-F238E27FC236}">
                  <a16:creationId xmlns:a16="http://schemas.microsoft.com/office/drawing/2014/main" id="{72D25E37-84F3-C409-A9C1-9EC52D367EF9}"/>
                </a:ext>
              </a:extLst>
            </p:cNvPr>
            <p:cNvSpPr/>
            <p:nvPr/>
          </p:nvSpPr>
          <p:spPr>
            <a:xfrm>
              <a:off x="1404108" y="2939095"/>
              <a:ext cx="23103" cy="23103"/>
            </a:xfrm>
            <a:custGeom>
              <a:avLst/>
              <a:gdLst/>
              <a:ahLst/>
              <a:cxnLst/>
              <a:rect l="l" t="t" r="r" b="b"/>
              <a:pathLst>
                <a:path w="573" h="573" extrusionOk="0">
                  <a:moveTo>
                    <a:pt x="1" y="1"/>
                  </a:moveTo>
                  <a:lnTo>
                    <a:pt x="1" y="572"/>
                  </a:lnTo>
                  <a:lnTo>
                    <a:pt x="572" y="572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344;p46">
              <a:extLst>
                <a:ext uri="{FF2B5EF4-FFF2-40B4-BE49-F238E27FC236}">
                  <a16:creationId xmlns:a16="http://schemas.microsoft.com/office/drawing/2014/main" id="{C0D4C2F9-7C33-33A7-DEE5-FA890F79DCF2}"/>
                </a:ext>
              </a:extLst>
            </p:cNvPr>
            <p:cNvSpPr/>
            <p:nvPr/>
          </p:nvSpPr>
          <p:spPr>
            <a:xfrm>
              <a:off x="1604654" y="2969052"/>
              <a:ext cx="23103" cy="23103"/>
            </a:xfrm>
            <a:custGeom>
              <a:avLst/>
              <a:gdLst/>
              <a:ahLst/>
              <a:cxnLst/>
              <a:rect l="l" t="t" r="r" b="b"/>
              <a:pathLst>
                <a:path w="573" h="573" extrusionOk="0">
                  <a:moveTo>
                    <a:pt x="1" y="1"/>
                  </a:moveTo>
                  <a:lnTo>
                    <a:pt x="1" y="573"/>
                  </a:lnTo>
                  <a:lnTo>
                    <a:pt x="572" y="573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rgbClr val="FF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345;p46">
              <a:extLst>
                <a:ext uri="{FF2B5EF4-FFF2-40B4-BE49-F238E27FC236}">
                  <a16:creationId xmlns:a16="http://schemas.microsoft.com/office/drawing/2014/main" id="{0172B1CB-DA65-D4C8-3195-D6297D4A05C3}"/>
                </a:ext>
              </a:extLst>
            </p:cNvPr>
            <p:cNvSpPr/>
            <p:nvPr/>
          </p:nvSpPr>
          <p:spPr>
            <a:xfrm>
              <a:off x="1659407" y="2873980"/>
              <a:ext cx="23063" cy="23103"/>
            </a:xfrm>
            <a:custGeom>
              <a:avLst/>
              <a:gdLst/>
              <a:ahLst/>
              <a:cxnLst/>
              <a:rect l="l" t="t" r="r" b="b"/>
              <a:pathLst>
                <a:path w="572" h="573" extrusionOk="0">
                  <a:moveTo>
                    <a:pt x="0" y="1"/>
                  </a:moveTo>
                  <a:lnTo>
                    <a:pt x="0" y="573"/>
                  </a:lnTo>
                  <a:lnTo>
                    <a:pt x="572" y="573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46;p46">
              <a:extLst>
                <a:ext uri="{FF2B5EF4-FFF2-40B4-BE49-F238E27FC236}">
                  <a16:creationId xmlns:a16="http://schemas.microsoft.com/office/drawing/2014/main" id="{F5B0CED8-C2C5-7979-8515-CCF209A94AD9}"/>
                </a:ext>
              </a:extLst>
            </p:cNvPr>
            <p:cNvSpPr/>
            <p:nvPr/>
          </p:nvSpPr>
          <p:spPr>
            <a:xfrm>
              <a:off x="1524540" y="2999613"/>
              <a:ext cx="188496" cy="175271"/>
            </a:xfrm>
            <a:custGeom>
              <a:avLst/>
              <a:gdLst/>
              <a:ahLst/>
              <a:cxnLst/>
              <a:rect l="l" t="t" r="r" b="b"/>
              <a:pathLst>
                <a:path w="4675" h="4347" extrusionOk="0">
                  <a:moveTo>
                    <a:pt x="3017" y="1"/>
                  </a:moveTo>
                  <a:lnTo>
                    <a:pt x="0" y="4346"/>
                  </a:lnTo>
                  <a:lnTo>
                    <a:pt x="4675" y="4346"/>
                  </a:lnTo>
                  <a:lnTo>
                    <a:pt x="4675" y="2545"/>
                  </a:lnTo>
                  <a:lnTo>
                    <a:pt x="3017" y="1"/>
                  </a:ln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47;p46">
              <a:extLst>
                <a:ext uri="{FF2B5EF4-FFF2-40B4-BE49-F238E27FC236}">
                  <a16:creationId xmlns:a16="http://schemas.microsoft.com/office/drawing/2014/main" id="{3B665563-CC2A-1417-4D84-74AB851F08DC}"/>
                </a:ext>
              </a:extLst>
            </p:cNvPr>
            <p:cNvSpPr/>
            <p:nvPr/>
          </p:nvSpPr>
          <p:spPr>
            <a:xfrm>
              <a:off x="1535507" y="2827895"/>
              <a:ext cx="162570" cy="115315"/>
            </a:xfrm>
            <a:custGeom>
              <a:avLst/>
              <a:gdLst/>
              <a:ahLst/>
              <a:cxnLst/>
              <a:rect l="l" t="t" r="r" b="b"/>
              <a:pathLst>
                <a:path w="4032" h="2860" extrusionOk="0">
                  <a:moveTo>
                    <a:pt x="1" y="1"/>
                  </a:moveTo>
                  <a:lnTo>
                    <a:pt x="1" y="572"/>
                  </a:lnTo>
                  <a:lnTo>
                    <a:pt x="1687" y="572"/>
                  </a:lnTo>
                  <a:cubicBezTo>
                    <a:pt x="1859" y="572"/>
                    <a:pt x="2002" y="729"/>
                    <a:pt x="1958" y="900"/>
                  </a:cubicBezTo>
                  <a:cubicBezTo>
                    <a:pt x="1944" y="1043"/>
                    <a:pt x="1815" y="1144"/>
                    <a:pt x="1672" y="1144"/>
                  </a:cubicBezTo>
                  <a:lnTo>
                    <a:pt x="1401" y="1144"/>
                  </a:lnTo>
                  <a:cubicBezTo>
                    <a:pt x="900" y="1144"/>
                    <a:pt x="500" y="1573"/>
                    <a:pt x="544" y="2072"/>
                  </a:cubicBezTo>
                  <a:cubicBezTo>
                    <a:pt x="586" y="2501"/>
                    <a:pt x="972" y="2859"/>
                    <a:pt x="1415" y="2859"/>
                  </a:cubicBezTo>
                  <a:lnTo>
                    <a:pt x="4031" y="2859"/>
                  </a:lnTo>
                  <a:lnTo>
                    <a:pt x="4031" y="2287"/>
                  </a:lnTo>
                  <a:lnTo>
                    <a:pt x="1401" y="2287"/>
                  </a:lnTo>
                  <a:cubicBezTo>
                    <a:pt x="1215" y="2287"/>
                    <a:pt x="1087" y="2130"/>
                    <a:pt x="1115" y="1944"/>
                  </a:cubicBezTo>
                  <a:cubicBezTo>
                    <a:pt x="1144" y="1801"/>
                    <a:pt x="1258" y="1716"/>
                    <a:pt x="1401" y="1716"/>
                  </a:cubicBezTo>
                  <a:lnTo>
                    <a:pt x="1687" y="1716"/>
                  </a:lnTo>
                  <a:cubicBezTo>
                    <a:pt x="2187" y="1716"/>
                    <a:pt x="2587" y="1287"/>
                    <a:pt x="2530" y="772"/>
                  </a:cubicBezTo>
                  <a:cubicBezTo>
                    <a:pt x="2501" y="344"/>
                    <a:pt x="2101" y="1"/>
                    <a:pt x="16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348;p46">
              <a:extLst>
                <a:ext uri="{FF2B5EF4-FFF2-40B4-BE49-F238E27FC236}">
                  <a16:creationId xmlns:a16="http://schemas.microsoft.com/office/drawing/2014/main" id="{91BA6FA6-3B33-7272-6998-7042FC23F4B5}"/>
                </a:ext>
              </a:extLst>
            </p:cNvPr>
            <p:cNvSpPr/>
            <p:nvPr/>
          </p:nvSpPr>
          <p:spPr>
            <a:xfrm>
              <a:off x="1604654" y="2969052"/>
              <a:ext cx="23103" cy="23103"/>
            </a:xfrm>
            <a:custGeom>
              <a:avLst/>
              <a:gdLst/>
              <a:ahLst/>
              <a:cxnLst/>
              <a:rect l="l" t="t" r="r" b="b"/>
              <a:pathLst>
                <a:path w="573" h="573" extrusionOk="0">
                  <a:moveTo>
                    <a:pt x="1" y="1"/>
                  </a:moveTo>
                  <a:lnTo>
                    <a:pt x="1" y="573"/>
                  </a:lnTo>
                  <a:lnTo>
                    <a:pt x="572" y="573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349;p46">
              <a:extLst>
                <a:ext uri="{FF2B5EF4-FFF2-40B4-BE49-F238E27FC236}">
                  <a16:creationId xmlns:a16="http://schemas.microsoft.com/office/drawing/2014/main" id="{C1FB799B-8D4E-19C6-1DD6-342B3C872A72}"/>
                </a:ext>
              </a:extLst>
            </p:cNvPr>
            <p:cNvSpPr/>
            <p:nvPr/>
          </p:nvSpPr>
          <p:spPr>
            <a:xfrm>
              <a:off x="1659407" y="2873980"/>
              <a:ext cx="23063" cy="23103"/>
            </a:xfrm>
            <a:custGeom>
              <a:avLst/>
              <a:gdLst/>
              <a:ahLst/>
              <a:cxnLst/>
              <a:rect l="l" t="t" r="r" b="b"/>
              <a:pathLst>
                <a:path w="572" h="573" extrusionOk="0">
                  <a:moveTo>
                    <a:pt x="0" y="1"/>
                  </a:moveTo>
                  <a:lnTo>
                    <a:pt x="0" y="573"/>
                  </a:lnTo>
                  <a:lnTo>
                    <a:pt x="572" y="573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21424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1">
          <a:extLst>
            <a:ext uri="{FF2B5EF4-FFF2-40B4-BE49-F238E27FC236}">
              <a16:creationId xmlns:a16="http://schemas.microsoft.com/office/drawing/2014/main" id="{937EA97D-7C8C-5A22-3A49-C0496FFD0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2" name="Google Shape;1872;p58">
            <a:extLst>
              <a:ext uri="{FF2B5EF4-FFF2-40B4-BE49-F238E27FC236}">
                <a16:creationId xmlns:a16="http://schemas.microsoft.com/office/drawing/2014/main" id="{24EE9AFB-52BA-4F23-5FF3-5B8D824CAAE2}"/>
              </a:ext>
            </a:extLst>
          </p:cNvPr>
          <p:cNvGrpSpPr/>
          <p:nvPr/>
        </p:nvGrpSpPr>
        <p:grpSpPr>
          <a:xfrm>
            <a:off x="3319449" y="1590901"/>
            <a:ext cx="5554273" cy="2528127"/>
            <a:chOff x="3319449" y="1590901"/>
            <a:chExt cx="5554273" cy="2528127"/>
          </a:xfrm>
        </p:grpSpPr>
        <p:sp>
          <p:nvSpPr>
            <p:cNvPr id="1873" name="Google Shape;1873;p58">
              <a:extLst>
                <a:ext uri="{FF2B5EF4-FFF2-40B4-BE49-F238E27FC236}">
                  <a16:creationId xmlns:a16="http://schemas.microsoft.com/office/drawing/2014/main" id="{1E39F191-7C29-E5E6-EA32-496CB6341A72}"/>
                </a:ext>
              </a:extLst>
            </p:cNvPr>
            <p:cNvSpPr/>
            <p:nvPr/>
          </p:nvSpPr>
          <p:spPr>
            <a:xfrm>
              <a:off x="3319449" y="1590901"/>
              <a:ext cx="1538273" cy="608652"/>
            </a:xfrm>
            <a:custGeom>
              <a:avLst/>
              <a:gdLst/>
              <a:ahLst/>
              <a:cxnLst/>
              <a:rect l="l" t="t" r="r" b="b"/>
              <a:pathLst>
                <a:path w="15897" h="6290" extrusionOk="0">
                  <a:moveTo>
                    <a:pt x="12229" y="0"/>
                  </a:moveTo>
                  <a:cubicBezTo>
                    <a:pt x="11775" y="0"/>
                    <a:pt x="11325" y="308"/>
                    <a:pt x="11020" y="667"/>
                  </a:cubicBezTo>
                  <a:cubicBezTo>
                    <a:pt x="10253" y="1578"/>
                    <a:pt x="10043" y="2822"/>
                    <a:pt x="9853" y="4000"/>
                  </a:cubicBezTo>
                  <a:cubicBezTo>
                    <a:pt x="9876" y="3666"/>
                    <a:pt x="9887" y="3333"/>
                    <a:pt x="9787" y="3022"/>
                  </a:cubicBezTo>
                  <a:cubicBezTo>
                    <a:pt x="9676" y="2711"/>
                    <a:pt x="9421" y="2422"/>
                    <a:pt x="9098" y="2389"/>
                  </a:cubicBezTo>
                  <a:cubicBezTo>
                    <a:pt x="9077" y="2387"/>
                    <a:pt x="9055" y="2386"/>
                    <a:pt x="9034" y="2386"/>
                  </a:cubicBezTo>
                  <a:cubicBezTo>
                    <a:pt x="8715" y="2386"/>
                    <a:pt x="8422" y="2619"/>
                    <a:pt x="8276" y="2900"/>
                  </a:cubicBezTo>
                  <a:cubicBezTo>
                    <a:pt x="8110" y="3200"/>
                    <a:pt x="8076" y="3555"/>
                    <a:pt x="8043" y="3900"/>
                  </a:cubicBezTo>
                  <a:cubicBezTo>
                    <a:pt x="7920" y="3367"/>
                    <a:pt x="8043" y="2678"/>
                    <a:pt x="7565" y="2422"/>
                  </a:cubicBezTo>
                  <a:cubicBezTo>
                    <a:pt x="7476" y="2371"/>
                    <a:pt x="7379" y="2348"/>
                    <a:pt x="7281" y="2348"/>
                  </a:cubicBezTo>
                  <a:cubicBezTo>
                    <a:pt x="7059" y="2348"/>
                    <a:pt x="6830" y="2464"/>
                    <a:pt x="6676" y="2634"/>
                  </a:cubicBezTo>
                  <a:cubicBezTo>
                    <a:pt x="6443" y="2878"/>
                    <a:pt x="6343" y="3200"/>
                    <a:pt x="6243" y="3522"/>
                  </a:cubicBezTo>
                  <a:cubicBezTo>
                    <a:pt x="6177" y="3000"/>
                    <a:pt x="6110" y="2489"/>
                    <a:pt x="6021" y="1978"/>
                  </a:cubicBezTo>
                  <a:cubicBezTo>
                    <a:pt x="5899" y="1267"/>
                    <a:pt x="5676" y="479"/>
                    <a:pt x="5044" y="145"/>
                  </a:cubicBezTo>
                  <a:cubicBezTo>
                    <a:pt x="4856" y="48"/>
                    <a:pt x="4651" y="3"/>
                    <a:pt x="4446" y="3"/>
                  </a:cubicBezTo>
                  <a:cubicBezTo>
                    <a:pt x="4043" y="3"/>
                    <a:pt x="3634" y="173"/>
                    <a:pt x="3333" y="445"/>
                  </a:cubicBezTo>
                  <a:cubicBezTo>
                    <a:pt x="2889" y="867"/>
                    <a:pt x="2655" y="1478"/>
                    <a:pt x="2566" y="2078"/>
                  </a:cubicBezTo>
                  <a:cubicBezTo>
                    <a:pt x="2333" y="1667"/>
                    <a:pt x="1867" y="1390"/>
                    <a:pt x="1388" y="1390"/>
                  </a:cubicBezTo>
                  <a:cubicBezTo>
                    <a:pt x="911" y="1390"/>
                    <a:pt x="445" y="1678"/>
                    <a:pt x="222" y="2089"/>
                  </a:cubicBezTo>
                  <a:cubicBezTo>
                    <a:pt x="23" y="2456"/>
                    <a:pt x="0" y="2889"/>
                    <a:pt x="45" y="3289"/>
                  </a:cubicBezTo>
                  <a:cubicBezTo>
                    <a:pt x="134" y="4222"/>
                    <a:pt x="544" y="5233"/>
                    <a:pt x="1222" y="5888"/>
                  </a:cubicBezTo>
                  <a:cubicBezTo>
                    <a:pt x="1356" y="6011"/>
                    <a:pt x="1511" y="6088"/>
                    <a:pt x="1677" y="6144"/>
                  </a:cubicBezTo>
                  <a:cubicBezTo>
                    <a:pt x="1944" y="6230"/>
                    <a:pt x="2255" y="6254"/>
                    <a:pt x="2572" y="6254"/>
                  </a:cubicBezTo>
                  <a:cubicBezTo>
                    <a:pt x="2993" y="6254"/>
                    <a:pt x="3423" y="6211"/>
                    <a:pt x="3766" y="6211"/>
                  </a:cubicBezTo>
                  <a:lnTo>
                    <a:pt x="7421" y="6211"/>
                  </a:lnTo>
                  <a:cubicBezTo>
                    <a:pt x="8665" y="6211"/>
                    <a:pt x="9954" y="6290"/>
                    <a:pt x="11227" y="6290"/>
                  </a:cubicBezTo>
                  <a:cubicBezTo>
                    <a:pt x="11864" y="6290"/>
                    <a:pt x="12497" y="6270"/>
                    <a:pt x="13119" y="6211"/>
                  </a:cubicBezTo>
                  <a:cubicBezTo>
                    <a:pt x="14420" y="6088"/>
                    <a:pt x="15608" y="5177"/>
                    <a:pt x="15841" y="3844"/>
                  </a:cubicBezTo>
                  <a:cubicBezTo>
                    <a:pt x="15897" y="3511"/>
                    <a:pt x="15886" y="3133"/>
                    <a:pt x="15652" y="2878"/>
                  </a:cubicBezTo>
                  <a:cubicBezTo>
                    <a:pt x="15484" y="2689"/>
                    <a:pt x="15247" y="2619"/>
                    <a:pt x="14990" y="2619"/>
                  </a:cubicBezTo>
                  <a:cubicBezTo>
                    <a:pt x="14704" y="2619"/>
                    <a:pt x="14394" y="2706"/>
                    <a:pt x="14131" y="2811"/>
                  </a:cubicBezTo>
                  <a:cubicBezTo>
                    <a:pt x="13552" y="3041"/>
                    <a:pt x="12928" y="3395"/>
                    <a:pt x="12606" y="3894"/>
                  </a:cubicBezTo>
                  <a:lnTo>
                    <a:pt x="12606" y="3894"/>
                  </a:lnTo>
                  <a:cubicBezTo>
                    <a:pt x="12748" y="3463"/>
                    <a:pt x="12892" y="3032"/>
                    <a:pt x="13030" y="2600"/>
                  </a:cubicBezTo>
                  <a:cubicBezTo>
                    <a:pt x="13186" y="2145"/>
                    <a:pt x="13331" y="1678"/>
                    <a:pt x="13297" y="1190"/>
                  </a:cubicBezTo>
                  <a:cubicBezTo>
                    <a:pt x="13264" y="711"/>
                    <a:pt x="13008" y="212"/>
                    <a:pt x="12553" y="56"/>
                  </a:cubicBezTo>
                  <a:cubicBezTo>
                    <a:pt x="12446" y="18"/>
                    <a:pt x="12338" y="0"/>
                    <a:pt x="12229" y="0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58">
              <a:extLst>
                <a:ext uri="{FF2B5EF4-FFF2-40B4-BE49-F238E27FC236}">
                  <a16:creationId xmlns:a16="http://schemas.microsoft.com/office/drawing/2014/main" id="{0DE4190D-0ADD-B2CB-6C2C-A732A4473F69}"/>
                </a:ext>
              </a:extLst>
            </p:cNvPr>
            <p:cNvSpPr/>
            <p:nvPr/>
          </p:nvSpPr>
          <p:spPr>
            <a:xfrm>
              <a:off x="7335449" y="3510376"/>
              <a:ext cx="1538273" cy="608652"/>
            </a:xfrm>
            <a:custGeom>
              <a:avLst/>
              <a:gdLst/>
              <a:ahLst/>
              <a:cxnLst/>
              <a:rect l="l" t="t" r="r" b="b"/>
              <a:pathLst>
                <a:path w="15897" h="6290" extrusionOk="0">
                  <a:moveTo>
                    <a:pt x="12229" y="0"/>
                  </a:moveTo>
                  <a:cubicBezTo>
                    <a:pt x="11775" y="0"/>
                    <a:pt x="11325" y="308"/>
                    <a:pt x="11020" y="667"/>
                  </a:cubicBezTo>
                  <a:cubicBezTo>
                    <a:pt x="10253" y="1578"/>
                    <a:pt x="10043" y="2822"/>
                    <a:pt x="9853" y="4000"/>
                  </a:cubicBezTo>
                  <a:cubicBezTo>
                    <a:pt x="9876" y="3666"/>
                    <a:pt x="9887" y="3333"/>
                    <a:pt x="9787" y="3022"/>
                  </a:cubicBezTo>
                  <a:cubicBezTo>
                    <a:pt x="9676" y="2711"/>
                    <a:pt x="9421" y="2422"/>
                    <a:pt x="9098" y="2389"/>
                  </a:cubicBezTo>
                  <a:cubicBezTo>
                    <a:pt x="9077" y="2387"/>
                    <a:pt x="9055" y="2386"/>
                    <a:pt x="9034" y="2386"/>
                  </a:cubicBezTo>
                  <a:cubicBezTo>
                    <a:pt x="8715" y="2386"/>
                    <a:pt x="8422" y="2619"/>
                    <a:pt x="8276" y="2900"/>
                  </a:cubicBezTo>
                  <a:cubicBezTo>
                    <a:pt x="8110" y="3200"/>
                    <a:pt x="8076" y="3555"/>
                    <a:pt x="8043" y="3900"/>
                  </a:cubicBezTo>
                  <a:cubicBezTo>
                    <a:pt x="7920" y="3367"/>
                    <a:pt x="8043" y="2678"/>
                    <a:pt x="7565" y="2422"/>
                  </a:cubicBezTo>
                  <a:cubicBezTo>
                    <a:pt x="7476" y="2371"/>
                    <a:pt x="7379" y="2348"/>
                    <a:pt x="7281" y="2348"/>
                  </a:cubicBezTo>
                  <a:cubicBezTo>
                    <a:pt x="7059" y="2348"/>
                    <a:pt x="6830" y="2464"/>
                    <a:pt x="6676" y="2634"/>
                  </a:cubicBezTo>
                  <a:cubicBezTo>
                    <a:pt x="6443" y="2878"/>
                    <a:pt x="6343" y="3200"/>
                    <a:pt x="6243" y="3522"/>
                  </a:cubicBezTo>
                  <a:cubicBezTo>
                    <a:pt x="6177" y="3000"/>
                    <a:pt x="6110" y="2489"/>
                    <a:pt x="6021" y="1978"/>
                  </a:cubicBezTo>
                  <a:cubicBezTo>
                    <a:pt x="5899" y="1267"/>
                    <a:pt x="5676" y="479"/>
                    <a:pt x="5044" y="145"/>
                  </a:cubicBezTo>
                  <a:cubicBezTo>
                    <a:pt x="4856" y="48"/>
                    <a:pt x="4651" y="3"/>
                    <a:pt x="4446" y="3"/>
                  </a:cubicBezTo>
                  <a:cubicBezTo>
                    <a:pt x="4043" y="3"/>
                    <a:pt x="3634" y="173"/>
                    <a:pt x="3333" y="445"/>
                  </a:cubicBezTo>
                  <a:cubicBezTo>
                    <a:pt x="2889" y="867"/>
                    <a:pt x="2655" y="1478"/>
                    <a:pt x="2566" y="2078"/>
                  </a:cubicBezTo>
                  <a:cubicBezTo>
                    <a:pt x="2333" y="1667"/>
                    <a:pt x="1867" y="1390"/>
                    <a:pt x="1388" y="1390"/>
                  </a:cubicBezTo>
                  <a:cubicBezTo>
                    <a:pt x="911" y="1390"/>
                    <a:pt x="445" y="1678"/>
                    <a:pt x="222" y="2089"/>
                  </a:cubicBezTo>
                  <a:cubicBezTo>
                    <a:pt x="23" y="2456"/>
                    <a:pt x="0" y="2889"/>
                    <a:pt x="45" y="3289"/>
                  </a:cubicBezTo>
                  <a:cubicBezTo>
                    <a:pt x="134" y="4222"/>
                    <a:pt x="544" y="5233"/>
                    <a:pt x="1222" y="5888"/>
                  </a:cubicBezTo>
                  <a:cubicBezTo>
                    <a:pt x="1356" y="6011"/>
                    <a:pt x="1511" y="6088"/>
                    <a:pt x="1677" y="6144"/>
                  </a:cubicBezTo>
                  <a:cubicBezTo>
                    <a:pt x="1944" y="6230"/>
                    <a:pt x="2255" y="6254"/>
                    <a:pt x="2572" y="6254"/>
                  </a:cubicBezTo>
                  <a:cubicBezTo>
                    <a:pt x="2993" y="6254"/>
                    <a:pt x="3423" y="6211"/>
                    <a:pt x="3766" y="6211"/>
                  </a:cubicBezTo>
                  <a:lnTo>
                    <a:pt x="7421" y="6211"/>
                  </a:lnTo>
                  <a:cubicBezTo>
                    <a:pt x="8665" y="6211"/>
                    <a:pt x="9954" y="6290"/>
                    <a:pt x="11227" y="6290"/>
                  </a:cubicBezTo>
                  <a:cubicBezTo>
                    <a:pt x="11864" y="6290"/>
                    <a:pt x="12497" y="6270"/>
                    <a:pt x="13119" y="6211"/>
                  </a:cubicBezTo>
                  <a:cubicBezTo>
                    <a:pt x="14420" y="6088"/>
                    <a:pt x="15608" y="5177"/>
                    <a:pt x="15841" y="3844"/>
                  </a:cubicBezTo>
                  <a:cubicBezTo>
                    <a:pt x="15897" y="3511"/>
                    <a:pt x="15886" y="3133"/>
                    <a:pt x="15652" y="2878"/>
                  </a:cubicBezTo>
                  <a:cubicBezTo>
                    <a:pt x="15484" y="2689"/>
                    <a:pt x="15247" y="2619"/>
                    <a:pt x="14990" y="2619"/>
                  </a:cubicBezTo>
                  <a:cubicBezTo>
                    <a:pt x="14704" y="2619"/>
                    <a:pt x="14394" y="2706"/>
                    <a:pt x="14131" y="2811"/>
                  </a:cubicBezTo>
                  <a:cubicBezTo>
                    <a:pt x="13552" y="3041"/>
                    <a:pt x="12928" y="3395"/>
                    <a:pt x="12606" y="3894"/>
                  </a:cubicBezTo>
                  <a:lnTo>
                    <a:pt x="12606" y="3894"/>
                  </a:lnTo>
                  <a:cubicBezTo>
                    <a:pt x="12748" y="3463"/>
                    <a:pt x="12892" y="3032"/>
                    <a:pt x="13030" y="2600"/>
                  </a:cubicBezTo>
                  <a:cubicBezTo>
                    <a:pt x="13186" y="2145"/>
                    <a:pt x="13331" y="1678"/>
                    <a:pt x="13297" y="1190"/>
                  </a:cubicBezTo>
                  <a:cubicBezTo>
                    <a:pt x="13264" y="711"/>
                    <a:pt x="13008" y="212"/>
                    <a:pt x="12553" y="56"/>
                  </a:cubicBezTo>
                  <a:cubicBezTo>
                    <a:pt x="12446" y="18"/>
                    <a:pt x="12338" y="0"/>
                    <a:pt x="12229" y="0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75" name="Google Shape;1875;p58">
            <a:extLst>
              <a:ext uri="{FF2B5EF4-FFF2-40B4-BE49-F238E27FC236}">
                <a16:creationId xmlns:a16="http://schemas.microsoft.com/office/drawing/2014/main" id="{6EB8D0C9-C3FB-C3C4-9D42-19FA15CA621E}"/>
              </a:ext>
            </a:extLst>
          </p:cNvPr>
          <p:cNvSpPr/>
          <p:nvPr/>
        </p:nvSpPr>
        <p:spPr>
          <a:xfrm>
            <a:off x="1513763" y="404875"/>
            <a:ext cx="6116475" cy="843325"/>
          </a:xfrm>
          <a:custGeom>
            <a:avLst/>
            <a:gdLst/>
            <a:ahLst/>
            <a:cxnLst/>
            <a:rect l="l" t="t" r="r" b="b"/>
            <a:pathLst>
              <a:path w="244659" h="33733" extrusionOk="0">
                <a:moveTo>
                  <a:pt x="3896" y="4933"/>
                </a:moveTo>
                <a:lnTo>
                  <a:pt x="9611" y="0"/>
                </a:lnTo>
                <a:lnTo>
                  <a:pt x="97335" y="648"/>
                </a:lnTo>
                <a:lnTo>
                  <a:pt x="175247" y="1214"/>
                </a:lnTo>
                <a:lnTo>
                  <a:pt x="239843" y="931"/>
                </a:lnTo>
                <a:lnTo>
                  <a:pt x="244376" y="6881"/>
                </a:lnTo>
                <a:lnTo>
                  <a:pt x="244659" y="21330"/>
                </a:lnTo>
                <a:lnTo>
                  <a:pt x="240693" y="28979"/>
                </a:lnTo>
                <a:lnTo>
                  <a:pt x="235027" y="32946"/>
                </a:lnTo>
                <a:lnTo>
                  <a:pt x="164481" y="32946"/>
                </a:lnTo>
                <a:lnTo>
                  <a:pt x="91102" y="32662"/>
                </a:lnTo>
                <a:lnTo>
                  <a:pt x="11169" y="33733"/>
                </a:lnTo>
                <a:lnTo>
                  <a:pt x="2858" y="28482"/>
                </a:lnTo>
                <a:lnTo>
                  <a:pt x="0" y="13844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5400000" algn="bl" rotWithShape="0">
              <a:srgbClr val="9A80C1">
                <a:alpha val="8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76" name="Google Shape;1876;p58">
            <a:extLst>
              <a:ext uri="{FF2B5EF4-FFF2-40B4-BE49-F238E27FC236}">
                <a16:creationId xmlns:a16="http://schemas.microsoft.com/office/drawing/2014/main" id="{FBA4211E-2220-BF54-16E1-AC5386194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Vocabulary</a:t>
            </a:r>
            <a:r>
              <a:rPr lang="pl-PL" dirty="0"/>
              <a:t> Analysis</a:t>
            </a:r>
            <a:endParaRPr dirty="0"/>
          </a:p>
        </p:txBody>
      </p:sp>
      <p:sp>
        <p:nvSpPr>
          <p:cNvPr id="1877" name="Google Shape;1877;p58">
            <a:extLst>
              <a:ext uri="{FF2B5EF4-FFF2-40B4-BE49-F238E27FC236}">
                <a16:creationId xmlns:a16="http://schemas.microsoft.com/office/drawing/2014/main" id="{F037925A-39A4-B4C2-AD3E-C5DD8B55C67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35671" y="1705845"/>
            <a:ext cx="2919600" cy="27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Analyzed top 20 most frequent words.</a:t>
            </a:r>
            <a:endParaRPr lang="pl-PL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Observation: High frequency of standard </a:t>
            </a:r>
            <a:r>
              <a:rPr lang="en-US" dirty="0" err="1"/>
              <a:t>stopwords</a:t>
            </a:r>
            <a:r>
              <a:rPr lang="en-US" dirty="0"/>
              <a:t> ("the", "and", "was") confirmed the need for strict </a:t>
            </a:r>
            <a:r>
              <a:rPr lang="en-US" dirty="0" err="1"/>
              <a:t>stopword</a:t>
            </a:r>
            <a:r>
              <a:rPr lang="en-US" dirty="0"/>
              <a:t> removal in the modeling phase.</a:t>
            </a:r>
            <a:endParaRPr dirty="0"/>
          </a:p>
        </p:txBody>
      </p:sp>
      <p:grpSp>
        <p:nvGrpSpPr>
          <p:cNvPr id="1878" name="Google Shape;1878;p58">
            <a:extLst>
              <a:ext uri="{FF2B5EF4-FFF2-40B4-BE49-F238E27FC236}">
                <a16:creationId xmlns:a16="http://schemas.microsoft.com/office/drawing/2014/main" id="{C7237C79-80F3-E2E3-7FF8-2D1C0344494E}"/>
              </a:ext>
            </a:extLst>
          </p:cNvPr>
          <p:cNvGrpSpPr/>
          <p:nvPr/>
        </p:nvGrpSpPr>
        <p:grpSpPr>
          <a:xfrm>
            <a:off x="3678979" y="1414700"/>
            <a:ext cx="4838003" cy="3323925"/>
            <a:chOff x="4368575" y="1866375"/>
            <a:chExt cx="3814500" cy="2312100"/>
          </a:xfrm>
        </p:grpSpPr>
        <p:sp>
          <p:nvSpPr>
            <p:cNvPr id="1879" name="Google Shape;1879;p58">
              <a:extLst>
                <a:ext uri="{FF2B5EF4-FFF2-40B4-BE49-F238E27FC236}">
                  <a16:creationId xmlns:a16="http://schemas.microsoft.com/office/drawing/2014/main" id="{1B3DDA30-F80B-843A-12C9-C02944CB1859}"/>
                </a:ext>
              </a:extLst>
            </p:cNvPr>
            <p:cNvSpPr/>
            <p:nvPr/>
          </p:nvSpPr>
          <p:spPr>
            <a:xfrm>
              <a:off x="4571875" y="1866375"/>
              <a:ext cx="3407700" cy="2100900"/>
            </a:xfrm>
            <a:prstGeom prst="round2SameRect">
              <a:avLst>
                <a:gd name="adj1" fmla="val 3947"/>
                <a:gd name="adj2" fmla="val 0"/>
              </a:avLst>
            </a:prstGeom>
            <a:solidFill>
              <a:schemeClr val="accent5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9050" dir="9120000" algn="bl" rotWithShape="0">
                <a:schemeClr val="accent6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58">
              <a:extLst>
                <a:ext uri="{FF2B5EF4-FFF2-40B4-BE49-F238E27FC236}">
                  <a16:creationId xmlns:a16="http://schemas.microsoft.com/office/drawing/2014/main" id="{EDE2FC3F-6DC0-7185-2EFB-2B939AD46869}"/>
                </a:ext>
              </a:extLst>
            </p:cNvPr>
            <p:cNvSpPr/>
            <p:nvPr/>
          </p:nvSpPr>
          <p:spPr>
            <a:xfrm>
              <a:off x="4368575" y="3967275"/>
              <a:ext cx="3814500" cy="211200"/>
            </a:xfrm>
            <a:prstGeom prst="round2SameRect">
              <a:avLst>
                <a:gd name="adj1" fmla="val 3947"/>
                <a:gd name="adj2" fmla="val 25197"/>
              </a:avLst>
            </a:prstGeom>
            <a:solidFill>
              <a:schemeClr val="accent4"/>
            </a:solidFill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dist="19050" dir="9120000" algn="bl" rotWithShape="0">
                <a:schemeClr val="accent6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82" name="Google Shape;1882;p58">
            <a:extLst>
              <a:ext uri="{FF2B5EF4-FFF2-40B4-BE49-F238E27FC236}">
                <a16:creationId xmlns:a16="http://schemas.microsoft.com/office/drawing/2014/main" id="{3C6BAA9A-1A3B-3FEF-0985-D7462D1300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t="-1212" b="5729"/>
          <a:stretch>
            <a:fillRect/>
          </a:stretch>
        </p:blipFill>
        <p:spPr>
          <a:xfrm>
            <a:off x="4088585" y="1552469"/>
            <a:ext cx="3998629" cy="2744759"/>
          </a:xfrm>
          <a:prstGeom prst="round2SameRect">
            <a:avLst>
              <a:gd name="adj1" fmla="val 3652"/>
              <a:gd name="adj2" fmla="val 0"/>
            </a:avLst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240573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1">
          <a:extLst>
            <a:ext uri="{FF2B5EF4-FFF2-40B4-BE49-F238E27FC236}">
              <a16:creationId xmlns:a16="http://schemas.microsoft.com/office/drawing/2014/main" id="{F259E7CE-41CB-5213-A702-3410279A1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2" name="Google Shape;1872;p58">
            <a:extLst>
              <a:ext uri="{FF2B5EF4-FFF2-40B4-BE49-F238E27FC236}">
                <a16:creationId xmlns:a16="http://schemas.microsoft.com/office/drawing/2014/main" id="{315455C4-F8E3-55EF-E1B9-AE28CE8C2C43}"/>
              </a:ext>
            </a:extLst>
          </p:cNvPr>
          <p:cNvGrpSpPr/>
          <p:nvPr/>
        </p:nvGrpSpPr>
        <p:grpSpPr>
          <a:xfrm>
            <a:off x="3319449" y="1590901"/>
            <a:ext cx="5554273" cy="2528127"/>
            <a:chOff x="3319449" y="1590901"/>
            <a:chExt cx="5554273" cy="2528127"/>
          </a:xfrm>
        </p:grpSpPr>
        <p:sp>
          <p:nvSpPr>
            <p:cNvPr id="1873" name="Google Shape;1873;p58">
              <a:extLst>
                <a:ext uri="{FF2B5EF4-FFF2-40B4-BE49-F238E27FC236}">
                  <a16:creationId xmlns:a16="http://schemas.microsoft.com/office/drawing/2014/main" id="{1A4B188C-BC86-679B-1569-C8F3C7D84F6F}"/>
                </a:ext>
              </a:extLst>
            </p:cNvPr>
            <p:cNvSpPr/>
            <p:nvPr/>
          </p:nvSpPr>
          <p:spPr>
            <a:xfrm>
              <a:off x="3319449" y="1590901"/>
              <a:ext cx="1538273" cy="608652"/>
            </a:xfrm>
            <a:custGeom>
              <a:avLst/>
              <a:gdLst/>
              <a:ahLst/>
              <a:cxnLst/>
              <a:rect l="l" t="t" r="r" b="b"/>
              <a:pathLst>
                <a:path w="15897" h="6290" extrusionOk="0">
                  <a:moveTo>
                    <a:pt x="12229" y="0"/>
                  </a:moveTo>
                  <a:cubicBezTo>
                    <a:pt x="11775" y="0"/>
                    <a:pt x="11325" y="308"/>
                    <a:pt x="11020" y="667"/>
                  </a:cubicBezTo>
                  <a:cubicBezTo>
                    <a:pt x="10253" y="1578"/>
                    <a:pt x="10043" y="2822"/>
                    <a:pt x="9853" y="4000"/>
                  </a:cubicBezTo>
                  <a:cubicBezTo>
                    <a:pt x="9876" y="3666"/>
                    <a:pt x="9887" y="3333"/>
                    <a:pt x="9787" y="3022"/>
                  </a:cubicBezTo>
                  <a:cubicBezTo>
                    <a:pt x="9676" y="2711"/>
                    <a:pt x="9421" y="2422"/>
                    <a:pt x="9098" y="2389"/>
                  </a:cubicBezTo>
                  <a:cubicBezTo>
                    <a:pt x="9077" y="2387"/>
                    <a:pt x="9055" y="2386"/>
                    <a:pt x="9034" y="2386"/>
                  </a:cubicBezTo>
                  <a:cubicBezTo>
                    <a:pt x="8715" y="2386"/>
                    <a:pt x="8422" y="2619"/>
                    <a:pt x="8276" y="2900"/>
                  </a:cubicBezTo>
                  <a:cubicBezTo>
                    <a:pt x="8110" y="3200"/>
                    <a:pt x="8076" y="3555"/>
                    <a:pt x="8043" y="3900"/>
                  </a:cubicBezTo>
                  <a:cubicBezTo>
                    <a:pt x="7920" y="3367"/>
                    <a:pt x="8043" y="2678"/>
                    <a:pt x="7565" y="2422"/>
                  </a:cubicBezTo>
                  <a:cubicBezTo>
                    <a:pt x="7476" y="2371"/>
                    <a:pt x="7379" y="2348"/>
                    <a:pt x="7281" y="2348"/>
                  </a:cubicBezTo>
                  <a:cubicBezTo>
                    <a:pt x="7059" y="2348"/>
                    <a:pt x="6830" y="2464"/>
                    <a:pt x="6676" y="2634"/>
                  </a:cubicBezTo>
                  <a:cubicBezTo>
                    <a:pt x="6443" y="2878"/>
                    <a:pt x="6343" y="3200"/>
                    <a:pt x="6243" y="3522"/>
                  </a:cubicBezTo>
                  <a:cubicBezTo>
                    <a:pt x="6177" y="3000"/>
                    <a:pt x="6110" y="2489"/>
                    <a:pt x="6021" y="1978"/>
                  </a:cubicBezTo>
                  <a:cubicBezTo>
                    <a:pt x="5899" y="1267"/>
                    <a:pt x="5676" y="479"/>
                    <a:pt x="5044" y="145"/>
                  </a:cubicBezTo>
                  <a:cubicBezTo>
                    <a:pt x="4856" y="48"/>
                    <a:pt x="4651" y="3"/>
                    <a:pt x="4446" y="3"/>
                  </a:cubicBezTo>
                  <a:cubicBezTo>
                    <a:pt x="4043" y="3"/>
                    <a:pt x="3634" y="173"/>
                    <a:pt x="3333" y="445"/>
                  </a:cubicBezTo>
                  <a:cubicBezTo>
                    <a:pt x="2889" y="867"/>
                    <a:pt x="2655" y="1478"/>
                    <a:pt x="2566" y="2078"/>
                  </a:cubicBezTo>
                  <a:cubicBezTo>
                    <a:pt x="2333" y="1667"/>
                    <a:pt x="1867" y="1390"/>
                    <a:pt x="1388" y="1390"/>
                  </a:cubicBezTo>
                  <a:cubicBezTo>
                    <a:pt x="911" y="1390"/>
                    <a:pt x="445" y="1678"/>
                    <a:pt x="222" y="2089"/>
                  </a:cubicBezTo>
                  <a:cubicBezTo>
                    <a:pt x="23" y="2456"/>
                    <a:pt x="0" y="2889"/>
                    <a:pt x="45" y="3289"/>
                  </a:cubicBezTo>
                  <a:cubicBezTo>
                    <a:pt x="134" y="4222"/>
                    <a:pt x="544" y="5233"/>
                    <a:pt x="1222" y="5888"/>
                  </a:cubicBezTo>
                  <a:cubicBezTo>
                    <a:pt x="1356" y="6011"/>
                    <a:pt x="1511" y="6088"/>
                    <a:pt x="1677" y="6144"/>
                  </a:cubicBezTo>
                  <a:cubicBezTo>
                    <a:pt x="1944" y="6230"/>
                    <a:pt x="2255" y="6254"/>
                    <a:pt x="2572" y="6254"/>
                  </a:cubicBezTo>
                  <a:cubicBezTo>
                    <a:pt x="2993" y="6254"/>
                    <a:pt x="3423" y="6211"/>
                    <a:pt x="3766" y="6211"/>
                  </a:cubicBezTo>
                  <a:lnTo>
                    <a:pt x="7421" y="6211"/>
                  </a:lnTo>
                  <a:cubicBezTo>
                    <a:pt x="8665" y="6211"/>
                    <a:pt x="9954" y="6290"/>
                    <a:pt x="11227" y="6290"/>
                  </a:cubicBezTo>
                  <a:cubicBezTo>
                    <a:pt x="11864" y="6290"/>
                    <a:pt x="12497" y="6270"/>
                    <a:pt x="13119" y="6211"/>
                  </a:cubicBezTo>
                  <a:cubicBezTo>
                    <a:pt x="14420" y="6088"/>
                    <a:pt x="15608" y="5177"/>
                    <a:pt x="15841" y="3844"/>
                  </a:cubicBezTo>
                  <a:cubicBezTo>
                    <a:pt x="15897" y="3511"/>
                    <a:pt x="15886" y="3133"/>
                    <a:pt x="15652" y="2878"/>
                  </a:cubicBezTo>
                  <a:cubicBezTo>
                    <a:pt x="15484" y="2689"/>
                    <a:pt x="15247" y="2619"/>
                    <a:pt x="14990" y="2619"/>
                  </a:cubicBezTo>
                  <a:cubicBezTo>
                    <a:pt x="14704" y="2619"/>
                    <a:pt x="14394" y="2706"/>
                    <a:pt x="14131" y="2811"/>
                  </a:cubicBezTo>
                  <a:cubicBezTo>
                    <a:pt x="13552" y="3041"/>
                    <a:pt x="12928" y="3395"/>
                    <a:pt x="12606" y="3894"/>
                  </a:cubicBezTo>
                  <a:lnTo>
                    <a:pt x="12606" y="3894"/>
                  </a:lnTo>
                  <a:cubicBezTo>
                    <a:pt x="12748" y="3463"/>
                    <a:pt x="12892" y="3032"/>
                    <a:pt x="13030" y="2600"/>
                  </a:cubicBezTo>
                  <a:cubicBezTo>
                    <a:pt x="13186" y="2145"/>
                    <a:pt x="13331" y="1678"/>
                    <a:pt x="13297" y="1190"/>
                  </a:cubicBezTo>
                  <a:cubicBezTo>
                    <a:pt x="13264" y="711"/>
                    <a:pt x="13008" y="212"/>
                    <a:pt x="12553" y="56"/>
                  </a:cubicBezTo>
                  <a:cubicBezTo>
                    <a:pt x="12446" y="18"/>
                    <a:pt x="12338" y="0"/>
                    <a:pt x="12229" y="0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58">
              <a:extLst>
                <a:ext uri="{FF2B5EF4-FFF2-40B4-BE49-F238E27FC236}">
                  <a16:creationId xmlns:a16="http://schemas.microsoft.com/office/drawing/2014/main" id="{5FEF227C-694B-FC70-D153-7A29220DAD11}"/>
                </a:ext>
              </a:extLst>
            </p:cNvPr>
            <p:cNvSpPr/>
            <p:nvPr/>
          </p:nvSpPr>
          <p:spPr>
            <a:xfrm>
              <a:off x="7335449" y="3510376"/>
              <a:ext cx="1538273" cy="608652"/>
            </a:xfrm>
            <a:custGeom>
              <a:avLst/>
              <a:gdLst/>
              <a:ahLst/>
              <a:cxnLst/>
              <a:rect l="l" t="t" r="r" b="b"/>
              <a:pathLst>
                <a:path w="15897" h="6290" extrusionOk="0">
                  <a:moveTo>
                    <a:pt x="12229" y="0"/>
                  </a:moveTo>
                  <a:cubicBezTo>
                    <a:pt x="11775" y="0"/>
                    <a:pt x="11325" y="308"/>
                    <a:pt x="11020" y="667"/>
                  </a:cubicBezTo>
                  <a:cubicBezTo>
                    <a:pt x="10253" y="1578"/>
                    <a:pt x="10043" y="2822"/>
                    <a:pt x="9853" y="4000"/>
                  </a:cubicBezTo>
                  <a:cubicBezTo>
                    <a:pt x="9876" y="3666"/>
                    <a:pt x="9887" y="3333"/>
                    <a:pt x="9787" y="3022"/>
                  </a:cubicBezTo>
                  <a:cubicBezTo>
                    <a:pt x="9676" y="2711"/>
                    <a:pt x="9421" y="2422"/>
                    <a:pt x="9098" y="2389"/>
                  </a:cubicBezTo>
                  <a:cubicBezTo>
                    <a:pt x="9077" y="2387"/>
                    <a:pt x="9055" y="2386"/>
                    <a:pt x="9034" y="2386"/>
                  </a:cubicBezTo>
                  <a:cubicBezTo>
                    <a:pt x="8715" y="2386"/>
                    <a:pt x="8422" y="2619"/>
                    <a:pt x="8276" y="2900"/>
                  </a:cubicBezTo>
                  <a:cubicBezTo>
                    <a:pt x="8110" y="3200"/>
                    <a:pt x="8076" y="3555"/>
                    <a:pt x="8043" y="3900"/>
                  </a:cubicBezTo>
                  <a:cubicBezTo>
                    <a:pt x="7920" y="3367"/>
                    <a:pt x="8043" y="2678"/>
                    <a:pt x="7565" y="2422"/>
                  </a:cubicBezTo>
                  <a:cubicBezTo>
                    <a:pt x="7476" y="2371"/>
                    <a:pt x="7379" y="2348"/>
                    <a:pt x="7281" y="2348"/>
                  </a:cubicBezTo>
                  <a:cubicBezTo>
                    <a:pt x="7059" y="2348"/>
                    <a:pt x="6830" y="2464"/>
                    <a:pt x="6676" y="2634"/>
                  </a:cubicBezTo>
                  <a:cubicBezTo>
                    <a:pt x="6443" y="2878"/>
                    <a:pt x="6343" y="3200"/>
                    <a:pt x="6243" y="3522"/>
                  </a:cubicBezTo>
                  <a:cubicBezTo>
                    <a:pt x="6177" y="3000"/>
                    <a:pt x="6110" y="2489"/>
                    <a:pt x="6021" y="1978"/>
                  </a:cubicBezTo>
                  <a:cubicBezTo>
                    <a:pt x="5899" y="1267"/>
                    <a:pt x="5676" y="479"/>
                    <a:pt x="5044" y="145"/>
                  </a:cubicBezTo>
                  <a:cubicBezTo>
                    <a:pt x="4856" y="48"/>
                    <a:pt x="4651" y="3"/>
                    <a:pt x="4446" y="3"/>
                  </a:cubicBezTo>
                  <a:cubicBezTo>
                    <a:pt x="4043" y="3"/>
                    <a:pt x="3634" y="173"/>
                    <a:pt x="3333" y="445"/>
                  </a:cubicBezTo>
                  <a:cubicBezTo>
                    <a:pt x="2889" y="867"/>
                    <a:pt x="2655" y="1478"/>
                    <a:pt x="2566" y="2078"/>
                  </a:cubicBezTo>
                  <a:cubicBezTo>
                    <a:pt x="2333" y="1667"/>
                    <a:pt x="1867" y="1390"/>
                    <a:pt x="1388" y="1390"/>
                  </a:cubicBezTo>
                  <a:cubicBezTo>
                    <a:pt x="911" y="1390"/>
                    <a:pt x="445" y="1678"/>
                    <a:pt x="222" y="2089"/>
                  </a:cubicBezTo>
                  <a:cubicBezTo>
                    <a:pt x="23" y="2456"/>
                    <a:pt x="0" y="2889"/>
                    <a:pt x="45" y="3289"/>
                  </a:cubicBezTo>
                  <a:cubicBezTo>
                    <a:pt x="134" y="4222"/>
                    <a:pt x="544" y="5233"/>
                    <a:pt x="1222" y="5888"/>
                  </a:cubicBezTo>
                  <a:cubicBezTo>
                    <a:pt x="1356" y="6011"/>
                    <a:pt x="1511" y="6088"/>
                    <a:pt x="1677" y="6144"/>
                  </a:cubicBezTo>
                  <a:cubicBezTo>
                    <a:pt x="1944" y="6230"/>
                    <a:pt x="2255" y="6254"/>
                    <a:pt x="2572" y="6254"/>
                  </a:cubicBezTo>
                  <a:cubicBezTo>
                    <a:pt x="2993" y="6254"/>
                    <a:pt x="3423" y="6211"/>
                    <a:pt x="3766" y="6211"/>
                  </a:cubicBezTo>
                  <a:lnTo>
                    <a:pt x="7421" y="6211"/>
                  </a:lnTo>
                  <a:cubicBezTo>
                    <a:pt x="8665" y="6211"/>
                    <a:pt x="9954" y="6290"/>
                    <a:pt x="11227" y="6290"/>
                  </a:cubicBezTo>
                  <a:cubicBezTo>
                    <a:pt x="11864" y="6290"/>
                    <a:pt x="12497" y="6270"/>
                    <a:pt x="13119" y="6211"/>
                  </a:cubicBezTo>
                  <a:cubicBezTo>
                    <a:pt x="14420" y="6088"/>
                    <a:pt x="15608" y="5177"/>
                    <a:pt x="15841" y="3844"/>
                  </a:cubicBezTo>
                  <a:cubicBezTo>
                    <a:pt x="15897" y="3511"/>
                    <a:pt x="15886" y="3133"/>
                    <a:pt x="15652" y="2878"/>
                  </a:cubicBezTo>
                  <a:cubicBezTo>
                    <a:pt x="15484" y="2689"/>
                    <a:pt x="15247" y="2619"/>
                    <a:pt x="14990" y="2619"/>
                  </a:cubicBezTo>
                  <a:cubicBezTo>
                    <a:pt x="14704" y="2619"/>
                    <a:pt x="14394" y="2706"/>
                    <a:pt x="14131" y="2811"/>
                  </a:cubicBezTo>
                  <a:cubicBezTo>
                    <a:pt x="13552" y="3041"/>
                    <a:pt x="12928" y="3395"/>
                    <a:pt x="12606" y="3894"/>
                  </a:cubicBezTo>
                  <a:lnTo>
                    <a:pt x="12606" y="3894"/>
                  </a:lnTo>
                  <a:cubicBezTo>
                    <a:pt x="12748" y="3463"/>
                    <a:pt x="12892" y="3032"/>
                    <a:pt x="13030" y="2600"/>
                  </a:cubicBezTo>
                  <a:cubicBezTo>
                    <a:pt x="13186" y="2145"/>
                    <a:pt x="13331" y="1678"/>
                    <a:pt x="13297" y="1190"/>
                  </a:cubicBezTo>
                  <a:cubicBezTo>
                    <a:pt x="13264" y="711"/>
                    <a:pt x="13008" y="212"/>
                    <a:pt x="12553" y="56"/>
                  </a:cubicBezTo>
                  <a:cubicBezTo>
                    <a:pt x="12446" y="18"/>
                    <a:pt x="12338" y="0"/>
                    <a:pt x="12229" y="0"/>
                  </a:cubicBezTo>
                  <a:close/>
                </a:path>
              </a:pathLst>
            </a:custGeom>
            <a:solidFill>
              <a:srgbClr val="FFFFFF">
                <a:alpha val="656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75" name="Google Shape;1875;p58">
            <a:extLst>
              <a:ext uri="{FF2B5EF4-FFF2-40B4-BE49-F238E27FC236}">
                <a16:creationId xmlns:a16="http://schemas.microsoft.com/office/drawing/2014/main" id="{E5AB5CBC-E8E8-3097-DDE9-55A34B54E9F7}"/>
              </a:ext>
            </a:extLst>
          </p:cNvPr>
          <p:cNvSpPr/>
          <p:nvPr/>
        </p:nvSpPr>
        <p:spPr>
          <a:xfrm>
            <a:off x="931869" y="417794"/>
            <a:ext cx="7172716" cy="843325"/>
          </a:xfrm>
          <a:custGeom>
            <a:avLst/>
            <a:gdLst/>
            <a:ahLst/>
            <a:cxnLst/>
            <a:rect l="l" t="t" r="r" b="b"/>
            <a:pathLst>
              <a:path w="244659" h="33733" extrusionOk="0">
                <a:moveTo>
                  <a:pt x="3896" y="4933"/>
                </a:moveTo>
                <a:lnTo>
                  <a:pt x="9611" y="0"/>
                </a:lnTo>
                <a:lnTo>
                  <a:pt x="97335" y="648"/>
                </a:lnTo>
                <a:lnTo>
                  <a:pt x="175247" y="1214"/>
                </a:lnTo>
                <a:lnTo>
                  <a:pt x="239843" y="931"/>
                </a:lnTo>
                <a:lnTo>
                  <a:pt x="244376" y="6881"/>
                </a:lnTo>
                <a:lnTo>
                  <a:pt x="244659" y="21330"/>
                </a:lnTo>
                <a:lnTo>
                  <a:pt x="240693" y="28979"/>
                </a:lnTo>
                <a:lnTo>
                  <a:pt x="235027" y="32946"/>
                </a:lnTo>
                <a:lnTo>
                  <a:pt x="164481" y="32946"/>
                </a:lnTo>
                <a:lnTo>
                  <a:pt x="91102" y="32662"/>
                </a:lnTo>
                <a:lnTo>
                  <a:pt x="11169" y="33733"/>
                </a:lnTo>
                <a:lnTo>
                  <a:pt x="2858" y="28482"/>
                </a:lnTo>
                <a:lnTo>
                  <a:pt x="0" y="13844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5400000" algn="bl" rotWithShape="0">
              <a:srgbClr val="9A80C1">
                <a:alpha val="8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76" name="Google Shape;1876;p58">
            <a:extLst>
              <a:ext uri="{FF2B5EF4-FFF2-40B4-BE49-F238E27FC236}">
                <a16:creationId xmlns:a16="http://schemas.microsoft.com/office/drawing/2014/main" id="{744D37EB-1234-EE05-A8F8-30A79BCA26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Vocabulary</a:t>
            </a:r>
            <a:r>
              <a:rPr lang="pl-PL" dirty="0"/>
              <a:t> Analysis </a:t>
            </a:r>
            <a:r>
              <a:rPr lang="pl-PL" dirty="0" err="1"/>
              <a:t>After</a:t>
            </a:r>
            <a:r>
              <a:rPr lang="pl-PL" dirty="0"/>
              <a:t> </a:t>
            </a:r>
            <a:r>
              <a:rPr lang="pl-PL" dirty="0" err="1"/>
              <a:t>Cleaning</a:t>
            </a:r>
            <a:endParaRPr dirty="0"/>
          </a:p>
        </p:txBody>
      </p:sp>
      <p:pic>
        <p:nvPicPr>
          <p:cNvPr id="9" name="Obraz 8" descr="Obraz zawierający tekst, gazeta, Czcionka, zrzut ekranu&#10;&#10;Zawartość wygenerowana przez AI może być niepoprawna.">
            <a:extLst>
              <a:ext uri="{FF2B5EF4-FFF2-40B4-BE49-F238E27FC236}">
                <a16:creationId xmlns:a16="http://schemas.microsoft.com/office/drawing/2014/main" id="{2FBA13F3-335D-0950-5360-3EC4CD1BB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577" y="1468736"/>
            <a:ext cx="6474845" cy="34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545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6">
          <a:extLst>
            <a:ext uri="{FF2B5EF4-FFF2-40B4-BE49-F238E27FC236}">
              <a16:creationId xmlns:a16="http://schemas.microsoft.com/office/drawing/2014/main" id="{8BF542DD-62F8-478E-CFFF-909576B06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7" name="Google Shape;1427;p49">
            <a:extLst>
              <a:ext uri="{FF2B5EF4-FFF2-40B4-BE49-F238E27FC236}">
                <a16:creationId xmlns:a16="http://schemas.microsoft.com/office/drawing/2014/main" id="{A1E1BE10-7508-3E51-9EAC-1EBDD8BF9D28}"/>
              </a:ext>
            </a:extLst>
          </p:cNvPr>
          <p:cNvCxnSpPr/>
          <p:nvPr/>
        </p:nvCxnSpPr>
        <p:spPr>
          <a:xfrm>
            <a:off x="2085875" y="2597350"/>
            <a:ext cx="1164600" cy="10005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428" name="Google Shape;1428;p49">
            <a:extLst>
              <a:ext uri="{FF2B5EF4-FFF2-40B4-BE49-F238E27FC236}">
                <a16:creationId xmlns:a16="http://schemas.microsoft.com/office/drawing/2014/main" id="{482A63D2-25FB-8B55-89EF-77812C3BEFDE}"/>
              </a:ext>
            </a:extLst>
          </p:cNvPr>
          <p:cNvCxnSpPr/>
          <p:nvPr/>
        </p:nvCxnSpPr>
        <p:spPr>
          <a:xfrm flipH="1">
            <a:off x="3990300" y="2597350"/>
            <a:ext cx="1164600" cy="10005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429" name="Google Shape;1429;p49">
            <a:extLst>
              <a:ext uri="{FF2B5EF4-FFF2-40B4-BE49-F238E27FC236}">
                <a16:creationId xmlns:a16="http://schemas.microsoft.com/office/drawing/2014/main" id="{9F5B6B8F-E9C2-DAF7-BF21-CF3B610D37C6}"/>
              </a:ext>
            </a:extLst>
          </p:cNvPr>
          <p:cNvCxnSpPr/>
          <p:nvPr/>
        </p:nvCxnSpPr>
        <p:spPr>
          <a:xfrm>
            <a:off x="5894725" y="2597350"/>
            <a:ext cx="1164600" cy="10005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430" name="Google Shape;1430;p49">
            <a:extLst>
              <a:ext uri="{FF2B5EF4-FFF2-40B4-BE49-F238E27FC236}">
                <a16:creationId xmlns:a16="http://schemas.microsoft.com/office/drawing/2014/main" id="{F22C4C50-A500-A280-5E1C-740A0B4B1EF7}"/>
              </a:ext>
            </a:extLst>
          </p:cNvPr>
          <p:cNvSpPr/>
          <p:nvPr/>
        </p:nvSpPr>
        <p:spPr>
          <a:xfrm>
            <a:off x="1513763" y="404875"/>
            <a:ext cx="6116475" cy="843325"/>
          </a:xfrm>
          <a:custGeom>
            <a:avLst/>
            <a:gdLst/>
            <a:ahLst/>
            <a:cxnLst/>
            <a:rect l="l" t="t" r="r" b="b"/>
            <a:pathLst>
              <a:path w="244659" h="33733" extrusionOk="0">
                <a:moveTo>
                  <a:pt x="3896" y="4933"/>
                </a:moveTo>
                <a:lnTo>
                  <a:pt x="9611" y="0"/>
                </a:lnTo>
                <a:lnTo>
                  <a:pt x="97335" y="648"/>
                </a:lnTo>
                <a:lnTo>
                  <a:pt x="175247" y="1214"/>
                </a:lnTo>
                <a:lnTo>
                  <a:pt x="239843" y="931"/>
                </a:lnTo>
                <a:lnTo>
                  <a:pt x="244376" y="6881"/>
                </a:lnTo>
                <a:lnTo>
                  <a:pt x="244659" y="21330"/>
                </a:lnTo>
                <a:lnTo>
                  <a:pt x="240693" y="28979"/>
                </a:lnTo>
                <a:lnTo>
                  <a:pt x="235027" y="32946"/>
                </a:lnTo>
                <a:lnTo>
                  <a:pt x="164481" y="32946"/>
                </a:lnTo>
                <a:lnTo>
                  <a:pt x="91102" y="32662"/>
                </a:lnTo>
                <a:lnTo>
                  <a:pt x="11169" y="33733"/>
                </a:lnTo>
                <a:lnTo>
                  <a:pt x="2858" y="28482"/>
                </a:lnTo>
                <a:lnTo>
                  <a:pt x="0" y="13844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5400000" algn="bl" rotWithShape="0">
              <a:srgbClr val="9A80C1">
                <a:alpha val="8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31" name="Google Shape;1431;p49">
            <a:extLst>
              <a:ext uri="{FF2B5EF4-FFF2-40B4-BE49-F238E27FC236}">
                <a16:creationId xmlns:a16="http://schemas.microsoft.com/office/drawing/2014/main" id="{FFC2E537-F667-4290-DC51-F5BF2406E9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/>
              <a:t>Technical </a:t>
            </a:r>
            <a:r>
              <a:rPr lang="pl-PL" dirty="0" err="1"/>
              <a:t>Pipeline</a:t>
            </a:r>
            <a:endParaRPr dirty="0"/>
          </a:p>
        </p:txBody>
      </p:sp>
      <p:sp>
        <p:nvSpPr>
          <p:cNvPr id="1432" name="Google Shape;1432;p49">
            <a:extLst>
              <a:ext uri="{FF2B5EF4-FFF2-40B4-BE49-F238E27FC236}">
                <a16:creationId xmlns:a16="http://schemas.microsoft.com/office/drawing/2014/main" id="{C202E254-A0D8-83C8-5E8F-4A3118128E1B}"/>
              </a:ext>
            </a:extLst>
          </p:cNvPr>
          <p:cNvSpPr/>
          <p:nvPr/>
        </p:nvSpPr>
        <p:spPr>
          <a:xfrm flipH="1">
            <a:off x="1224907" y="1783121"/>
            <a:ext cx="992985" cy="895986"/>
          </a:xfrm>
          <a:custGeom>
            <a:avLst/>
            <a:gdLst/>
            <a:ahLst/>
            <a:cxnLst/>
            <a:rect l="l" t="t" r="r" b="b"/>
            <a:pathLst>
              <a:path w="52283" h="47182" extrusionOk="0">
                <a:moveTo>
                  <a:pt x="2915" y="7287"/>
                </a:moveTo>
                <a:lnTo>
                  <a:pt x="8562" y="0"/>
                </a:lnTo>
                <a:lnTo>
                  <a:pt x="42446" y="911"/>
                </a:lnTo>
                <a:lnTo>
                  <a:pt x="50643" y="5829"/>
                </a:lnTo>
                <a:lnTo>
                  <a:pt x="52283" y="16942"/>
                </a:lnTo>
                <a:lnTo>
                  <a:pt x="49550" y="38620"/>
                </a:lnTo>
                <a:lnTo>
                  <a:pt x="44085" y="46635"/>
                </a:lnTo>
                <a:lnTo>
                  <a:pt x="9837" y="47182"/>
                </a:lnTo>
                <a:lnTo>
                  <a:pt x="2733" y="39713"/>
                </a:lnTo>
                <a:lnTo>
                  <a:pt x="0" y="19674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4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33" name="Google Shape;1433;p49">
            <a:extLst>
              <a:ext uri="{FF2B5EF4-FFF2-40B4-BE49-F238E27FC236}">
                <a16:creationId xmlns:a16="http://schemas.microsoft.com/office/drawing/2014/main" id="{80FF73E8-291F-3D33-7C20-8D8F92DAAB10}"/>
              </a:ext>
            </a:extLst>
          </p:cNvPr>
          <p:cNvSpPr/>
          <p:nvPr/>
        </p:nvSpPr>
        <p:spPr>
          <a:xfrm>
            <a:off x="737219" y="3444500"/>
            <a:ext cx="1968361" cy="471887"/>
          </a:xfrm>
          <a:custGeom>
            <a:avLst/>
            <a:gdLst/>
            <a:ahLst/>
            <a:cxnLst/>
            <a:rect l="l" t="t" r="r" b="b"/>
            <a:pathLst>
              <a:path w="154049" h="17797" extrusionOk="0">
                <a:moveTo>
                  <a:pt x="3238" y="2578"/>
                </a:moveTo>
                <a:lnTo>
                  <a:pt x="7988" y="0"/>
                </a:lnTo>
                <a:lnTo>
                  <a:pt x="64769" y="249"/>
                </a:lnTo>
                <a:lnTo>
                  <a:pt x="83984" y="915"/>
                </a:lnTo>
                <a:lnTo>
                  <a:pt x="148029" y="536"/>
                </a:lnTo>
                <a:lnTo>
                  <a:pt x="151890" y="3318"/>
                </a:lnTo>
                <a:lnTo>
                  <a:pt x="154049" y="8715"/>
                </a:lnTo>
                <a:lnTo>
                  <a:pt x="151776" y="16300"/>
                </a:lnTo>
                <a:lnTo>
                  <a:pt x="144868" y="17797"/>
                </a:lnTo>
                <a:lnTo>
                  <a:pt x="110324" y="17797"/>
                </a:lnTo>
                <a:lnTo>
                  <a:pt x="80098" y="17215"/>
                </a:lnTo>
                <a:lnTo>
                  <a:pt x="9283" y="17631"/>
                </a:lnTo>
                <a:lnTo>
                  <a:pt x="2375" y="14886"/>
                </a:lnTo>
                <a:lnTo>
                  <a:pt x="0" y="7235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0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34" name="Google Shape;1434;p49">
            <a:extLst>
              <a:ext uri="{FF2B5EF4-FFF2-40B4-BE49-F238E27FC236}">
                <a16:creationId xmlns:a16="http://schemas.microsoft.com/office/drawing/2014/main" id="{61DC3095-27DF-88A8-2744-F4311FDEF35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22949" y="4076146"/>
            <a:ext cx="2198700" cy="70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/>
              <a:t>SBERT (all-MiniLM-L6-v2) for </a:t>
            </a:r>
            <a:r>
              <a:rPr lang="pl-PL" dirty="0" err="1"/>
              <a:t>semantic</a:t>
            </a:r>
            <a:r>
              <a:rPr lang="pl-PL" dirty="0"/>
              <a:t> </a:t>
            </a:r>
            <a:r>
              <a:rPr lang="pl-PL" dirty="0" err="1"/>
              <a:t>understanding</a:t>
            </a:r>
            <a:endParaRPr dirty="0"/>
          </a:p>
        </p:txBody>
      </p:sp>
      <p:sp>
        <p:nvSpPr>
          <p:cNvPr id="1435" name="Google Shape;1435;p49">
            <a:extLst>
              <a:ext uri="{FF2B5EF4-FFF2-40B4-BE49-F238E27FC236}">
                <a16:creationId xmlns:a16="http://schemas.microsoft.com/office/drawing/2014/main" id="{810E1E7F-1353-B289-81C1-086F15E8DB8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87949" y="3515887"/>
            <a:ext cx="1866900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500" dirty="0" err="1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rPr>
              <a:t>Embeddings</a:t>
            </a:r>
            <a:endParaRPr sz="2500" dirty="0">
              <a:solidFill>
                <a:schemeClr val="lt1"/>
              </a:solidFill>
              <a:latin typeface="Freckle Face"/>
              <a:ea typeface="Freckle Face"/>
              <a:cs typeface="Freckle Face"/>
              <a:sym typeface="Freckle Face"/>
            </a:endParaRPr>
          </a:p>
        </p:txBody>
      </p:sp>
      <p:sp>
        <p:nvSpPr>
          <p:cNvPr id="1436" name="Google Shape;1436;p49">
            <a:extLst>
              <a:ext uri="{FF2B5EF4-FFF2-40B4-BE49-F238E27FC236}">
                <a16:creationId xmlns:a16="http://schemas.microsoft.com/office/drawing/2014/main" id="{5AFDD4DF-F2DC-2852-7495-C8875059D777}"/>
              </a:ext>
            </a:extLst>
          </p:cNvPr>
          <p:cNvSpPr/>
          <p:nvPr/>
        </p:nvSpPr>
        <p:spPr>
          <a:xfrm flipH="1">
            <a:off x="5026507" y="1783121"/>
            <a:ext cx="992985" cy="895986"/>
          </a:xfrm>
          <a:custGeom>
            <a:avLst/>
            <a:gdLst/>
            <a:ahLst/>
            <a:cxnLst/>
            <a:rect l="l" t="t" r="r" b="b"/>
            <a:pathLst>
              <a:path w="52283" h="47182" extrusionOk="0">
                <a:moveTo>
                  <a:pt x="2915" y="7287"/>
                </a:moveTo>
                <a:lnTo>
                  <a:pt x="8562" y="0"/>
                </a:lnTo>
                <a:lnTo>
                  <a:pt x="42446" y="911"/>
                </a:lnTo>
                <a:lnTo>
                  <a:pt x="50643" y="5829"/>
                </a:lnTo>
                <a:lnTo>
                  <a:pt x="52283" y="16942"/>
                </a:lnTo>
                <a:lnTo>
                  <a:pt x="49550" y="38620"/>
                </a:lnTo>
                <a:lnTo>
                  <a:pt x="44085" y="46635"/>
                </a:lnTo>
                <a:lnTo>
                  <a:pt x="9837" y="47182"/>
                </a:lnTo>
                <a:lnTo>
                  <a:pt x="2733" y="39713"/>
                </a:lnTo>
                <a:lnTo>
                  <a:pt x="0" y="19674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4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37" name="Google Shape;1437;p49">
            <a:extLst>
              <a:ext uri="{FF2B5EF4-FFF2-40B4-BE49-F238E27FC236}">
                <a16:creationId xmlns:a16="http://schemas.microsoft.com/office/drawing/2014/main" id="{C197E37F-FF8C-28F2-FF57-EB1AFA2DB9C9}"/>
              </a:ext>
            </a:extLst>
          </p:cNvPr>
          <p:cNvSpPr/>
          <p:nvPr/>
        </p:nvSpPr>
        <p:spPr>
          <a:xfrm>
            <a:off x="4538819" y="3444500"/>
            <a:ext cx="1968361" cy="471887"/>
          </a:xfrm>
          <a:custGeom>
            <a:avLst/>
            <a:gdLst/>
            <a:ahLst/>
            <a:cxnLst/>
            <a:rect l="l" t="t" r="r" b="b"/>
            <a:pathLst>
              <a:path w="154049" h="17797" extrusionOk="0">
                <a:moveTo>
                  <a:pt x="3238" y="2578"/>
                </a:moveTo>
                <a:lnTo>
                  <a:pt x="7988" y="0"/>
                </a:lnTo>
                <a:lnTo>
                  <a:pt x="64769" y="249"/>
                </a:lnTo>
                <a:lnTo>
                  <a:pt x="83984" y="915"/>
                </a:lnTo>
                <a:lnTo>
                  <a:pt x="148029" y="536"/>
                </a:lnTo>
                <a:lnTo>
                  <a:pt x="151890" y="3318"/>
                </a:lnTo>
                <a:lnTo>
                  <a:pt x="154049" y="8715"/>
                </a:lnTo>
                <a:lnTo>
                  <a:pt x="151776" y="16300"/>
                </a:lnTo>
                <a:lnTo>
                  <a:pt x="144868" y="17797"/>
                </a:lnTo>
                <a:lnTo>
                  <a:pt x="110324" y="17797"/>
                </a:lnTo>
                <a:lnTo>
                  <a:pt x="80098" y="17215"/>
                </a:lnTo>
                <a:lnTo>
                  <a:pt x="9283" y="17631"/>
                </a:lnTo>
                <a:lnTo>
                  <a:pt x="2375" y="14886"/>
                </a:lnTo>
                <a:lnTo>
                  <a:pt x="0" y="7235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0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38" name="Google Shape;1438;p49">
            <a:extLst>
              <a:ext uri="{FF2B5EF4-FFF2-40B4-BE49-F238E27FC236}">
                <a16:creationId xmlns:a16="http://schemas.microsoft.com/office/drawing/2014/main" id="{120C8706-12EA-7D65-DADB-17353BBBCED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423649" y="4116504"/>
            <a:ext cx="2198700" cy="4870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HDBSCAN (Density-based clustering to handle noise)</a:t>
            </a:r>
            <a:endParaRPr dirty="0"/>
          </a:p>
        </p:txBody>
      </p:sp>
      <p:sp>
        <p:nvSpPr>
          <p:cNvPr id="1439" name="Google Shape;1439;p49">
            <a:extLst>
              <a:ext uri="{FF2B5EF4-FFF2-40B4-BE49-F238E27FC236}">
                <a16:creationId xmlns:a16="http://schemas.microsoft.com/office/drawing/2014/main" id="{01EC8C6B-B97D-A24E-CA54-36D82E898EE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89541" y="3515887"/>
            <a:ext cx="1866900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500" dirty="0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rPr>
              <a:t>Clustering</a:t>
            </a:r>
            <a:endParaRPr sz="2500" dirty="0">
              <a:solidFill>
                <a:schemeClr val="lt1"/>
              </a:solidFill>
              <a:latin typeface="Freckle Face"/>
              <a:ea typeface="Freckle Face"/>
              <a:cs typeface="Freckle Face"/>
              <a:sym typeface="Freckle Face"/>
            </a:endParaRPr>
          </a:p>
        </p:txBody>
      </p:sp>
      <p:sp>
        <p:nvSpPr>
          <p:cNvPr id="1440" name="Google Shape;1440;p49">
            <a:extLst>
              <a:ext uri="{FF2B5EF4-FFF2-40B4-BE49-F238E27FC236}">
                <a16:creationId xmlns:a16="http://schemas.microsoft.com/office/drawing/2014/main" id="{318175BD-933A-C51D-A4E7-D2C013C89823}"/>
              </a:ext>
            </a:extLst>
          </p:cNvPr>
          <p:cNvSpPr/>
          <p:nvPr/>
        </p:nvSpPr>
        <p:spPr>
          <a:xfrm>
            <a:off x="2643981" y="1700215"/>
            <a:ext cx="1968361" cy="611920"/>
          </a:xfrm>
          <a:custGeom>
            <a:avLst/>
            <a:gdLst/>
            <a:ahLst/>
            <a:cxnLst/>
            <a:rect l="l" t="t" r="r" b="b"/>
            <a:pathLst>
              <a:path w="154049" h="17797" extrusionOk="0">
                <a:moveTo>
                  <a:pt x="3238" y="2578"/>
                </a:moveTo>
                <a:lnTo>
                  <a:pt x="7988" y="0"/>
                </a:lnTo>
                <a:lnTo>
                  <a:pt x="64769" y="249"/>
                </a:lnTo>
                <a:lnTo>
                  <a:pt x="83984" y="915"/>
                </a:lnTo>
                <a:lnTo>
                  <a:pt x="148029" y="536"/>
                </a:lnTo>
                <a:lnTo>
                  <a:pt x="151890" y="3318"/>
                </a:lnTo>
                <a:lnTo>
                  <a:pt x="154049" y="8715"/>
                </a:lnTo>
                <a:lnTo>
                  <a:pt x="151776" y="16300"/>
                </a:lnTo>
                <a:lnTo>
                  <a:pt x="144868" y="17797"/>
                </a:lnTo>
                <a:lnTo>
                  <a:pt x="110324" y="17797"/>
                </a:lnTo>
                <a:lnTo>
                  <a:pt x="80098" y="17215"/>
                </a:lnTo>
                <a:lnTo>
                  <a:pt x="9283" y="17631"/>
                </a:lnTo>
                <a:lnTo>
                  <a:pt x="2375" y="14886"/>
                </a:lnTo>
                <a:lnTo>
                  <a:pt x="0" y="7235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0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41" name="Google Shape;1441;p49">
            <a:extLst>
              <a:ext uri="{FF2B5EF4-FFF2-40B4-BE49-F238E27FC236}">
                <a16:creationId xmlns:a16="http://schemas.microsoft.com/office/drawing/2014/main" id="{4ADB141B-CE3A-8BA5-F872-93CA3CF0E50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522903" y="2332429"/>
            <a:ext cx="2198700" cy="70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UMAP (Optimized for global structure)</a:t>
            </a:r>
            <a:endParaRPr dirty="0"/>
          </a:p>
        </p:txBody>
      </p:sp>
      <p:sp>
        <p:nvSpPr>
          <p:cNvPr id="1442" name="Google Shape;1442;p49">
            <a:extLst>
              <a:ext uri="{FF2B5EF4-FFF2-40B4-BE49-F238E27FC236}">
                <a16:creationId xmlns:a16="http://schemas.microsoft.com/office/drawing/2014/main" id="{7D120885-10DA-BB8A-7A34-02E8FD4D97D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688745" y="1838224"/>
            <a:ext cx="1866900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000" dirty="0" err="1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rPr>
              <a:t>Dimensionality</a:t>
            </a:r>
            <a:r>
              <a:rPr lang="pl-PL" sz="2000" dirty="0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rPr>
              <a:t> </a:t>
            </a:r>
            <a:r>
              <a:rPr lang="pl-PL" sz="2000" dirty="0" err="1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rPr>
              <a:t>Reduction</a:t>
            </a:r>
            <a:endParaRPr sz="2000" dirty="0">
              <a:solidFill>
                <a:schemeClr val="lt1"/>
              </a:solidFill>
              <a:latin typeface="Freckle Face"/>
              <a:ea typeface="Freckle Face"/>
              <a:cs typeface="Freckle Face"/>
              <a:sym typeface="Freckle Face"/>
            </a:endParaRPr>
          </a:p>
        </p:txBody>
      </p:sp>
      <p:sp>
        <p:nvSpPr>
          <p:cNvPr id="1443" name="Google Shape;1443;p49">
            <a:extLst>
              <a:ext uri="{FF2B5EF4-FFF2-40B4-BE49-F238E27FC236}">
                <a16:creationId xmlns:a16="http://schemas.microsoft.com/office/drawing/2014/main" id="{3DB72283-C395-02A6-B3D7-2018FDD213CA}"/>
              </a:ext>
            </a:extLst>
          </p:cNvPr>
          <p:cNvSpPr/>
          <p:nvPr/>
        </p:nvSpPr>
        <p:spPr>
          <a:xfrm>
            <a:off x="3126594" y="3515871"/>
            <a:ext cx="992985" cy="895986"/>
          </a:xfrm>
          <a:custGeom>
            <a:avLst/>
            <a:gdLst/>
            <a:ahLst/>
            <a:cxnLst/>
            <a:rect l="l" t="t" r="r" b="b"/>
            <a:pathLst>
              <a:path w="52283" h="47182" extrusionOk="0">
                <a:moveTo>
                  <a:pt x="2915" y="7287"/>
                </a:moveTo>
                <a:lnTo>
                  <a:pt x="8562" y="0"/>
                </a:lnTo>
                <a:lnTo>
                  <a:pt x="42446" y="911"/>
                </a:lnTo>
                <a:lnTo>
                  <a:pt x="50643" y="5829"/>
                </a:lnTo>
                <a:lnTo>
                  <a:pt x="52283" y="16942"/>
                </a:lnTo>
                <a:lnTo>
                  <a:pt x="49550" y="38620"/>
                </a:lnTo>
                <a:lnTo>
                  <a:pt x="44085" y="46635"/>
                </a:lnTo>
                <a:lnTo>
                  <a:pt x="9837" y="47182"/>
                </a:lnTo>
                <a:lnTo>
                  <a:pt x="2733" y="39713"/>
                </a:lnTo>
                <a:lnTo>
                  <a:pt x="0" y="19674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4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44" name="Google Shape;1444;p49">
            <a:extLst>
              <a:ext uri="{FF2B5EF4-FFF2-40B4-BE49-F238E27FC236}">
                <a16:creationId xmlns:a16="http://schemas.microsoft.com/office/drawing/2014/main" id="{E33482F9-D526-9400-D833-98E75E5D4DF7}"/>
              </a:ext>
            </a:extLst>
          </p:cNvPr>
          <p:cNvSpPr/>
          <p:nvPr/>
        </p:nvSpPr>
        <p:spPr>
          <a:xfrm>
            <a:off x="6439606" y="1766838"/>
            <a:ext cx="1968361" cy="471887"/>
          </a:xfrm>
          <a:custGeom>
            <a:avLst/>
            <a:gdLst/>
            <a:ahLst/>
            <a:cxnLst/>
            <a:rect l="l" t="t" r="r" b="b"/>
            <a:pathLst>
              <a:path w="154049" h="17797" extrusionOk="0">
                <a:moveTo>
                  <a:pt x="3238" y="2578"/>
                </a:moveTo>
                <a:lnTo>
                  <a:pt x="7988" y="0"/>
                </a:lnTo>
                <a:lnTo>
                  <a:pt x="64769" y="249"/>
                </a:lnTo>
                <a:lnTo>
                  <a:pt x="83984" y="915"/>
                </a:lnTo>
                <a:lnTo>
                  <a:pt x="148029" y="536"/>
                </a:lnTo>
                <a:lnTo>
                  <a:pt x="151890" y="3318"/>
                </a:lnTo>
                <a:lnTo>
                  <a:pt x="154049" y="8715"/>
                </a:lnTo>
                <a:lnTo>
                  <a:pt x="151776" y="16300"/>
                </a:lnTo>
                <a:lnTo>
                  <a:pt x="144868" y="17797"/>
                </a:lnTo>
                <a:lnTo>
                  <a:pt x="110324" y="17797"/>
                </a:lnTo>
                <a:lnTo>
                  <a:pt x="80098" y="17215"/>
                </a:lnTo>
                <a:lnTo>
                  <a:pt x="9283" y="17631"/>
                </a:lnTo>
                <a:lnTo>
                  <a:pt x="2375" y="14886"/>
                </a:lnTo>
                <a:lnTo>
                  <a:pt x="0" y="7235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0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45" name="Google Shape;1445;p49">
            <a:extLst>
              <a:ext uri="{FF2B5EF4-FFF2-40B4-BE49-F238E27FC236}">
                <a16:creationId xmlns:a16="http://schemas.microsoft.com/office/drawing/2014/main" id="{0910E52B-C154-9C6F-5C15-43F89CFE7CD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324437" y="2218744"/>
            <a:ext cx="2198700" cy="96365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c-TF-IDF &amp; </a:t>
            </a:r>
            <a:r>
              <a:rPr lang="en-US" dirty="0" err="1"/>
              <a:t>KeyBERT</a:t>
            </a:r>
            <a:r>
              <a:rPr lang="en-US" dirty="0"/>
              <a:t> for keyword extraction</a:t>
            </a:r>
            <a:endParaRPr dirty="0"/>
          </a:p>
        </p:txBody>
      </p:sp>
      <p:sp>
        <p:nvSpPr>
          <p:cNvPr id="1446" name="Google Shape;1446;p49">
            <a:extLst>
              <a:ext uri="{FF2B5EF4-FFF2-40B4-BE49-F238E27FC236}">
                <a16:creationId xmlns:a16="http://schemas.microsoft.com/office/drawing/2014/main" id="{12A743F1-5858-E128-28EE-C46DCA12618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490337" y="1838224"/>
            <a:ext cx="1866900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000" dirty="0" err="1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rPr>
              <a:t>Representation</a:t>
            </a:r>
            <a:endParaRPr sz="2000" dirty="0">
              <a:solidFill>
                <a:schemeClr val="lt1"/>
              </a:solidFill>
              <a:latin typeface="Freckle Face"/>
              <a:ea typeface="Freckle Face"/>
              <a:cs typeface="Freckle Face"/>
              <a:sym typeface="Freckle Face"/>
            </a:endParaRPr>
          </a:p>
        </p:txBody>
      </p:sp>
      <p:sp>
        <p:nvSpPr>
          <p:cNvPr id="1447" name="Google Shape;1447;p49">
            <a:extLst>
              <a:ext uri="{FF2B5EF4-FFF2-40B4-BE49-F238E27FC236}">
                <a16:creationId xmlns:a16="http://schemas.microsoft.com/office/drawing/2014/main" id="{36A7EC4D-C297-DE33-2F05-492FEA2F6A2A}"/>
              </a:ext>
            </a:extLst>
          </p:cNvPr>
          <p:cNvSpPr/>
          <p:nvPr/>
        </p:nvSpPr>
        <p:spPr>
          <a:xfrm>
            <a:off x="6927294" y="3515871"/>
            <a:ext cx="992985" cy="895986"/>
          </a:xfrm>
          <a:custGeom>
            <a:avLst/>
            <a:gdLst/>
            <a:ahLst/>
            <a:cxnLst/>
            <a:rect l="l" t="t" r="r" b="b"/>
            <a:pathLst>
              <a:path w="52283" h="47182" extrusionOk="0">
                <a:moveTo>
                  <a:pt x="2915" y="7287"/>
                </a:moveTo>
                <a:lnTo>
                  <a:pt x="8562" y="0"/>
                </a:lnTo>
                <a:lnTo>
                  <a:pt x="42446" y="911"/>
                </a:lnTo>
                <a:lnTo>
                  <a:pt x="50643" y="5829"/>
                </a:lnTo>
                <a:lnTo>
                  <a:pt x="52283" y="16942"/>
                </a:lnTo>
                <a:lnTo>
                  <a:pt x="49550" y="38620"/>
                </a:lnTo>
                <a:lnTo>
                  <a:pt x="44085" y="46635"/>
                </a:lnTo>
                <a:lnTo>
                  <a:pt x="9837" y="47182"/>
                </a:lnTo>
                <a:lnTo>
                  <a:pt x="2733" y="39713"/>
                </a:lnTo>
                <a:lnTo>
                  <a:pt x="0" y="19674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4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cxnSp>
        <p:nvCxnSpPr>
          <p:cNvPr id="1448" name="Google Shape;1448;p49">
            <a:extLst>
              <a:ext uri="{FF2B5EF4-FFF2-40B4-BE49-F238E27FC236}">
                <a16:creationId xmlns:a16="http://schemas.microsoft.com/office/drawing/2014/main" id="{AC6EEB03-1DA3-EF20-6BA9-535F56C3F586}"/>
              </a:ext>
            </a:extLst>
          </p:cNvPr>
          <p:cNvCxnSpPr/>
          <p:nvPr/>
        </p:nvCxnSpPr>
        <p:spPr>
          <a:xfrm rot="10800000">
            <a:off x="725675" y="2253425"/>
            <a:ext cx="5238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oval" w="med" len="med"/>
          </a:ln>
        </p:spPr>
      </p:cxnSp>
      <p:cxnSp>
        <p:nvCxnSpPr>
          <p:cNvPr id="1449" name="Google Shape;1449;p49">
            <a:extLst>
              <a:ext uri="{FF2B5EF4-FFF2-40B4-BE49-F238E27FC236}">
                <a16:creationId xmlns:a16="http://schemas.microsoft.com/office/drawing/2014/main" id="{0ACC69E7-6C19-8F12-CBAC-33709ED1E961}"/>
              </a:ext>
            </a:extLst>
          </p:cNvPr>
          <p:cNvCxnSpPr/>
          <p:nvPr/>
        </p:nvCxnSpPr>
        <p:spPr>
          <a:xfrm>
            <a:off x="7901625" y="3988750"/>
            <a:ext cx="5238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dot"/>
            <a:round/>
            <a:headEnd type="none" w="med" len="med"/>
            <a:tailEnd type="oval" w="med" len="med"/>
          </a:ln>
        </p:spPr>
      </p:cxnSp>
      <p:grpSp>
        <p:nvGrpSpPr>
          <p:cNvPr id="1450" name="Google Shape;1450;p49">
            <a:extLst>
              <a:ext uri="{FF2B5EF4-FFF2-40B4-BE49-F238E27FC236}">
                <a16:creationId xmlns:a16="http://schemas.microsoft.com/office/drawing/2014/main" id="{4EB9B406-73DE-1F96-7436-17183809F4FF}"/>
              </a:ext>
            </a:extLst>
          </p:cNvPr>
          <p:cNvGrpSpPr/>
          <p:nvPr/>
        </p:nvGrpSpPr>
        <p:grpSpPr>
          <a:xfrm>
            <a:off x="1492846" y="2039964"/>
            <a:ext cx="455770" cy="382290"/>
            <a:chOff x="4714890" y="3525775"/>
            <a:chExt cx="397150" cy="333121"/>
          </a:xfrm>
        </p:grpSpPr>
        <p:sp>
          <p:nvSpPr>
            <p:cNvPr id="1451" name="Google Shape;1451;p49">
              <a:extLst>
                <a:ext uri="{FF2B5EF4-FFF2-40B4-BE49-F238E27FC236}">
                  <a16:creationId xmlns:a16="http://schemas.microsoft.com/office/drawing/2014/main" id="{2580FED8-BFF0-F18C-F7C6-9761C8CF0D49}"/>
                </a:ext>
              </a:extLst>
            </p:cNvPr>
            <p:cNvSpPr/>
            <p:nvPr/>
          </p:nvSpPr>
          <p:spPr>
            <a:xfrm>
              <a:off x="4775409" y="3525775"/>
              <a:ext cx="336632" cy="331430"/>
            </a:xfrm>
            <a:custGeom>
              <a:avLst/>
              <a:gdLst/>
              <a:ahLst/>
              <a:cxnLst/>
              <a:rect l="l" t="t" r="r" b="b"/>
              <a:pathLst>
                <a:path w="8349" h="8220" extrusionOk="0">
                  <a:moveTo>
                    <a:pt x="6761" y="0"/>
                  </a:moveTo>
                  <a:cubicBezTo>
                    <a:pt x="6233" y="0"/>
                    <a:pt x="5718" y="200"/>
                    <a:pt x="5332" y="543"/>
                  </a:cubicBezTo>
                  <a:cubicBezTo>
                    <a:pt x="5075" y="343"/>
                    <a:pt x="4760" y="229"/>
                    <a:pt x="4417" y="229"/>
                  </a:cubicBezTo>
                  <a:cubicBezTo>
                    <a:pt x="3902" y="229"/>
                    <a:pt x="3431" y="486"/>
                    <a:pt x="3159" y="930"/>
                  </a:cubicBezTo>
                  <a:lnTo>
                    <a:pt x="2988" y="1216"/>
                  </a:lnTo>
                  <a:cubicBezTo>
                    <a:pt x="2730" y="1044"/>
                    <a:pt x="2445" y="959"/>
                    <a:pt x="2130" y="959"/>
                  </a:cubicBezTo>
                  <a:cubicBezTo>
                    <a:pt x="1616" y="959"/>
                    <a:pt x="1116" y="1216"/>
                    <a:pt x="815" y="1645"/>
                  </a:cubicBezTo>
                  <a:cubicBezTo>
                    <a:pt x="358" y="2316"/>
                    <a:pt x="100" y="3088"/>
                    <a:pt x="43" y="3888"/>
                  </a:cubicBezTo>
                  <a:cubicBezTo>
                    <a:pt x="1" y="4689"/>
                    <a:pt x="172" y="5489"/>
                    <a:pt x="544" y="6204"/>
                  </a:cubicBezTo>
                  <a:lnTo>
                    <a:pt x="1059" y="7190"/>
                  </a:lnTo>
                  <a:lnTo>
                    <a:pt x="2059" y="7705"/>
                  </a:lnTo>
                  <a:cubicBezTo>
                    <a:pt x="2673" y="8048"/>
                    <a:pt x="3388" y="8220"/>
                    <a:pt x="4103" y="8220"/>
                  </a:cubicBezTo>
                  <a:cubicBezTo>
                    <a:pt x="5004" y="8220"/>
                    <a:pt x="5861" y="7947"/>
                    <a:pt x="6605" y="7433"/>
                  </a:cubicBezTo>
                  <a:cubicBezTo>
                    <a:pt x="6990" y="7162"/>
                    <a:pt x="7247" y="6733"/>
                    <a:pt x="7291" y="6261"/>
                  </a:cubicBezTo>
                  <a:cubicBezTo>
                    <a:pt x="7319" y="5904"/>
                    <a:pt x="7233" y="5561"/>
                    <a:pt x="7047" y="5260"/>
                  </a:cubicBezTo>
                  <a:lnTo>
                    <a:pt x="7319" y="5089"/>
                  </a:lnTo>
                  <a:cubicBezTo>
                    <a:pt x="7705" y="4860"/>
                    <a:pt x="7962" y="4460"/>
                    <a:pt x="8019" y="4017"/>
                  </a:cubicBezTo>
                  <a:cubicBezTo>
                    <a:pt x="8062" y="3617"/>
                    <a:pt x="7948" y="3231"/>
                    <a:pt x="7705" y="2916"/>
                  </a:cubicBezTo>
                  <a:cubicBezTo>
                    <a:pt x="8148" y="2416"/>
                    <a:pt x="8348" y="1730"/>
                    <a:pt x="8205" y="1073"/>
                  </a:cubicBezTo>
                  <a:lnTo>
                    <a:pt x="8034" y="215"/>
                  </a:lnTo>
                  <a:lnTo>
                    <a:pt x="7190" y="44"/>
                  </a:lnTo>
                  <a:cubicBezTo>
                    <a:pt x="7047" y="15"/>
                    <a:pt x="6904" y="0"/>
                    <a:pt x="6761" y="0"/>
                  </a:cubicBez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49">
              <a:extLst>
                <a:ext uri="{FF2B5EF4-FFF2-40B4-BE49-F238E27FC236}">
                  <a16:creationId xmlns:a16="http://schemas.microsoft.com/office/drawing/2014/main" id="{0BCF0778-4EB9-9CA2-91D7-AED32613098F}"/>
                </a:ext>
              </a:extLst>
            </p:cNvPr>
            <p:cNvSpPr/>
            <p:nvPr/>
          </p:nvSpPr>
          <p:spPr>
            <a:xfrm>
              <a:off x="4818066" y="3534444"/>
              <a:ext cx="293973" cy="322762"/>
            </a:xfrm>
            <a:custGeom>
              <a:avLst/>
              <a:gdLst/>
              <a:ahLst/>
              <a:cxnLst/>
              <a:rect l="l" t="t" r="r" b="b"/>
              <a:pathLst>
                <a:path w="7291" h="8005" extrusionOk="0">
                  <a:moveTo>
                    <a:pt x="6976" y="0"/>
                  </a:moveTo>
                  <a:lnTo>
                    <a:pt x="1" y="6975"/>
                  </a:lnTo>
                  <a:lnTo>
                    <a:pt x="1001" y="7490"/>
                  </a:lnTo>
                  <a:cubicBezTo>
                    <a:pt x="1615" y="7833"/>
                    <a:pt x="2330" y="8005"/>
                    <a:pt x="3045" y="8005"/>
                  </a:cubicBezTo>
                  <a:cubicBezTo>
                    <a:pt x="3946" y="8005"/>
                    <a:pt x="4803" y="7732"/>
                    <a:pt x="5547" y="7218"/>
                  </a:cubicBezTo>
                  <a:cubicBezTo>
                    <a:pt x="5932" y="6947"/>
                    <a:pt x="6189" y="6518"/>
                    <a:pt x="6233" y="6046"/>
                  </a:cubicBezTo>
                  <a:cubicBezTo>
                    <a:pt x="6261" y="5689"/>
                    <a:pt x="6175" y="5346"/>
                    <a:pt x="5989" y="5045"/>
                  </a:cubicBezTo>
                  <a:lnTo>
                    <a:pt x="6261" y="4874"/>
                  </a:lnTo>
                  <a:cubicBezTo>
                    <a:pt x="6647" y="4645"/>
                    <a:pt x="6904" y="4245"/>
                    <a:pt x="6961" y="3802"/>
                  </a:cubicBezTo>
                  <a:cubicBezTo>
                    <a:pt x="7004" y="3402"/>
                    <a:pt x="6890" y="3016"/>
                    <a:pt x="6647" y="2701"/>
                  </a:cubicBezTo>
                  <a:cubicBezTo>
                    <a:pt x="7090" y="2201"/>
                    <a:pt x="7290" y="1515"/>
                    <a:pt x="7147" y="858"/>
                  </a:cubicBezTo>
                  <a:lnTo>
                    <a:pt x="6976" y="0"/>
                  </a:ln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49">
              <a:extLst>
                <a:ext uri="{FF2B5EF4-FFF2-40B4-BE49-F238E27FC236}">
                  <a16:creationId xmlns:a16="http://schemas.microsoft.com/office/drawing/2014/main" id="{F1953584-4D5F-AECE-EBF2-2405C32B3DD9}"/>
                </a:ext>
              </a:extLst>
            </p:cNvPr>
            <p:cNvSpPr/>
            <p:nvPr/>
          </p:nvSpPr>
          <p:spPr>
            <a:xfrm>
              <a:off x="4714890" y="3616815"/>
              <a:ext cx="301473" cy="242081"/>
            </a:xfrm>
            <a:custGeom>
              <a:avLst/>
              <a:gdLst/>
              <a:ahLst/>
              <a:cxnLst/>
              <a:rect l="l" t="t" r="r" b="b"/>
              <a:pathLst>
                <a:path w="7477" h="6004" extrusionOk="0">
                  <a:moveTo>
                    <a:pt x="7076" y="1"/>
                  </a:moveTo>
                  <a:lnTo>
                    <a:pt x="6375" y="715"/>
                  </a:lnTo>
                  <a:lnTo>
                    <a:pt x="6375" y="29"/>
                  </a:lnTo>
                  <a:lnTo>
                    <a:pt x="5775" y="29"/>
                  </a:lnTo>
                  <a:lnTo>
                    <a:pt x="5775" y="1302"/>
                  </a:lnTo>
                  <a:lnTo>
                    <a:pt x="5203" y="1887"/>
                  </a:lnTo>
                  <a:lnTo>
                    <a:pt x="5203" y="644"/>
                  </a:lnTo>
                  <a:lnTo>
                    <a:pt x="4632" y="644"/>
                  </a:lnTo>
                  <a:lnTo>
                    <a:pt x="4632" y="2459"/>
                  </a:lnTo>
                  <a:lnTo>
                    <a:pt x="4060" y="3031"/>
                  </a:lnTo>
                  <a:lnTo>
                    <a:pt x="4060" y="1416"/>
                  </a:lnTo>
                  <a:lnTo>
                    <a:pt x="3488" y="1416"/>
                  </a:lnTo>
                  <a:lnTo>
                    <a:pt x="3488" y="3589"/>
                  </a:lnTo>
                  <a:lnTo>
                    <a:pt x="1973" y="5104"/>
                  </a:lnTo>
                  <a:cubicBezTo>
                    <a:pt x="1759" y="5325"/>
                    <a:pt x="1473" y="5436"/>
                    <a:pt x="1187" y="5436"/>
                  </a:cubicBezTo>
                  <a:cubicBezTo>
                    <a:pt x="901" y="5436"/>
                    <a:pt x="615" y="5325"/>
                    <a:pt x="401" y="5104"/>
                  </a:cubicBezTo>
                  <a:lnTo>
                    <a:pt x="1" y="5518"/>
                  </a:lnTo>
                  <a:cubicBezTo>
                    <a:pt x="330" y="5847"/>
                    <a:pt x="759" y="6004"/>
                    <a:pt x="1188" y="6004"/>
                  </a:cubicBezTo>
                  <a:cubicBezTo>
                    <a:pt x="1616" y="6004"/>
                    <a:pt x="2045" y="5847"/>
                    <a:pt x="2373" y="5518"/>
                  </a:cubicBezTo>
                  <a:lnTo>
                    <a:pt x="3903" y="3989"/>
                  </a:lnTo>
                  <a:lnTo>
                    <a:pt x="6061" y="3989"/>
                  </a:lnTo>
                  <a:lnTo>
                    <a:pt x="6061" y="3417"/>
                  </a:lnTo>
                  <a:lnTo>
                    <a:pt x="4446" y="3417"/>
                  </a:lnTo>
                  <a:lnTo>
                    <a:pt x="5032" y="2846"/>
                  </a:lnTo>
                  <a:lnTo>
                    <a:pt x="6848" y="2846"/>
                  </a:lnTo>
                  <a:lnTo>
                    <a:pt x="6848" y="2274"/>
                  </a:lnTo>
                  <a:lnTo>
                    <a:pt x="5618" y="2274"/>
                  </a:lnTo>
                  <a:lnTo>
                    <a:pt x="6190" y="1702"/>
                  </a:lnTo>
                  <a:lnTo>
                    <a:pt x="7462" y="1702"/>
                  </a:lnTo>
                  <a:lnTo>
                    <a:pt x="7462" y="1130"/>
                  </a:lnTo>
                  <a:lnTo>
                    <a:pt x="6762" y="1130"/>
                  </a:lnTo>
                  <a:lnTo>
                    <a:pt x="7477" y="416"/>
                  </a:lnTo>
                  <a:lnTo>
                    <a:pt x="7076" y="1"/>
                  </a:lnTo>
                  <a:close/>
                </a:path>
              </a:pathLst>
            </a:custGeom>
            <a:solidFill>
              <a:srgbClr val="A2B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4" name="Google Shape;1454;p49">
            <a:extLst>
              <a:ext uri="{FF2B5EF4-FFF2-40B4-BE49-F238E27FC236}">
                <a16:creationId xmlns:a16="http://schemas.microsoft.com/office/drawing/2014/main" id="{B7454E06-035B-70A9-1C57-234A2AA1EDCD}"/>
              </a:ext>
            </a:extLst>
          </p:cNvPr>
          <p:cNvGrpSpPr/>
          <p:nvPr/>
        </p:nvGrpSpPr>
        <p:grpSpPr>
          <a:xfrm>
            <a:off x="5297526" y="2005572"/>
            <a:ext cx="451780" cy="451087"/>
            <a:chOff x="5393779" y="3495818"/>
            <a:chExt cx="393674" cy="393070"/>
          </a:xfrm>
        </p:grpSpPr>
        <p:sp>
          <p:nvSpPr>
            <p:cNvPr id="1455" name="Google Shape;1455;p49">
              <a:extLst>
                <a:ext uri="{FF2B5EF4-FFF2-40B4-BE49-F238E27FC236}">
                  <a16:creationId xmlns:a16="http://schemas.microsoft.com/office/drawing/2014/main" id="{753ECE0C-3600-BA6F-02AB-2C1578F7D9A8}"/>
                </a:ext>
              </a:extLst>
            </p:cNvPr>
            <p:cNvSpPr/>
            <p:nvPr/>
          </p:nvSpPr>
          <p:spPr>
            <a:xfrm>
              <a:off x="5495181" y="3597220"/>
              <a:ext cx="190230" cy="190230"/>
            </a:xfrm>
            <a:custGeom>
              <a:avLst/>
              <a:gdLst/>
              <a:ahLst/>
              <a:cxnLst/>
              <a:rect l="l" t="t" r="r" b="b"/>
              <a:pathLst>
                <a:path w="4718" h="4718" extrusionOk="0">
                  <a:moveTo>
                    <a:pt x="2360" y="1"/>
                  </a:moveTo>
                  <a:cubicBezTo>
                    <a:pt x="1059" y="1"/>
                    <a:pt x="1" y="1058"/>
                    <a:pt x="1" y="2360"/>
                  </a:cubicBezTo>
                  <a:cubicBezTo>
                    <a:pt x="1" y="3660"/>
                    <a:pt x="1059" y="4718"/>
                    <a:pt x="2360" y="4718"/>
                  </a:cubicBezTo>
                  <a:cubicBezTo>
                    <a:pt x="3660" y="4718"/>
                    <a:pt x="4718" y="3660"/>
                    <a:pt x="4718" y="2360"/>
                  </a:cubicBezTo>
                  <a:cubicBezTo>
                    <a:pt x="4718" y="1058"/>
                    <a:pt x="3660" y="1"/>
                    <a:pt x="2360" y="1"/>
                  </a:cubicBezTo>
                  <a:close/>
                </a:path>
              </a:pathLst>
            </a:custGeom>
            <a:solidFill>
              <a:srgbClr val="FFCC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49">
              <a:extLst>
                <a:ext uri="{FF2B5EF4-FFF2-40B4-BE49-F238E27FC236}">
                  <a16:creationId xmlns:a16="http://schemas.microsoft.com/office/drawing/2014/main" id="{6378BB03-168C-2A25-D927-F1B79C0B7608}"/>
                </a:ext>
              </a:extLst>
            </p:cNvPr>
            <p:cNvSpPr/>
            <p:nvPr/>
          </p:nvSpPr>
          <p:spPr>
            <a:xfrm>
              <a:off x="5579326" y="3526904"/>
              <a:ext cx="23103" cy="49634"/>
            </a:xfrm>
            <a:custGeom>
              <a:avLst/>
              <a:gdLst/>
              <a:ahLst/>
              <a:cxnLst/>
              <a:rect l="l" t="t" r="r" b="b"/>
              <a:pathLst>
                <a:path w="573" h="1231" extrusionOk="0">
                  <a:moveTo>
                    <a:pt x="1" y="1"/>
                  </a:moveTo>
                  <a:lnTo>
                    <a:pt x="1" y="1230"/>
                  </a:lnTo>
                  <a:lnTo>
                    <a:pt x="572" y="1230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49">
              <a:extLst>
                <a:ext uri="{FF2B5EF4-FFF2-40B4-BE49-F238E27FC236}">
                  <a16:creationId xmlns:a16="http://schemas.microsoft.com/office/drawing/2014/main" id="{A8788C47-C7C4-D653-9240-C2EB58369C73}"/>
                </a:ext>
              </a:extLst>
            </p:cNvPr>
            <p:cNvSpPr/>
            <p:nvPr/>
          </p:nvSpPr>
          <p:spPr>
            <a:xfrm>
              <a:off x="5440468" y="3542508"/>
              <a:ext cx="32861" cy="32861"/>
            </a:xfrm>
            <a:custGeom>
              <a:avLst/>
              <a:gdLst/>
              <a:ahLst/>
              <a:cxnLst/>
              <a:rect l="l" t="t" r="r" b="b"/>
              <a:pathLst>
                <a:path w="815" h="815" extrusionOk="0">
                  <a:moveTo>
                    <a:pt x="401" y="0"/>
                  </a:moveTo>
                  <a:lnTo>
                    <a:pt x="1" y="401"/>
                  </a:lnTo>
                  <a:lnTo>
                    <a:pt x="414" y="815"/>
                  </a:lnTo>
                  <a:lnTo>
                    <a:pt x="815" y="414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FFCC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9">
              <a:extLst>
                <a:ext uri="{FF2B5EF4-FFF2-40B4-BE49-F238E27FC236}">
                  <a16:creationId xmlns:a16="http://schemas.microsoft.com/office/drawing/2014/main" id="{CA9BAEAF-2286-2509-75CF-FC7CB55EB3C2}"/>
                </a:ext>
              </a:extLst>
            </p:cNvPr>
            <p:cNvSpPr/>
            <p:nvPr/>
          </p:nvSpPr>
          <p:spPr>
            <a:xfrm>
              <a:off x="5497519" y="3543072"/>
              <a:ext cx="44433" cy="54190"/>
            </a:xfrm>
            <a:custGeom>
              <a:avLst/>
              <a:gdLst/>
              <a:ahLst/>
              <a:cxnLst/>
              <a:rect l="l" t="t" r="r" b="b"/>
              <a:pathLst>
                <a:path w="1102" h="1344" extrusionOk="0">
                  <a:moveTo>
                    <a:pt x="501" y="0"/>
                  </a:moveTo>
                  <a:lnTo>
                    <a:pt x="0" y="286"/>
                  </a:lnTo>
                  <a:lnTo>
                    <a:pt x="615" y="1344"/>
                  </a:lnTo>
                  <a:lnTo>
                    <a:pt x="1101" y="1058"/>
                  </a:lnTo>
                  <a:lnTo>
                    <a:pt x="501" y="0"/>
                  </a:ln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49">
              <a:extLst>
                <a:ext uri="{FF2B5EF4-FFF2-40B4-BE49-F238E27FC236}">
                  <a16:creationId xmlns:a16="http://schemas.microsoft.com/office/drawing/2014/main" id="{07F807D1-2E04-619D-40F8-0B2CE031FA06}"/>
                </a:ext>
              </a:extLst>
            </p:cNvPr>
            <p:cNvSpPr/>
            <p:nvPr/>
          </p:nvSpPr>
          <p:spPr>
            <a:xfrm>
              <a:off x="5393779" y="3629516"/>
              <a:ext cx="28305" cy="28305"/>
            </a:xfrm>
            <a:custGeom>
              <a:avLst/>
              <a:gdLst/>
              <a:ahLst/>
              <a:cxnLst/>
              <a:rect l="l" t="t" r="r" b="b"/>
              <a:pathLst>
                <a:path w="702" h="702" extrusionOk="0">
                  <a:moveTo>
                    <a:pt x="143" y="0"/>
                  </a:moveTo>
                  <a:lnTo>
                    <a:pt x="0" y="543"/>
                  </a:lnTo>
                  <a:lnTo>
                    <a:pt x="558" y="701"/>
                  </a:lnTo>
                  <a:lnTo>
                    <a:pt x="701" y="143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FFCC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49">
              <a:extLst>
                <a:ext uri="{FF2B5EF4-FFF2-40B4-BE49-F238E27FC236}">
                  <a16:creationId xmlns:a16="http://schemas.microsoft.com/office/drawing/2014/main" id="{7AAB89D1-919F-0B7A-00CE-5106FC282028}"/>
                </a:ext>
              </a:extLst>
            </p:cNvPr>
            <p:cNvSpPr/>
            <p:nvPr/>
          </p:nvSpPr>
          <p:spPr>
            <a:xfrm>
              <a:off x="5441032" y="3599519"/>
              <a:ext cx="54190" cy="44473"/>
            </a:xfrm>
            <a:custGeom>
              <a:avLst/>
              <a:gdLst/>
              <a:ahLst/>
              <a:cxnLst/>
              <a:rect l="l" t="t" r="r" b="b"/>
              <a:pathLst>
                <a:path w="1344" h="1103" extrusionOk="0">
                  <a:moveTo>
                    <a:pt x="286" y="1"/>
                  </a:moveTo>
                  <a:lnTo>
                    <a:pt x="0" y="502"/>
                  </a:lnTo>
                  <a:lnTo>
                    <a:pt x="1058" y="1102"/>
                  </a:lnTo>
                  <a:lnTo>
                    <a:pt x="1344" y="616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49">
              <a:extLst>
                <a:ext uri="{FF2B5EF4-FFF2-40B4-BE49-F238E27FC236}">
                  <a16:creationId xmlns:a16="http://schemas.microsoft.com/office/drawing/2014/main" id="{09B12B88-807E-0243-9AF7-415F74AFCE3D}"/>
                </a:ext>
              </a:extLst>
            </p:cNvPr>
            <p:cNvSpPr/>
            <p:nvPr/>
          </p:nvSpPr>
          <p:spPr>
            <a:xfrm>
              <a:off x="5393779" y="3726926"/>
              <a:ext cx="28829" cy="28264"/>
            </a:xfrm>
            <a:custGeom>
              <a:avLst/>
              <a:gdLst/>
              <a:ahLst/>
              <a:cxnLst/>
              <a:rect l="l" t="t" r="r" b="b"/>
              <a:pathLst>
                <a:path w="715" h="701" extrusionOk="0">
                  <a:moveTo>
                    <a:pt x="558" y="0"/>
                  </a:moveTo>
                  <a:lnTo>
                    <a:pt x="0" y="157"/>
                  </a:lnTo>
                  <a:lnTo>
                    <a:pt x="143" y="700"/>
                  </a:lnTo>
                  <a:lnTo>
                    <a:pt x="715" y="557"/>
                  </a:lnTo>
                  <a:lnTo>
                    <a:pt x="558" y="0"/>
                  </a:lnTo>
                  <a:close/>
                </a:path>
              </a:pathLst>
            </a:custGeom>
            <a:solidFill>
              <a:srgbClr val="FFCC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49">
              <a:extLst>
                <a:ext uri="{FF2B5EF4-FFF2-40B4-BE49-F238E27FC236}">
                  <a16:creationId xmlns:a16="http://schemas.microsoft.com/office/drawing/2014/main" id="{F0488780-F107-49BF-513F-1BEF8181D6B9}"/>
                </a:ext>
              </a:extLst>
            </p:cNvPr>
            <p:cNvSpPr/>
            <p:nvPr/>
          </p:nvSpPr>
          <p:spPr>
            <a:xfrm>
              <a:off x="5424905" y="3680802"/>
              <a:ext cx="49029" cy="23103"/>
            </a:xfrm>
            <a:custGeom>
              <a:avLst/>
              <a:gdLst/>
              <a:ahLst/>
              <a:cxnLst/>
              <a:rect l="l" t="t" r="r" b="b"/>
              <a:pathLst>
                <a:path w="1216" h="573" extrusionOk="0">
                  <a:moveTo>
                    <a:pt x="0" y="1"/>
                  </a:moveTo>
                  <a:lnTo>
                    <a:pt x="0" y="573"/>
                  </a:lnTo>
                  <a:lnTo>
                    <a:pt x="1216" y="573"/>
                  </a:lnTo>
                  <a:lnTo>
                    <a:pt x="1216" y="1"/>
                  </a:ln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49">
              <a:extLst>
                <a:ext uri="{FF2B5EF4-FFF2-40B4-BE49-F238E27FC236}">
                  <a16:creationId xmlns:a16="http://schemas.microsoft.com/office/drawing/2014/main" id="{01A291E5-00A9-8A04-8315-7E8847C460C1}"/>
                </a:ext>
              </a:extLst>
            </p:cNvPr>
            <p:cNvSpPr/>
            <p:nvPr/>
          </p:nvSpPr>
          <p:spPr>
            <a:xfrm>
              <a:off x="5440468" y="3809298"/>
              <a:ext cx="32861" cy="32901"/>
            </a:xfrm>
            <a:custGeom>
              <a:avLst/>
              <a:gdLst/>
              <a:ahLst/>
              <a:cxnLst/>
              <a:rect l="l" t="t" r="r" b="b"/>
              <a:pathLst>
                <a:path w="815" h="816" extrusionOk="0">
                  <a:moveTo>
                    <a:pt x="414" y="1"/>
                  </a:moveTo>
                  <a:lnTo>
                    <a:pt x="1" y="416"/>
                  </a:lnTo>
                  <a:lnTo>
                    <a:pt x="401" y="816"/>
                  </a:lnTo>
                  <a:lnTo>
                    <a:pt x="815" y="401"/>
                  </a:lnTo>
                  <a:lnTo>
                    <a:pt x="414" y="1"/>
                  </a:lnTo>
                  <a:close/>
                </a:path>
              </a:pathLst>
            </a:custGeom>
            <a:solidFill>
              <a:srgbClr val="FFCC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49">
              <a:extLst>
                <a:ext uri="{FF2B5EF4-FFF2-40B4-BE49-F238E27FC236}">
                  <a16:creationId xmlns:a16="http://schemas.microsoft.com/office/drawing/2014/main" id="{0200395C-3771-E606-3760-A9F6EF2790D5}"/>
                </a:ext>
              </a:extLst>
            </p:cNvPr>
            <p:cNvSpPr/>
            <p:nvPr/>
          </p:nvSpPr>
          <p:spPr>
            <a:xfrm>
              <a:off x="5441032" y="3740756"/>
              <a:ext cx="54190" cy="44392"/>
            </a:xfrm>
            <a:custGeom>
              <a:avLst/>
              <a:gdLst/>
              <a:ahLst/>
              <a:cxnLst/>
              <a:rect l="l" t="t" r="r" b="b"/>
              <a:pathLst>
                <a:path w="1344" h="1101" extrusionOk="0">
                  <a:moveTo>
                    <a:pt x="1058" y="0"/>
                  </a:moveTo>
                  <a:lnTo>
                    <a:pt x="0" y="601"/>
                  </a:lnTo>
                  <a:lnTo>
                    <a:pt x="286" y="1100"/>
                  </a:lnTo>
                  <a:lnTo>
                    <a:pt x="1344" y="486"/>
                  </a:lnTo>
                  <a:lnTo>
                    <a:pt x="1058" y="0"/>
                  </a:ln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49">
              <a:extLst>
                <a:ext uri="{FF2B5EF4-FFF2-40B4-BE49-F238E27FC236}">
                  <a16:creationId xmlns:a16="http://schemas.microsoft.com/office/drawing/2014/main" id="{76CE926E-F30B-43CC-7EAF-CBC75BB49E09}"/>
                </a:ext>
              </a:extLst>
            </p:cNvPr>
            <p:cNvSpPr/>
            <p:nvPr/>
          </p:nvSpPr>
          <p:spPr>
            <a:xfrm>
              <a:off x="5527476" y="3860624"/>
              <a:ext cx="28305" cy="28264"/>
            </a:xfrm>
            <a:custGeom>
              <a:avLst/>
              <a:gdLst/>
              <a:ahLst/>
              <a:cxnLst/>
              <a:rect l="l" t="t" r="r" b="b"/>
              <a:pathLst>
                <a:path w="702" h="701" extrusionOk="0">
                  <a:moveTo>
                    <a:pt x="143" y="0"/>
                  </a:moveTo>
                  <a:lnTo>
                    <a:pt x="0" y="557"/>
                  </a:lnTo>
                  <a:lnTo>
                    <a:pt x="543" y="700"/>
                  </a:lnTo>
                  <a:lnTo>
                    <a:pt x="701" y="143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FFCC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49">
              <a:extLst>
                <a:ext uri="{FF2B5EF4-FFF2-40B4-BE49-F238E27FC236}">
                  <a16:creationId xmlns:a16="http://schemas.microsoft.com/office/drawing/2014/main" id="{3ADC001C-7962-8D1C-E744-1BD11DD1ED51}"/>
                </a:ext>
              </a:extLst>
            </p:cNvPr>
            <p:cNvSpPr/>
            <p:nvPr/>
          </p:nvSpPr>
          <p:spPr>
            <a:xfrm>
              <a:off x="5497519" y="3787405"/>
              <a:ext cx="44433" cy="54230"/>
            </a:xfrm>
            <a:custGeom>
              <a:avLst/>
              <a:gdLst/>
              <a:ahLst/>
              <a:cxnLst/>
              <a:rect l="l" t="t" r="r" b="b"/>
              <a:pathLst>
                <a:path w="1102" h="1345" extrusionOk="0">
                  <a:moveTo>
                    <a:pt x="615" y="1"/>
                  </a:moveTo>
                  <a:lnTo>
                    <a:pt x="0" y="1058"/>
                  </a:lnTo>
                  <a:lnTo>
                    <a:pt x="501" y="1344"/>
                  </a:lnTo>
                  <a:lnTo>
                    <a:pt x="1101" y="286"/>
                  </a:lnTo>
                  <a:lnTo>
                    <a:pt x="615" y="1"/>
                  </a:ln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49">
              <a:extLst>
                <a:ext uri="{FF2B5EF4-FFF2-40B4-BE49-F238E27FC236}">
                  <a16:creationId xmlns:a16="http://schemas.microsoft.com/office/drawing/2014/main" id="{53A2E666-6FBB-0C24-4EAC-FA63EDD4351C}"/>
                </a:ext>
              </a:extLst>
            </p:cNvPr>
            <p:cNvSpPr/>
            <p:nvPr/>
          </p:nvSpPr>
          <p:spPr>
            <a:xfrm>
              <a:off x="5624886" y="3860624"/>
              <a:ext cx="28869" cy="28264"/>
            </a:xfrm>
            <a:custGeom>
              <a:avLst/>
              <a:gdLst/>
              <a:ahLst/>
              <a:cxnLst/>
              <a:rect l="l" t="t" r="r" b="b"/>
              <a:pathLst>
                <a:path w="716" h="701" extrusionOk="0">
                  <a:moveTo>
                    <a:pt x="557" y="0"/>
                  </a:moveTo>
                  <a:lnTo>
                    <a:pt x="0" y="143"/>
                  </a:lnTo>
                  <a:lnTo>
                    <a:pt x="157" y="700"/>
                  </a:lnTo>
                  <a:lnTo>
                    <a:pt x="715" y="557"/>
                  </a:lnTo>
                  <a:lnTo>
                    <a:pt x="557" y="0"/>
                  </a:lnTo>
                  <a:close/>
                </a:path>
              </a:pathLst>
            </a:custGeom>
            <a:solidFill>
              <a:srgbClr val="FFCC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49">
              <a:extLst>
                <a:ext uri="{FF2B5EF4-FFF2-40B4-BE49-F238E27FC236}">
                  <a16:creationId xmlns:a16="http://schemas.microsoft.com/office/drawing/2014/main" id="{DEFE4DBD-2B2B-2EFD-6DFF-A8F7CC5E17D5}"/>
                </a:ext>
              </a:extLst>
            </p:cNvPr>
            <p:cNvSpPr/>
            <p:nvPr/>
          </p:nvSpPr>
          <p:spPr>
            <a:xfrm>
              <a:off x="5579326" y="3809298"/>
              <a:ext cx="23103" cy="49069"/>
            </a:xfrm>
            <a:custGeom>
              <a:avLst/>
              <a:gdLst/>
              <a:ahLst/>
              <a:cxnLst/>
              <a:rect l="l" t="t" r="r" b="b"/>
              <a:pathLst>
                <a:path w="573" h="1217" extrusionOk="0">
                  <a:moveTo>
                    <a:pt x="1" y="1"/>
                  </a:moveTo>
                  <a:lnTo>
                    <a:pt x="1" y="1216"/>
                  </a:lnTo>
                  <a:lnTo>
                    <a:pt x="572" y="1216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49">
              <a:extLst>
                <a:ext uri="{FF2B5EF4-FFF2-40B4-BE49-F238E27FC236}">
                  <a16:creationId xmlns:a16="http://schemas.microsoft.com/office/drawing/2014/main" id="{D63C8EBF-B4AD-1787-7908-32D1DE3EBFDC}"/>
                </a:ext>
              </a:extLst>
            </p:cNvPr>
            <p:cNvSpPr/>
            <p:nvPr/>
          </p:nvSpPr>
          <p:spPr>
            <a:xfrm>
              <a:off x="5707258" y="3809298"/>
              <a:ext cx="32941" cy="32901"/>
            </a:xfrm>
            <a:custGeom>
              <a:avLst/>
              <a:gdLst/>
              <a:ahLst/>
              <a:cxnLst/>
              <a:rect l="l" t="t" r="r" b="b"/>
              <a:pathLst>
                <a:path w="817" h="816" extrusionOk="0">
                  <a:moveTo>
                    <a:pt x="401" y="1"/>
                  </a:moveTo>
                  <a:lnTo>
                    <a:pt x="1" y="401"/>
                  </a:lnTo>
                  <a:lnTo>
                    <a:pt x="416" y="816"/>
                  </a:lnTo>
                  <a:lnTo>
                    <a:pt x="816" y="416"/>
                  </a:lnTo>
                  <a:lnTo>
                    <a:pt x="401" y="1"/>
                  </a:lnTo>
                  <a:close/>
                </a:path>
              </a:pathLst>
            </a:custGeom>
            <a:solidFill>
              <a:srgbClr val="FFCC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49">
              <a:extLst>
                <a:ext uri="{FF2B5EF4-FFF2-40B4-BE49-F238E27FC236}">
                  <a16:creationId xmlns:a16="http://schemas.microsoft.com/office/drawing/2014/main" id="{622CB09E-66BB-BBD3-C526-CD09F710DE0F}"/>
                </a:ext>
              </a:extLst>
            </p:cNvPr>
            <p:cNvSpPr/>
            <p:nvPr/>
          </p:nvSpPr>
          <p:spPr>
            <a:xfrm>
              <a:off x="5638716" y="3787405"/>
              <a:ext cx="44392" cy="54230"/>
            </a:xfrm>
            <a:custGeom>
              <a:avLst/>
              <a:gdLst/>
              <a:ahLst/>
              <a:cxnLst/>
              <a:rect l="l" t="t" r="r" b="b"/>
              <a:pathLst>
                <a:path w="1101" h="1345" extrusionOk="0">
                  <a:moveTo>
                    <a:pt x="486" y="1"/>
                  </a:moveTo>
                  <a:lnTo>
                    <a:pt x="0" y="286"/>
                  </a:lnTo>
                  <a:lnTo>
                    <a:pt x="601" y="1344"/>
                  </a:lnTo>
                  <a:lnTo>
                    <a:pt x="1100" y="1058"/>
                  </a:lnTo>
                  <a:lnTo>
                    <a:pt x="486" y="1"/>
                  </a:ln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49">
              <a:extLst>
                <a:ext uri="{FF2B5EF4-FFF2-40B4-BE49-F238E27FC236}">
                  <a16:creationId xmlns:a16="http://schemas.microsoft.com/office/drawing/2014/main" id="{1CFB5BDC-8D0B-BFAB-5A09-6CEBA0FE1B50}"/>
                </a:ext>
              </a:extLst>
            </p:cNvPr>
            <p:cNvSpPr/>
            <p:nvPr/>
          </p:nvSpPr>
          <p:spPr>
            <a:xfrm>
              <a:off x="5758584" y="3726926"/>
              <a:ext cx="28869" cy="28264"/>
            </a:xfrm>
            <a:custGeom>
              <a:avLst/>
              <a:gdLst/>
              <a:ahLst/>
              <a:cxnLst/>
              <a:rect l="l" t="t" r="r" b="b"/>
              <a:pathLst>
                <a:path w="716" h="701" extrusionOk="0">
                  <a:moveTo>
                    <a:pt x="143" y="0"/>
                  </a:moveTo>
                  <a:lnTo>
                    <a:pt x="0" y="557"/>
                  </a:lnTo>
                  <a:lnTo>
                    <a:pt x="557" y="700"/>
                  </a:lnTo>
                  <a:lnTo>
                    <a:pt x="715" y="157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rgbClr val="FFCC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49">
              <a:extLst>
                <a:ext uri="{FF2B5EF4-FFF2-40B4-BE49-F238E27FC236}">
                  <a16:creationId xmlns:a16="http://schemas.microsoft.com/office/drawing/2014/main" id="{F179979B-11A2-15B0-85B4-BADDEBD5F351}"/>
                </a:ext>
              </a:extLst>
            </p:cNvPr>
            <p:cNvSpPr/>
            <p:nvPr/>
          </p:nvSpPr>
          <p:spPr>
            <a:xfrm>
              <a:off x="5685365" y="3740756"/>
              <a:ext cx="54230" cy="44392"/>
            </a:xfrm>
            <a:custGeom>
              <a:avLst/>
              <a:gdLst/>
              <a:ahLst/>
              <a:cxnLst/>
              <a:rect l="l" t="t" r="r" b="b"/>
              <a:pathLst>
                <a:path w="1345" h="1101" extrusionOk="0">
                  <a:moveTo>
                    <a:pt x="287" y="0"/>
                  </a:moveTo>
                  <a:lnTo>
                    <a:pt x="1" y="486"/>
                  </a:lnTo>
                  <a:lnTo>
                    <a:pt x="1058" y="1100"/>
                  </a:lnTo>
                  <a:lnTo>
                    <a:pt x="1344" y="601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49">
              <a:extLst>
                <a:ext uri="{FF2B5EF4-FFF2-40B4-BE49-F238E27FC236}">
                  <a16:creationId xmlns:a16="http://schemas.microsoft.com/office/drawing/2014/main" id="{1FBD5D5D-DD86-E5C3-49AE-3AE4F192617E}"/>
                </a:ext>
              </a:extLst>
            </p:cNvPr>
            <p:cNvSpPr/>
            <p:nvPr/>
          </p:nvSpPr>
          <p:spPr>
            <a:xfrm>
              <a:off x="5758584" y="3628951"/>
              <a:ext cx="28264" cy="28869"/>
            </a:xfrm>
            <a:custGeom>
              <a:avLst/>
              <a:gdLst/>
              <a:ahLst/>
              <a:cxnLst/>
              <a:rect l="l" t="t" r="r" b="b"/>
              <a:pathLst>
                <a:path w="701" h="716" extrusionOk="0">
                  <a:moveTo>
                    <a:pt x="557" y="0"/>
                  </a:moveTo>
                  <a:lnTo>
                    <a:pt x="0" y="157"/>
                  </a:lnTo>
                  <a:lnTo>
                    <a:pt x="143" y="715"/>
                  </a:lnTo>
                  <a:lnTo>
                    <a:pt x="700" y="557"/>
                  </a:lnTo>
                  <a:lnTo>
                    <a:pt x="557" y="0"/>
                  </a:lnTo>
                  <a:close/>
                </a:path>
              </a:pathLst>
            </a:custGeom>
            <a:solidFill>
              <a:srgbClr val="FFCC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9">
              <a:extLst>
                <a:ext uri="{FF2B5EF4-FFF2-40B4-BE49-F238E27FC236}">
                  <a16:creationId xmlns:a16="http://schemas.microsoft.com/office/drawing/2014/main" id="{F9F9FD34-5114-7C09-0F71-CD62CECDD0FC}"/>
                </a:ext>
              </a:extLst>
            </p:cNvPr>
            <p:cNvSpPr/>
            <p:nvPr/>
          </p:nvSpPr>
          <p:spPr>
            <a:xfrm>
              <a:off x="5706734" y="3680802"/>
              <a:ext cx="48989" cy="23103"/>
            </a:xfrm>
            <a:custGeom>
              <a:avLst/>
              <a:gdLst/>
              <a:ahLst/>
              <a:cxnLst/>
              <a:rect l="l" t="t" r="r" b="b"/>
              <a:pathLst>
                <a:path w="1215" h="573" extrusionOk="0">
                  <a:moveTo>
                    <a:pt x="0" y="1"/>
                  </a:moveTo>
                  <a:lnTo>
                    <a:pt x="0" y="573"/>
                  </a:lnTo>
                  <a:lnTo>
                    <a:pt x="1214" y="573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49">
              <a:extLst>
                <a:ext uri="{FF2B5EF4-FFF2-40B4-BE49-F238E27FC236}">
                  <a16:creationId xmlns:a16="http://schemas.microsoft.com/office/drawing/2014/main" id="{9C1EF8E1-CE3F-BEFF-BA6B-A00F808D018A}"/>
                </a:ext>
              </a:extLst>
            </p:cNvPr>
            <p:cNvSpPr/>
            <p:nvPr/>
          </p:nvSpPr>
          <p:spPr>
            <a:xfrm>
              <a:off x="5707258" y="3542508"/>
              <a:ext cx="32941" cy="32861"/>
            </a:xfrm>
            <a:custGeom>
              <a:avLst/>
              <a:gdLst/>
              <a:ahLst/>
              <a:cxnLst/>
              <a:rect l="l" t="t" r="r" b="b"/>
              <a:pathLst>
                <a:path w="817" h="815" extrusionOk="0">
                  <a:moveTo>
                    <a:pt x="416" y="0"/>
                  </a:moveTo>
                  <a:lnTo>
                    <a:pt x="1" y="414"/>
                  </a:lnTo>
                  <a:lnTo>
                    <a:pt x="401" y="815"/>
                  </a:lnTo>
                  <a:lnTo>
                    <a:pt x="816" y="401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rgbClr val="FFCC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9">
              <a:extLst>
                <a:ext uri="{FF2B5EF4-FFF2-40B4-BE49-F238E27FC236}">
                  <a16:creationId xmlns:a16="http://schemas.microsoft.com/office/drawing/2014/main" id="{D26A1BD3-4095-81C4-DB7B-9A4C81A782B8}"/>
                </a:ext>
              </a:extLst>
            </p:cNvPr>
            <p:cNvSpPr/>
            <p:nvPr/>
          </p:nvSpPr>
          <p:spPr>
            <a:xfrm>
              <a:off x="5685365" y="3599519"/>
              <a:ext cx="54230" cy="44473"/>
            </a:xfrm>
            <a:custGeom>
              <a:avLst/>
              <a:gdLst/>
              <a:ahLst/>
              <a:cxnLst/>
              <a:rect l="l" t="t" r="r" b="b"/>
              <a:pathLst>
                <a:path w="1345" h="1103" extrusionOk="0">
                  <a:moveTo>
                    <a:pt x="1058" y="1"/>
                  </a:moveTo>
                  <a:lnTo>
                    <a:pt x="1" y="616"/>
                  </a:lnTo>
                  <a:lnTo>
                    <a:pt x="287" y="1102"/>
                  </a:lnTo>
                  <a:lnTo>
                    <a:pt x="1344" y="502"/>
                  </a:lnTo>
                  <a:lnTo>
                    <a:pt x="1058" y="1"/>
                  </a:ln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9">
              <a:extLst>
                <a:ext uri="{FF2B5EF4-FFF2-40B4-BE49-F238E27FC236}">
                  <a16:creationId xmlns:a16="http://schemas.microsoft.com/office/drawing/2014/main" id="{E90CD2D5-AD60-34A1-6482-17A1E66F9062}"/>
                </a:ext>
              </a:extLst>
            </p:cNvPr>
            <p:cNvSpPr/>
            <p:nvPr/>
          </p:nvSpPr>
          <p:spPr>
            <a:xfrm>
              <a:off x="5624886" y="3495818"/>
              <a:ext cx="28264" cy="28305"/>
            </a:xfrm>
            <a:custGeom>
              <a:avLst/>
              <a:gdLst/>
              <a:ahLst/>
              <a:cxnLst/>
              <a:rect l="l" t="t" r="r" b="b"/>
              <a:pathLst>
                <a:path w="701" h="702" extrusionOk="0">
                  <a:moveTo>
                    <a:pt x="157" y="0"/>
                  </a:moveTo>
                  <a:lnTo>
                    <a:pt x="0" y="558"/>
                  </a:lnTo>
                  <a:lnTo>
                    <a:pt x="557" y="701"/>
                  </a:lnTo>
                  <a:lnTo>
                    <a:pt x="700" y="143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FFCC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49">
              <a:extLst>
                <a:ext uri="{FF2B5EF4-FFF2-40B4-BE49-F238E27FC236}">
                  <a16:creationId xmlns:a16="http://schemas.microsoft.com/office/drawing/2014/main" id="{0DC1363F-B646-D20B-6E6A-A46344BFCE9F}"/>
                </a:ext>
              </a:extLst>
            </p:cNvPr>
            <p:cNvSpPr/>
            <p:nvPr/>
          </p:nvSpPr>
          <p:spPr>
            <a:xfrm>
              <a:off x="5638716" y="3543072"/>
              <a:ext cx="44392" cy="54190"/>
            </a:xfrm>
            <a:custGeom>
              <a:avLst/>
              <a:gdLst/>
              <a:ahLst/>
              <a:cxnLst/>
              <a:rect l="l" t="t" r="r" b="b"/>
              <a:pathLst>
                <a:path w="1101" h="1344" extrusionOk="0">
                  <a:moveTo>
                    <a:pt x="601" y="0"/>
                  </a:moveTo>
                  <a:lnTo>
                    <a:pt x="0" y="1058"/>
                  </a:lnTo>
                  <a:lnTo>
                    <a:pt x="486" y="1344"/>
                  </a:lnTo>
                  <a:lnTo>
                    <a:pt x="1100" y="286"/>
                  </a:lnTo>
                  <a:lnTo>
                    <a:pt x="601" y="0"/>
                  </a:ln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9">
              <a:extLst>
                <a:ext uri="{FF2B5EF4-FFF2-40B4-BE49-F238E27FC236}">
                  <a16:creationId xmlns:a16="http://schemas.microsoft.com/office/drawing/2014/main" id="{1123B3A2-FE68-D41B-1F76-38FCCA5A65A1}"/>
                </a:ext>
              </a:extLst>
            </p:cNvPr>
            <p:cNvSpPr/>
            <p:nvPr/>
          </p:nvSpPr>
          <p:spPr>
            <a:xfrm>
              <a:off x="5527476" y="3495818"/>
              <a:ext cx="28305" cy="28305"/>
            </a:xfrm>
            <a:custGeom>
              <a:avLst/>
              <a:gdLst/>
              <a:ahLst/>
              <a:cxnLst/>
              <a:rect l="l" t="t" r="r" b="b"/>
              <a:pathLst>
                <a:path w="702" h="702" extrusionOk="0">
                  <a:moveTo>
                    <a:pt x="543" y="0"/>
                  </a:moveTo>
                  <a:lnTo>
                    <a:pt x="0" y="143"/>
                  </a:lnTo>
                  <a:lnTo>
                    <a:pt x="143" y="701"/>
                  </a:lnTo>
                  <a:lnTo>
                    <a:pt x="701" y="558"/>
                  </a:lnTo>
                  <a:lnTo>
                    <a:pt x="543" y="0"/>
                  </a:lnTo>
                  <a:close/>
                </a:path>
              </a:pathLst>
            </a:custGeom>
            <a:solidFill>
              <a:srgbClr val="FFCC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0" name="Google Shape;1480;p49">
            <a:extLst>
              <a:ext uri="{FF2B5EF4-FFF2-40B4-BE49-F238E27FC236}">
                <a16:creationId xmlns:a16="http://schemas.microsoft.com/office/drawing/2014/main" id="{D49696BF-AA60-9BC7-96F0-A1179F798E86}"/>
              </a:ext>
            </a:extLst>
          </p:cNvPr>
          <p:cNvGrpSpPr/>
          <p:nvPr/>
        </p:nvGrpSpPr>
        <p:grpSpPr>
          <a:xfrm>
            <a:off x="3427742" y="3737645"/>
            <a:ext cx="388910" cy="452437"/>
            <a:chOff x="4741420" y="4209262"/>
            <a:chExt cx="338890" cy="394246"/>
          </a:xfrm>
        </p:grpSpPr>
        <p:sp>
          <p:nvSpPr>
            <p:cNvPr id="1481" name="Google Shape;1481;p49">
              <a:extLst>
                <a:ext uri="{FF2B5EF4-FFF2-40B4-BE49-F238E27FC236}">
                  <a16:creationId xmlns:a16="http://schemas.microsoft.com/office/drawing/2014/main" id="{3949DCAF-D6F5-4B48-3FE8-5E0E8B2B332A}"/>
                </a:ext>
              </a:extLst>
            </p:cNvPr>
            <p:cNvSpPr/>
            <p:nvPr/>
          </p:nvSpPr>
          <p:spPr>
            <a:xfrm>
              <a:off x="4910840" y="4209262"/>
              <a:ext cx="77253" cy="73261"/>
            </a:xfrm>
            <a:custGeom>
              <a:avLst/>
              <a:gdLst/>
              <a:ahLst/>
              <a:cxnLst/>
              <a:rect l="l" t="t" r="r" b="b"/>
              <a:pathLst>
                <a:path w="1916" h="1817" extrusionOk="0">
                  <a:moveTo>
                    <a:pt x="987" y="0"/>
                  </a:moveTo>
                  <a:cubicBezTo>
                    <a:pt x="444" y="0"/>
                    <a:pt x="0" y="444"/>
                    <a:pt x="0" y="987"/>
                  </a:cubicBezTo>
                  <a:lnTo>
                    <a:pt x="0" y="1816"/>
                  </a:lnTo>
                  <a:lnTo>
                    <a:pt x="915" y="1816"/>
                  </a:lnTo>
                  <a:cubicBezTo>
                    <a:pt x="1473" y="1816"/>
                    <a:pt x="1916" y="1373"/>
                    <a:pt x="1916" y="829"/>
                  </a:cubicBezTo>
                  <a:lnTo>
                    <a:pt x="1916" y="0"/>
                  </a:lnTo>
                  <a:close/>
                </a:path>
              </a:pathLst>
            </a:custGeom>
            <a:solidFill>
              <a:srgbClr val="A2B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9">
              <a:extLst>
                <a:ext uri="{FF2B5EF4-FFF2-40B4-BE49-F238E27FC236}">
                  <a16:creationId xmlns:a16="http://schemas.microsoft.com/office/drawing/2014/main" id="{8EC4A5B9-63D1-7203-CF85-FEA0346C8714}"/>
                </a:ext>
              </a:extLst>
            </p:cNvPr>
            <p:cNvSpPr/>
            <p:nvPr/>
          </p:nvSpPr>
          <p:spPr>
            <a:xfrm>
              <a:off x="4854353" y="4209866"/>
              <a:ext cx="68060" cy="133137"/>
            </a:xfrm>
            <a:custGeom>
              <a:avLst/>
              <a:gdLst/>
              <a:ahLst/>
              <a:cxnLst/>
              <a:rect l="l" t="t" r="r" b="b"/>
              <a:pathLst>
                <a:path w="1688" h="3302" extrusionOk="0">
                  <a:moveTo>
                    <a:pt x="1" y="0"/>
                  </a:moveTo>
                  <a:lnTo>
                    <a:pt x="1" y="572"/>
                  </a:lnTo>
                  <a:cubicBezTo>
                    <a:pt x="616" y="572"/>
                    <a:pt x="1115" y="1087"/>
                    <a:pt x="1115" y="1701"/>
                  </a:cubicBezTo>
                  <a:lnTo>
                    <a:pt x="1115" y="3301"/>
                  </a:lnTo>
                  <a:lnTo>
                    <a:pt x="1687" y="3301"/>
                  </a:lnTo>
                  <a:lnTo>
                    <a:pt x="1687" y="1701"/>
                  </a:lnTo>
                  <a:cubicBezTo>
                    <a:pt x="1687" y="757"/>
                    <a:pt x="930" y="0"/>
                    <a:pt x="1" y="0"/>
                  </a:cubicBez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9">
              <a:extLst>
                <a:ext uri="{FF2B5EF4-FFF2-40B4-BE49-F238E27FC236}">
                  <a16:creationId xmlns:a16="http://schemas.microsoft.com/office/drawing/2014/main" id="{6D0A2C0A-700E-6368-1CB2-8583A5786DF5}"/>
                </a:ext>
              </a:extLst>
            </p:cNvPr>
            <p:cNvSpPr/>
            <p:nvPr/>
          </p:nvSpPr>
          <p:spPr>
            <a:xfrm>
              <a:off x="4741420" y="4313607"/>
              <a:ext cx="338890" cy="289901"/>
            </a:xfrm>
            <a:custGeom>
              <a:avLst/>
              <a:gdLst/>
              <a:ahLst/>
              <a:cxnLst/>
              <a:rect l="l" t="t" r="r" b="b"/>
              <a:pathLst>
                <a:path w="8405" h="7190" extrusionOk="0">
                  <a:moveTo>
                    <a:pt x="2459" y="0"/>
                  </a:moveTo>
                  <a:cubicBezTo>
                    <a:pt x="2245" y="0"/>
                    <a:pt x="2045" y="29"/>
                    <a:pt x="1845" y="86"/>
                  </a:cubicBezTo>
                  <a:cubicBezTo>
                    <a:pt x="1187" y="257"/>
                    <a:pt x="644" y="700"/>
                    <a:pt x="329" y="1315"/>
                  </a:cubicBezTo>
                  <a:cubicBezTo>
                    <a:pt x="29" y="1915"/>
                    <a:pt x="0" y="2615"/>
                    <a:pt x="244" y="3244"/>
                  </a:cubicBezTo>
                  <a:lnTo>
                    <a:pt x="1273" y="5874"/>
                  </a:lnTo>
                  <a:cubicBezTo>
                    <a:pt x="1429" y="6274"/>
                    <a:pt x="1687" y="6604"/>
                    <a:pt x="2045" y="6832"/>
                  </a:cubicBezTo>
                  <a:cubicBezTo>
                    <a:pt x="2388" y="7061"/>
                    <a:pt x="2773" y="7189"/>
                    <a:pt x="3188" y="7189"/>
                  </a:cubicBezTo>
                  <a:cubicBezTo>
                    <a:pt x="3373" y="7189"/>
                    <a:pt x="3545" y="7160"/>
                    <a:pt x="3716" y="7118"/>
                  </a:cubicBezTo>
                  <a:cubicBezTo>
                    <a:pt x="3888" y="7075"/>
                    <a:pt x="4046" y="7004"/>
                    <a:pt x="4202" y="6918"/>
                  </a:cubicBezTo>
                  <a:cubicBezTo>
                    <a:pt x="4345" y="7004"/>
                    <a:pt x="4517" y="7075"/>
                    <a:pt x="4675" y="7118"/>
                  </a:cubicBezTo>
                  <a:cubicBezTo>
                    <a:pt x="4846" y="7160"/>
                    <a:pt x="5031" y="7189"/>
                    <a:pt x="5218" y="7189"/>
                  </a:cubicBezTo>
                  <a:cubicBezTo>
                    <a:pt x="5618" y="7189"/>
                    <a:pt x="6018" y="7061"/>
                    <a:pt x="6361" y="6832"/>
                  </a:cubicBezTo>
                  <a:cubicBezTo>
                    <a:pt x="6704" y="6604"/>
                    <a:pt x="6975" y="6274"/>
                    <a:pt x="7133" y="5874"/>
                  </a:cubicBezTo>
                  <a:lnTo>
                    <a:pt x="8162" y="3244"/>
                  </a:lnTo>
                  <a:cubicBezTo>
                    <a:pt x="8405" y="2615"/>
                    <a:pt x="8376" y="1915"/>
                    <a:pt x="8062" y="1315"/>
                  </a:cubicBezTo>
                  <a:cubicBezTo>
                    <a:pt x="7762" y="700"/>
                    <a:pt x="7219" y="257"/>
                    <a:pt x="6561" y="86"/>
                  </a:cubicBezTo>
                  <a:cubicBezTo>
                    <a:pt x="6361" y="29"/>
                    <a:pt x="6146" y="0"/>
                    <a:pt x="5946" y="0"/>
                  </a:cubicBezTo>
                  <a:cubicBezTo>
                    <a:pt x="5561" y="0"/>
                    <a:pt x="5174" y="100"/>
                    <a:pt x="4831" y="286"/>
                  </a:cubicBezTo>
                  <a:cubicBezTo>
                    <a:pt x="4631" y="385"/>
                    <a:pt x="4417" y="443"/>
                    <a:pt x="4202" y="443"/>
                  </a:cubicBezTo>
                  <a:cubicBezTo>
                    <a:pt x="3989" y="443"/>
                    <a:pt x="3760" y="385"/>
                    <a:pt x="3573" y="286"/>
                  </a:cubicBezTo>
                  <a:cubicBezTo>
                    <a:pt x="3230" y="100"/>
                    <a:pt x="2845" y="0"/>
                    <a:pt x="2459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4" name="Google Shape;1484;p49">
            <a:extLst>
              <a:ext uri="{FF2B5EF4-FFF2-40B4-BE49-F238E27FC236}">
                <a16:creationId xmlns:a16="http://schemas.microsoft.com/office/drawing/2014/main" id="{D89A3540-7139-3A65-425F-C13E7059DBF9}"/>
              </a:ext>
            </a:extLst>
          </p:cNvPr>
          <p:cNvGrpSpPr/>
          <p:nvPr/>
        </p:nvGrpSpPr>
        <p:grpSpPr>
          <a:xfrm>
            <a:off x="7229633" y="3738251"/>
            <a:ext cx="388308" cy="451226"/>
            <a:chOff x="5421437" y="4209745"/>
            <a:chExt cx="338365" cy="393191"/>
          </a:xfrm>
        </p:grpSpPr>
        <p:sp>
          <p:nvSpPr>
            <p:cNvPr id="1485" name="Google Shape;1485;p49">
              <a:extLst>
                <a:ext uri="{FF2B5EF4-FFF2-40B4-BE49-F238E27FC236}">
                  <a16:creationId xmlns:a16="http://schemas.microsoft.com/office/drawing/2014/main" id="{3C03F884-9A0E-2B4C-8A87-0174F031A568}"/>
                </a:ext>
              </a:extLst>
            </p:cNvPr>
            <p:cNvSpPr/>
            <p:nvPr/>
          </p:nvSpPr>
          <p:spPr>
            <a:xfrm>
              <a:off x="5421437" y="4209745"/>
              <a:ext cx="338365" cy="296392"/>
            </a:xfrm>
            <a:custGeom>
              <a:avLst/>
              <a:gdLst/>
              <a:ahLst/>
              <a:cxnLst/>
              <a:rect l="l" t="t" r="r" b="b"/>
              <a:pathLst>
                <a:path w="8392" h="7351" extrusionOk="0">
                  <a:moveTo>
                    <a:pt x="4189" y="0"/>
                  </a:moveTo>
                  <a:cubicBezTo>
                    <a:pt x="4156" y="0"/>
                    <a:pt x="4122" y="1"/>
                    <a:pt x="4088" y="3"/>
                  </a:cubicBezTo>
                  <a:cubicBezTo>
                    <a:pt x="3688" y="32"/>
                    <a:pt x="3303" y="188"/>
                    <a:pt x="3002" y="474"/>
                  </a:cubicBezTo>
                  <a:cubicBezTo>
                    <a:pt x="2702" y="746"/>
                    <a:pt x="2516" y="1103"/>
                    <a:pt x="2459" y="1490"/>
                  </a:cubicBezTo>
                  <a:cubicBezTo>
                    <a:pt x="2045" y="1604"/>
                    <a:pt x="1658" y="1846"/>
                    <a:pt x="1387" y="2176"/>
                  </a:cubicBezTo>
                  <a:cubicBezTo>
                    <a:pt x="1044" y="2576"/>
                    <a:pt x="858" y="3076"/>
                    <a:pt x="858" y="3605"/>
                  </a:cubicBezTo>
                  <a:cubicBezTo>
                    <a:pt x="858" y="3819"/>
                    <a:pt x="886" y="4034"/>
                    <a:pt x="944" y="4234"/>
                  </a:cubicBezTo>
                  <a:cubicBezTo>
                    <a:pt x="715" y="4334"/>
                    <a:pt x="515" y="4491"/>
                    <a:pt x="358" y="4691"/>
                  </a:cubicBezTo>
                  <a:cubicBezTo>
                    <a:pt x="129" y="4977"/>
                    <a:pt x="0" y="5349"/>
                    <a:pt x="0" y="5721"/>
                  </a:cubicBezTo>
                  <a:cubicBezTo>
                    <a:pt x="0" y="6621"/>
                    <a:pt x="730" y="7350"/>
                    <a:pt x="1630" y="7350"/>
                  </a:cubicBezTo>
                  <a:lnTo>
                    <a:pt x="6747" y="7350"/>
                  </a:lnTo>
                  <a:cubicBezTo>
                    <a:pt x="7648" y="7350"/>
                    <a:pt x="8391" y="6621"/>
                    <a:pt x="8391" y="5721"/>
                  </a:cubicBezTo>
                  <a:cubicBezTo>
                    <a:pt x="8391" y="5349"/>
                    <a:pt x="8262" y="4977"/>
                    <a:pt x="8019" y="4691"/>
                  </a:cubicBezTo>
                  <a:cubicBezTo>
                    <a:pt x="7862" y="4491"/>
                    <a:pt x="7662" y="4334"/>
                    <a:pt x="7433" y="4234"/>
                  </a:cubicBezTo>
                  <a:cubicBezTo>
                    <a:pt x="7490" y="4034"/>
                    <a:pt x="7519" y="3819"/>
                    <a:pt x="7519" y="3605"/>
                  </a:cubicBezTo>
                  <a:cubicBezTo>
                    <a:pt x="7519" y="3076"/>
                    <a:pt x="7333" y="2576"/>
                    <a:pt x="7004" y="2176"/>
                  </a:cubicBezTo>
                  <a:cubicBezTo>
                    <a:pt x="6718" y="1846"/>
                    <a:pt x="6333" y="1604"/>
                    <a:pt x="5918" y="1490"/>
                  </a:cubicBezTo>
                  <a:cubicBezTo>
                    <a:pt x="5861" y="1118"/>
                    <a:pt x="5689" y="775"/>
                    <a:pt x="5418" y="503"/>
                  </a:cubicBezTo>
                  <a:cubicBezTo>
                    <a:pt x="5084" y="183"/>
                    <a:pt x="4652" y="0"/>
                    <a:pt x="4189" y="0"/>
                  </a:cubicBez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9">
              <a:extLst>
                <a:ext uri="{FF2B5EF4-FFF2-40B4-BE49-F238E27FC236}">
                  <a16:creationId xmlns:a16="http://schemas.microsoft.com/office/drawing/2014/main" id="{ABA3A38C-4195-775C-7F6D-15093C1C9160}"/>
                </a:ext>
              </a:extLst>
            </p:cNvPr>
            <p:cNvSpPr/>
            <p:nvPr/>
          </p:nvSpPr>
          <p:spPr>
            <a:xfrm>
              <a:off x="5536669" y="4310140"/>
              <a:ext cx="107251" cy="281272"/>
            </a:xfrm>
            <a:custGeom>
              <a:avLst/>
              <a:gdLst/>
              <a:ahLst/>
              <a:cxnLst/>
              <a:rect l="l" t="t" r="r" b="b"/>
              <a:pathLst>
                <a:path w="2660" h="6976" extrusionOk="0">
                  <a:moveTo>
                    <a:pt x="1045" y="0"/>
                  </a:moveTo>
                  <a:lnTo>
                    <a:pt x="1045" y="858"/>
                  </a:lnTo>
                  <a:lnTo>
                    <a:pt x="401" y="229"/>
                  </a:lnTo>
                  <a:lnTo>
                    <a:pt x="1" y="629"/>
                  </a:lnTo>
                  <a:lnTo>
                    <a:pt x="1045" y="1672"/>
                  </a:lnTo>
                  <a:lnTo>
                    <a:pt x="1045" y="2916"/>
                  </a:lnTo>
                  <a:lnTo>
                    <a:pt x="401" y="2287"/>
                  </a:lnTo>
                  <a:lnTo>
                    <a:pt x="1" y="2687"/>
                  </a:lnTo>
                  <a:lnTo>
                    <a:pt x="1045" y="3730"/>
                  </a:lnTo>
                  <a:lnTo>
                    <a:pt x="1045" y="6975"/>
                  </a:lnTo>
                  <a:lnTo>
                    <a:pt x="1617" y="6975"/>
                  </a:lnTo>
                  <a:lnTo>
                    <a:pt x="1617" y="2701"/>
                  </a:lnTo>
                  <a:lnTo>
                    <a:pt x="2660" y="1658"/>
                  </a:lnTo>
                  <a:lnTo>
                    <a:pt x="2259" y="1258"/>
                  </a:lnTo>
                  <a:lnTo>
                    <a:pt x="1617" y="1887"/>
                  </a:lnTo>
                  <a:lnTo>
                    <a:pt x="1617" y="0"/>
                  </a:lnTo>
                  <a:close/>
                </a:path>
              </a:pathLst>
            </a:custGeom>
            <a:solidFill>
              <a:srgbClr val="774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9">
              <a:extLst>
                <a:ext uri="{FF2B5EF4-FFF2-40B4-BE49-F238E27FC236}">
                  <a16:creationId xmlns:a16="http://schemas.microsoft.com/office/drawing/2014/main" id="{728E9E63-A79F-028E-09E9-7F0547D4EED1}"/>
                </a:ext>
              </a:extLst>
            </p:cNvPr>
            <p:cNvSpPr/>
            <p:nvPr/>
          </p:nvSpPr>
          <p:spPr>
            <a:xfrm>
              <a:off x="5484254" y="4579833"/>
              <a:ext cx="212688" cy="23103"/>
            </a:xfrm>
            <a:custGeom>
              <a:avLst/>
              <a:gdLst/>
              <a:ahLst/>
              <a:cxnLst/>
              <a:rect l="l" t="t" r="r" b="b"/>
              <a:pathLst>
                <a:path w="5275" h="573" extrusionOk="0">
                  <a:moveTo>
                    <a:pt x="1" y="1"/>
                  </a:moveTo>
                  <a:lnTo>
                    <a:pt x="1" y="572"/>
                  </a:lnTo>
                  <a:lnTo>
                    <a:pt x="5275" y="572"/>
                  </a:lnTo>
                  <a:lnTo>
                    <a:pt x="5275" y="1"/>
                  </a:lnTo>
                  <a:close/>
                </a:path>
              </a:pathLst>
            </a:custGeom>
            <a:solidFill>
              <a:srgbClr val="A2B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82999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2">
          <a:extLst>
            <a:ext uri="{FF2B5EF4-FFF2-40B4-BE49-F238E27FC236}">
              <a16:creationId xmlns:a16="http://schemas.microsoft.com/office/drawing/2014/main" id="{3496DA97-E80B-22DC-AAC5-9804E84CB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37">
            <a:extLst>
              <a:ext uri="{FF2B5EF4-FFF2-40B4-BE49-F238E27FC236}">
                <a16:creationId xmlns:a16="http://schemas.microsoft.com/office/drawing/2014/main" id="{E34F31D3-1436-08D1-9277-778E493CBE92}"/>
              </a:ext>
            </a:extLst>
          </p:cNvPr>
          <p:cNvSpPr/>
          <p:nvPr/>
        </p:nvSpPr>
        <p:spPr>
          <a:xfrm flipH="1">
            <a:off x="1513763" y="404875"/>
            <a:ext cx="6116475" cy="843325"/>
          </a:xfrm>
          <a:custGeom>
            <a:avLst/>
            <a:gdLst/>
            <a:ahLst/>
            <a:cxnLst/>
            <a:rect l="l" t="t" r="r" b="b"/>
            <a:pathLst>
              <a:path w="244659" h="33733" extrusionOk="0">
                <a:moveTo>
                  <a:pt x="3896" y="4933"/>
                </a:moveTo>
                <a:lnTo>
                  <a:pt x="9611" y="0"/>
                </a:lnTo>
                <a:lnTo>
                  <a:pt x="97335" y="648"/>
                </a:lnTo>
                <a:lnTo>
                  <a:pt x="175247" y="1214"/>
                </a:lnTo>
                <a:lnTo>
                  <a:pt x="239843" y="931"/>
                </a:lnTo>
                <a:lnTo>
                  <a:pt x="244376" y="6881"/>
                </a:lnTo>
                <a:lnTo>
                  <a:pt x="244659" y="21330"/>
                </a:lnTo>
                <a:lnTo>
                  <a:pt x="240693" y="28979"/>
                </a:lnTo>
                <a:lnTo>
                  <a:pt x="235027" y="32946"/>
                </a:lnTo>
                <a:lnTo>
                  <a:pt x="164481" y="32946"/>
                </a:lnTo>
                <a:lnTo>
                  <a:pt x="91102" y="32662"/>
                </a:lnTo>
                <a:lnTo>
                  <a:pt x="11169" y="33733"/>
                </a:lnTo>
                <a:lnTo>
                  <a:pt x="2858" y="28482"/>
                </a:lnTo>
                <a:lnTo>
                  <a:pt x="0" y="13844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5400000" algn="bl" rotWithShape="0">
              <a:srgbClr val="9A80C1">
                <a:alpha val="8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898" name="Google Shape;898;p37">
            <a:extLst>
              <a:ext uri="{FF2B5EF4-FFF2-40B4-BE49-F238E27FC236}">
                <a16:creationId xmlns:a16="http://schemas.microsoft.com/office/drawing/2014/main" id="{AB32DE0E-7522-BCA2-0732-13CA0CC5C8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Challenges</a:t>
            </a:r>
            <a:endParaRPr dirty="0"/>
          </a:p>
        </p:txBody>
      </p:sp>
      <p:graphicFrame>
        <p:nvGraphicFramePr>
          <p:cNvPr id="2" name="Google Shape;1386;p47">
            <a:extLst>
              <a:ext uri="{FF2B5EF4-FFF2-40B4-BE49-F238E27FC236}">
                <a16:creationId xmlns:a16="http://schemas.microsoft.com/office/drawing/2014/main" id="{E3AC6C4E-815A-DC84-05DE-86A0F9E6E1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5738246"/>
              </p:ext>
            </p:extLst>
          </p:nvPr>
        </p:nvGraphicFramePr>
        <p:xfrm>
          <a:off x="318565" y="1656660"/>
          <a:ext cx="8613057" cy="2914325"/>
        </p:xfrm>
        <a:graphic>
          <a:graphicData uri="http://schemas.openxmlformats.org/drawingml/2006/table">
            <a:tbl>
              <a:tblPr>
                <a:noFill/>
                <a:tableStyleId>{90535294-36AE-4AAC-83D8-889A82E35E47}</a:tableStyleId>
              </a:tblPr>
              <a:tblGrid>
                <a:gridCol w="1126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2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93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694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lt1"/>
                        </a:solidFill>
                        <a:latin typeface="Freckle Face"/>
                        <a:ea typeface="Freckle Face"/>
                        <a:cs typeface="Freckle Face"/>
                        <a:sym typeface="Freckle Face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800" dirty="0" err="1">
                          <a:solidFill>
                            <a:schemeClr val="lt1"/>
                          </a:solidFill>
                          <a:latin typeface="Freckle Face"/>
                          <a:ea typeface="Freckle Face"/>
                          <a:cs typeface="Freckle Face"/>
                          <a:sym typeface="Freckle Face"/>
                        </a:rPr>
                        <a:t>Narrative</a:t>
                      </a:r>
                      <a:r>
                        <a:rPr lang="pl-PL" sz="1800" dirty="0">
                          <a:solidFill>
                            <a:schemeClr val="lt1"/>
                          </a:solidFill>
                          <a:latin typeface="Freckle Face"/>
                          <a:ea typeface="Freckle Face"/>
                          <a:cs typeface="Freckle Face"/>
                          <a:sym typeface="Freckle Face"/>
                        </a:rPr>
                        <a:t> </a:t>
                      </a:r>
                      <a:r>
                        <a:rPr lang="pl-PL" sz="1800" dirty="0" err="1">
                          <a:solidFill>
                            <a:schemeClr val="lt1"/>
                          </a:solidFill>
                          <a:latin typeface="Freckle Face"/>
                          <a:ea typeface="Freckle Face"/>
                          <a:cs typeface="Freckle Face"/>
                          <a:sym typeface="Freckle Face"/>
                        </a:rPr>
                        <a:t>Noise</a:t>
                      </a:r>
                      <a:endParaRPr lang="pl-PL" sz="1800" dirty="0">
                        <a:solidFill>
                          <a:schemeClr val="lt1"/>
                        </a:solidFill>
                        <a:latin typeface="Freckle Face"/>
                        <a:ea typeface="Freckle Face"/>
                        <a:cs typeface="Freckle Face"/>
                        <a:sym typeface="Freckle Face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l-PL" sz="1800" dirty="0">
                          <a:solidFill>
                            <a:schemeClr val="lt1"/>
                          </a:solidFill>
                          <a:latin typeface="Freckle Face"/>
                          <a:ea typeface="Freckle Face"/>
                          <a:cs typeface="Freckle Face"/>
                          <a:sym typeface="Freckle Face"/>
                        </a:rPr>
                        <a:t>The "Super-Cluster"</a:t>
                      </a: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93156"/>
                          </a:solidFill>
                          <a:effectLst/>
                          <a:uLnTx/>
                          <a:uFillTx/>
                          <a:latin typeface="Coda"/>
                          <a:sym typeface="Coda"/>
                        </a:rPr>
                        <a:t>Issue</a:t>
                      </a:r>
                      <a:endParaRPr sz="1600"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3156"/>
                        </a:buClr>
                        <a:buSzPts val="16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93156"/>
                          </a:solidFill>
                          <a:effectLst/>
                          <a:uLnTx/>
                          <a:uFillTx/>
                          <a:latin typeface="Coda"/>
                          <a:sym typeface="Coda"/>
                        </a:rPr>
                        <a:t>Initial models were dominated by common storytelling verbs (went, saw, looked, time). </a:t>
                      </a:r>
                      <a:endParaRPr kumimoji="0" lang="pl-PL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93156"/>
                        </a:solidFill>
                        <a:effectLst/>
                        <a:uLnTx/>
                        <a:uFillTx/>
                        <a:latin typeface="Coda"/>
                        <a:sym typeface="Coda"/>
                      </a:endParaRPr>
                    </a:p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3156"/>
                        </a:buClr>
                        <a:buSzPts val="16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93156"/>
                          </a:solidFill>
                          <a:effectLst/>
                          <a:uLnTx/>
                          <a:uFillTx/>
                          <a:latin typeface="Coda"/>
                          <a:sym typeface="Coda"/>
                        </a:rPr>
                        <a:t>The model clustered by writing style rather than content.</a:t>
                      </a:r>
                      <a:endParaRPr kumimoji="0" lang="pl-PL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93156"/>
                        </a:solidFill>
                        <a:effectLst/>
                        <a:uLnTx/>
                        <a:uFillTx/>
                        <a:latin typeface="Coda"/>
                        <a:sym typeface="Coda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93156"/>
                        </a:buClr>
                        <a:buSzPts val="16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93156"/>
                          </a:solidFill>
                          <a:effectLst/>
                          <a:uLnTx/>
                          <a:uFillTx/>
                          <a:latin typeface="Coda"/>
                          <a:sym typeface="Coda"/>
                        </a:rPr>
                        <a:t>Early iterations grouped ~60% of data into one generic "Topic 0".</a:t>
                      </a:r>
                      <a:endParaRPr kumimoji="0" lang="pl-PL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93156"/>
                        </a:solidFill>
                        <a:effectLst/>
                        <a:uLnTx/>
                        <a:uFillTx/>
                        <a:latin typeface="Coda"/>
                        <a:sym typeface="Coda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8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93156"/>
                          </a:solidFill>
                          <a:effectLst/>
                          <a:uLnTx/>
                          <a:uFillTx/>
                          <a:latin typeface="Coda"/>
                          <a:sym typeface="Coda"/>
                        </a:rPr>
                        <a:t>Solution</a:t>
                      </a:r>
                      <a:endParaRPr sz="1600"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93156"/>
                          </a:solidFill>
                          <a:effectLst/>
                          <a:uLnTx/>
                          <a:uFillTx/>
                          <a:latin typeface="Coda"/>
                          <a:sym typeface="Coda"/>
                        </a:rPr>
                        <a:t>Engineering a domain-specific </a:t>
                      </a:r>
                      <a:r>
                        <a:rPr kumimoji="0" lang="en-US" sz="11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93156"/>
                          </a:solidFill>
                          <a:effectLst/>
                          <a:uLnTx/>
                          <a:uFillTx/>
                          <a:latin typeface="Coda"/>
                          <a:sym typeface="Coda"/>
                        </a:rPr>
                        <a:t>stopword</a:t>
                      </a: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93156"/>
                          </a:solidFill>
                          <a:effectLst/>
                          <a:uLnTx/>
                          <a:uFillTx/>
                          <a:latin typeface="Coda"/>
                          <a:sym typeface="Coda"/>
                        </a:rPr>
                        <a:t> list.</a:t>
                      </a:r>
                      <a:r>
                        <a:rPr kumimoji="0" lang="pl-PL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93156"/>
                          </a:solidFill>
                          <a:effectLst/>
                          <a:uLnTx/>
                          <a:uFillTx/>
                          <a:latin typeface="Coda"/>
                          <a:sym typeface="Coda"/>
                        </a:rPr>
                        <a:t> </a:t>
                      </a:r>
                    </a:p>
                    <a:p>
                      <a:pPr marL="171450" lvl="0" indent="-17145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93156"/>
                          </a:solidFill>
                          <a:effectLst/>
                          <a:uLnTx/>
                          <a:uFillTx/>
                          <a:latin typeface="Coda"/>
                          <a:sym typeface="Coda"/>
                        </a:rPr>
                        <a:t>Removed generic narrative fillers</a:t>
                      </a:r>
                      <a:r>
                        <a:rPr kumimoji="0" lang="pl-PL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93156"/>
                          </a:solidFill>
                          <a:effectLst/>
                          <a:uLnTx/>
                          <a:uFillTx/>
                          <a:latin typeface="Coda"/>
                          <a:sym typeface="Coda"/>
                        </a:rPr>
                        <a:t>, </a:t>
                      </a: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93156"/>
                          </a:solidFill>
                          <a:effectLst/>
                          <a:uLnTx/>
                          <a:uFillTx/>
                          <a:latin typeface="Coda"/>
                          <a:sym typeface="Coda"/>
                        </a:rPr>
                        <a:t>common background terms (forest, woods) to force the model to focus on unique details.</a:t>
                      </a:r>
                      <a:endParaRPr sz="1100"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93156"/>
                          </a:solidFill>
                          <a:effectLst/>
                          <a:uLnTx/>
                          <a:uFillTx/>
                          <a:latin typeface="Coda"/>
                          <a:sym typeface="Coda"/>
                        </a:rPr>
                        <a:t>Hyperparameter Tuning</a:t>
                      </a:r>
                      <a:endParaRPr kumimoji="0" lang="pl-PL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93156"/>
                        </a:solidFill>
                        <a:effectLst/>
                        <a:uLnTx/>
                        <a:uFillTx/>
                        <a:latin typeface="Coda"/>
                        <a:sym typeface="Coda"/>
                      </a:endParaRPr>
                    </a:p>
                    <a:p>
                      <a:pPr marL="171450" lvl="0" indent="-17145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93156"/>
                          </a:solidFill>
                          <a:effectLst/>
                          <a:uLnTx/>
                          <a:uFillTx/>
                          <a:latin typeface="Coda"/>
                          <a:sym typeface="Coda"/>
                        </a:rPr>
                        <a:t>HDBSCAN: Lowered </a:t>
                      </a:r>
                      <a:r>
                        <a:rPr kumimoji="0" lang="en-US" sz="11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93156"/>
                          </a:solidFill>
                          <a:effectLst/>
                          <a:uLnTx/>
                          <a:uFillTx/>
                          <a:latin typeface="Coda"/>
                          <a:sym typeface="Coda"/>
                        </a:rPr>
                        <a:t>min_samples</a:t>
                      </a: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93156"/>
                          </a:solidFill>
                          <a:effectLst/>
                          <a:uLnTx/>
                          <a:uFillTx/>
                          <a:latin typeface="Coda"/>
                          <a:sym typeface="Coda"/>
                        </a:rPr>
                        <a:t> (from 7 to 2) to capture smaller, denser micro-clusters.</a:t>
                      </a:r>
                      <a:endParaRPr kumimoji="0" lang="pl-PL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93156"/>
                        </a:solidFill>
                        <a:effectLst/>
                        <a:uLnTx/>
                        <a:uFillTx/>
                        <a:latin typeface="Coda"/>
                        <a:sym typeface="Coda"/>
                      </a:endParaRPr>
                    </a:p>
                    <a:p>
                      <a:pPr marL="171450" lvl="0" indent="-17145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93156"/>
                          </a:solidFill>
                          <a:effectLst/>
                          <a:uLnTx/>
                          <a:uFillTx/>
                          <a:latin typeface="Coda"/>
                          <a:sym typeface="Coda"/>
                        </a:rPr>
                        <a:t>UMAP: Increased </a:t>
                      </a:r>
                      <a:r>
                        <a:rPr kumimoji="0" lang="en-US" sz="11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93156"/>
                          </a:solidFill>
                          <a:effectLst/>
                          <a:uLnTx/>
                          <a:uFillTx/>
                          <a:latin typeface="Coda"/>
                          <a:sym typeface="Coda"/>
                        </a:rPr>
                        <a:t>n_neighbors</a:t>
                      </a: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93156"/>
                          </a:solidFill>
                          <a:effectLst/>
                          <a:uLnTx/>
                          <a:uFillTx/>
                          <a:latin typeface="Coda"/>
                          <a:sym typeface="Coda"/>
                        </a:rPr>
                        <a:t> (from 15 to 50) to preserve the global structure of the data.</a:t>
                      </a:r>
                      <a:endParaRPr kumimoji="0" lang="pl-PL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93156"/>
                        </a:solidFill>
                        <a:effectLst/>
                        <a:uLnTx/>
                        <a:uFillTx/>
                        <a:latin typeface="Coda"/>
                        <a:sym typeface="Coda"/>
                      </a:endParaRPr>
                    </a:p>
                    <a:p>
                      <a:pPr marL="171450" lvl="0" indent="-17145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93156"/>
                          </a:solidFill>
                          <a:effectLst/>
                          <a:uLnTx/>
                          <a:uFillTx/>
                          <a:latin typeface="Coda"/>
                          <a:sym typeface="Coda"/>
                        </a:rPr>
                        <a:t>Vectorization: Aggressive </a:t>
                      </a:r>
                      <a:r>
                        <a:rPr kumimoji="0" lang="en-US" sz="11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93156"/>
                          </a:solidFill>
                          <a:effectLst/>
                          <a:uLnTx/>
                          <a:uFillTx/>
                          <a:latin typeface="Coda"/>
                          <a:sym typeface="Coda"/>
                        </a:rPr>
                        <a:t>max_df</a:t>
                      </a:r>
                      <a:r>
                        <a:rPr kumimoji="0" lang="en-US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93156"/>
                          </a:solidFill>
                          <a:effectLst/>
                          <a:uLnTx/>
                          <a:uFillTx/>
                          <a:latin typeface="Coda"/>
                          <a:sym typeface="Coda"/>
                        </a:rPr>
                        <a:t> filtering (0.6) to remove words appearing in &gt;60% of documents.</a:t>
                      </a:r>
                      <a:endParaRPr sz="1100" dirty="0"/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8124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5"/>
          <p:cNvSpPr/>
          <p:nvPr/>
        </p:nvSpPr>
        <p:spPr>
          <a:xfrm flipH="1">
            <a:off x="1577977" y="2561150"/>
            <a:ext cx="2623758" cy="841737"/>
          </a:xfrm>
          <a:custGeom>
            <a:avLst/>
            <a:gdLst/>
            <a:ahLst/>
            <a:cxnLst/>
            <a:rect l="l" t="t" r="r" b="b"/>
            <a:pathLst>
              <a:path w="241821" h="61195" extrusionOk="0">
                <a:moveTo>
                  <a:pt x="237970" y="8681"/>
                </a:moveTo>
                <a:lnTo>
                  <a:pt x="229202" y="0"/>
                </a:lnTo>
                <a:lnTo>
                  <a:pt x="145615" y="868"/>
                </a:lnTo>
                <a:lnTo>
                  <a:pt x="68607" y="1900"/>
                </a:lnTo>
                <a:lnTo>
                  <a:pt x="7083" y="2550"/>
                </a:lnTo>
                <a:lnTo>
                  <a:pt x="280" y="12233"/>
                </a:lnTo>
                <a:lnTo>
                  <a:pt x="0" y="38579"/>
                </a:lnTo>
                <a:lnTo>
                  <a:pt x="3920" y="52526"/>
                </a:lnTo>
                <a:lnTo>
                  <a:pt x="13883" y="59779"/>
                </a:lnTo>
                <a:lnTo>
                  <a:pt x="79248" y="59760"/>
                </a:lnTo>
                <a:lnTo>
                  <a:pt x="151776" y="59242"/>
                </a:lnTo>
                <a:lnTo>
                  <a:pt x="230782" y="61195"/>
                </a:lnTo>
                <a:lnTo>
                  <a:pt x="238996" y="51620"/>
                </a:lnTo>
                <a:lnTo>
                  <a:pt x="241821" y="24929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5400000" algn="bl" rotWithShape="0">
              <a:srgbClr val="9A80C1">
                <a:alpha val="8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714" name="Google Shape;714;p35"/>
          <p:cNvSpPr txBox="1">
            <a:spLocks noGrp="1"/>
          </p:cNvSpPr>
          <p:nvPr>
            <p:ph type="title"/>
          </p:nvPr>
        </p:nvSpPr>
        <p:spPr>
          <a:xfrm>
            <a:off x="1413450" y="2720150"/>
            <a:ext cx="2955000" cy="46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Results</a:t>
            </a:r>
            <a:endParaRPr dirty="0"/>
          </a:p>
        </p:txBody>
      </p:sp>
      <p:sp>
        <p:nvSpPr>
          <p:cNvPr id="715" name="Google Shape;715;p35"/>
          <p:cNvSpPr txBox="1">
            <a:spLocks noGrp="1"/>
          </p:cNvSpPr>
          <p:nvPr>
            <p:ph type="title" idx="2"/>
          </p:nvPr>
        </p:nvSpPr>
        <p:spPr>
          <a:xfrm>
            <a:off x="1413461" y="540000"/>
            <a:ext cx="2955000" cy="19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pl-PL" dirty="0"/>
              <a:t>3</a:t>
            </a:r>
            <a:endParaRPr dirty="0"/>
          </a:p>
        </p:txBody>
      </p:sp>
      <p:sp>
        <p:nvSpPr>
          <p:cNvPr id="716" name="Google Shape;716;p35"/>
          <p:cNvSpPr txBox="1">
            <a:spLocks noGrp="1"/>
          </p:cNvSpPr>
          <p:nvPr>
            <p:ph type="subTitle" idx="1"/>
          </p:nvPr>
        </p:nvSpPr>
        <p:spPr>
          <a:xfrm>
            <a:off x="1477793" y="3728985"/>
            <a:ext cx="2824125" cy="46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What</a:t>
            </a:r>
            <a:r>
              <a:rPr lang="pl-PL" dirty="0"/>
              <a:t> we </a:t>
            </a:r>
            <a:r>
              <a:rPr lang="pl-PL" dirty="0" err="1"/>
              <a:t>can</a:t>
            </a:r>
            <a:r>
              <a:rPr lang="pl-PL" dirty="0"/>
              <a:t> </a:t>
            </a:r>
            <a:r>
              <a:rPr lang="pl-PL" dirty="0" err="1"/>
              <a:t>see</a:t>
            </a:r>
            <a:r>
              <a:rPr lang="pl-PL" dirty="0"/>
              <a:t> in </a:t>
            </a:r>
            <a:r>
              <a:rPr lang="pl-PL" dirty="0" err="1"/>
              <a:t>our</a:t>
            </a:r>
            <a:r>
              <a:rPr lang="pl-PL" dirty="0"/>
              <a:t> data?</a:t>
            </a:r>
            <a:endParaRPr dirty="0"/>
          </a:p>
        </p:txBody>
      </p:sp>
      <p:grpSp>
        <p:nvGrpSpPr>
          <p:cNvPr id="2" name="Google Shape;2435;p62">
            <a:extLst>
              <a:ext uri="{FF2B5EF4-FFF2-40B4-BE49-F238E27FC236}">
                <a16:creationId xmlns:a16="http://schemas.microsoft.com/office/drawing/2014/main" id="{3B437217-EC91-6F45-4363-58E2F62CA580}"/>
              </a:ext>
            </a:extLst>
          </p:cNvPr>
          <p:cNvGrpSpPr/>
          <p:nvPr/>
        </p:nvGrpSpPr>
        <p:grpSpPr>
          <a:xfrm>
            <a:off x="4571998" y="949797"/>
            <a:ext cx="2623757" cy="3829007"/>
            <a:chOff x="3945200" y="172538"/>
            <a:chExt cx="926225" cy="1485075"/>
          </a:xfrm>
        </p:grpSpPr>
        <p:sp>
          <p:nvSpPr>
            <p:cNvPr id="3" name="Google Shape;2436;p62">
              <a:extLst>
                <a:ext uri="{FF2B5EF4-FFF2-40B4-BE49-F238E27FC236}">
                  <a16:creationId xmlns:a16="http://schemas.microsoft.com/office/drawing/2014/main" id="{033B26DD-997A-9D89-2BFC-7F8C74897332}"/>
                </a:ext>
              </a:extLst>
            </p:cNvPr>
            <p:cNvSpPr/>
            <p:nvPr/>
          </p:nvSpPr>
          <p:spPr>
            <a:xfrm>
              <a:off x="4143400" y="1592213"/>
              <a:ext cx="75550" cy="65400"/>
            </a:xfrm>
            <a:custGeom>
              <a:avLst/>
              <a:gdLst/>
              <a:ahLst/>
              <a:cxnLst/>
              <a:rect l="l" t="t" r="r" b="b"/>
              <a:pathLst>
                <a:path w="3022" h="2616" extrusionOk="0">
                  <a:moveTo>
                    <a:pt x="1314" y="1"/>
                  </a:moveTo>
                  <a:cubicBezTo>
                    <a:pt x="340" y="1"/>
                    <a:pt x="0" y="1767"/>
                    <a:pt x="820" y="2374"/>
                  </a:cubicBezTo>
                  <a:cubicBezTo>
                    <a:pt x="1054" y="2551"/>
                    <a:pt x="1331" y="2615"/>
                    <a:pt x="1608" y="2615"/>
                  </a:cubicBezTo>
                  <a:cubicBezTo>
                    <a:pt x="2314" y="2615"/>
                    <a:pt x="3021" y="2202"/>
                    <a:pt x="3021" y="2202"/>
                  </a:cubicBezTo>
                  <a:lnTo>
                    <a:pt x="2907" y="687"/>
                  </a:lnTo>
                  <a:cubicBezTo>
                    <a:pt x="2907" y="687"/>
                    <a:pt x="2349" y="45"/>
                    <a:pt x="1348" y="1"/>
                  </a:cubicBezTo>
                  <a:cubicBezTo>
                    <a:pt x="1337" y="1"/>
                    <a:pt x="1325" y="1"/>
                    <a:pt x="1314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437;p62">
              <a:extLst>
                <a:ext uri="{FF2B5EF4-FFF2-40B4-BE49-F238E27FC236}">
                  <a16:creationId xmlns:a16="http://schemas.microsoft.com/office/drawing/2014/main" id="{A0F3DEF2-262C-BE19-F084-815F1660C72D}"/>
                </a:ext>
              </a:extLst>
            </p:cNvPr>
            <p:cNvSpPr/>
            <p:nvPr/>
          </p:nvSpPr>
          <p:spPr>
            <a:xfrm>
              <a:off x="4193175" y="1585638"/>
              <a:ext cx="80800" cy="68950"/>
            </a:xfrm>
            <a:custGeom>
              <a:avLst/>
              <a:gdLst/>
              <a:ahLst/>
              <a:cxnLst/>
              <a:rect l="l" t="t" r="r" b="b"/>
              <a:pathLst>
                <a:path w="3232" h="2758" extrusionOk="0">
                  <a:moveTo>
                    <a:pt x="1272" y="1"/>
                  </a:moveTo>
                  <a:cubicBezTo>
                    <a:pt x="1165" y="1"/>
                    <a:pt x="1056" y="11"/>
                    <a:pt x="944" y="36"/>
                  </a:cubicBezTo>
                  <a:cubicBezTo>
                    <a:pt x="658" y="93"/>
                    <a:pt x="458" y="279"/>
                    <a:pt x="329" y="522"/>
                  </a:cubicBezTo>
                  <a:cubicBezTo>
                    <a:pt x="1" y="1150"/>
                    <a:pt x="158" y="2194"/>
                    <a:pt x="815" y="2580"/>
                  </a:cubicBezTo>
                  <a:cubicBezTo>
                    <a:pt x="872" y="2608"/>
                    <a:pt x="944" y="2652"/>
                    <a:pt x="1015" y="2666"/>
                  </a:cubicBezTo>
                  <a:cubicBezTo>
                    <a:pt x="1215" y="2731"/>
                    <a:pt x="1413" y="2758"/>
                    <a:pt x="1604" y="2758"/>
                  </a:cubicBezTo>
                  <a:cubicBezTo>
                    <a:pt x="2043" y="2758"/>
                    <a:pt x="2447" y="2615"/>
                    <a:pt x="2745" y="2465"/>
                  </a:cubicBezTo>
                  <a:cubicBezTo>
                    <a:pt x="3045" y="2323"/>
                    <a:pt x="3231" y="2166"/>
                    <a:pt x="3231" y="2166"/>
                  </a:cubicBezTo>
                  <a:lnTo>
                    <a:pt x="2988" y="794"/>
                  </a:lnTo>
                  <a:cubicBezTo>
                    <a:pt x="2988" y="794"/>
                    <a:pt x="2888" y="693"/>
                    <a:pt x="2702" y="550"/>
                  </a:cubicBezTo>
                  <a:cubicBezTo>
                    <a:pt x="2631" y="493"/>
                    <a:pt x="2545" y="436"/>
                    <a:pt x="2445" y="379"/>
                  </a:cubicBezTo>
                  <a:cubicBezTo>
                    <a:pt x="2416" y="365"/>
                    <a:pt x="2387" y="350"/>
                    <a:pt x="2359" y="321"/>
                  </a:cubicBezTo>
                  <a:cubicBezTo>
                    <a:pt x="2316" y="308"/>
                    <a:pt x="2273" y="279"/>
                    <a:pt x="2216" y="251"/>
                  </a:cubicBezTo>
                  <a:cubicBezTo>
                    <a:pt x="2202" y="251"/>
                    <a:pt x="2187" y="236"/>
                    <a:pt x="2174" y="236"/>
                  </a:cubicBezTo>
                  <a:lnTo>
                    <a:pt x="2174" y="222"/>
                  </a:lnTo>
                  <a:cubicBezTo>
                    <a:pt x="1903" y="103"/>
                    <a:pt x="1601" y="1"/>
                    <a:pt x="1272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438;p62">
              <a:extLst>
                <a:ext uri="{FF2B5EF4-FFF2-40B4-BE49-F238E27FC236}">
                  <a16:creationId xmlns:a16="http://schemas.microsoft.com/office/drawing/2014/main" id="{468CC495-4571-5FC7-4D73-4A3CF441955F}"/>
                </a:ext>
              </a:extLst>
            </p:cNvPr>
            <p:cNvSpPr/>
            <p:nvPr/>
          </p:nvSpPr>
          <p:spPr>
            <a:xfrm>
              <a:off x="4241775" y="1527488"/>
              <a:ext cx="180125" cy="122200"/>
            </a:xfrm>
            <a:custGeom>
              <a:avLst/>
              <a:gdLst/>
              <a:ahLst/>
              <a:cxnLst/>
              <a:rect l="l" t="t" r="r" b="b"/>
              <a:pathLst>
                <a:path w="7205" h="4888" extrusionOk="0">
                  <a:moveTo>
                    <a:pt x="3101" y="0"/>
                  </a:moveTo>
                  <a:cubicBezTo>
                    <a:pt x="2541" y="0"/>
                    <a:pt x="2159" y="61"/>
                    <a:pt x="2159" y="61"/>
                  </a:cubicBezTo>
                  <a:lnTo>
                    <a:pt x="2116" y="761"/>
                  </a:lnTo>
                  <a:lnTo>
                    <a:pt x="1973" y="2491"/>
                  </a:lnTo>
                  <a:cubicBezTo>
                    <a:pt x="1752" y="2410"/>
                    <a:pt x="1546" y="2374"/>
                    <a:pt x="1358" y="2374"/>
                  </a:cubicBezTo>
                  <a:cubicBezTo>
                    <a:pt x="1013" y="2374"/>
                    <a:pt x="728" y="2496"/>
                    <a:pt x="515" y="2691"/>
                  </a:cubicBezTo>
                  <a:cubicBezTo>
                    <a:pt x="515" y="2691"/>
                    <a:pt x="515" y="2705"/>
                    <a:pt x="501" y="2705"/>
                  </a:cubicBezTo>
                  <a:cubicBezTo>
                    <a:pt x="443" y="2762"/>
                    <a:pt x="386" y="2819"/>
                    <a:pt x="344" y="2891"/>
                  </a:cubicBezTo>
                  <a:cubicBezTo>
                    <a:pt x="1" y="3377"/>
                    <a:pt x="1" y="4092"/>
                    <a:pt x="443" y="4534"/>
                  </a:cubicBezTo>
                  <a:cubicBezTo>
                    <a:pt x="573" y="4649"/>
                    <a:pt x="687" y="4734"/>
                    <a:pt x="801" y="4791"/>
                  </a:cubicBezTo>
                  <a:cubicBezTo>
                    <a:pt x="935" y="4860"/>
                    <a:pt x="1063" y="4888"/>
                    <a:pt x="1190" y="4888"/>
                  </a:cubicBezTo>
                  <a:cubicBezTo>
                    <a:pt x="1704" y="4888"/>
                    <a:pt x="2203" y="4429"/>
                    <a:pt x="2959" y="4292"/>
                  </a:cubicBezTo>
                  <a:cubicBezTo>
                    <a:pt x="3145" y="4259"/>
                    <a:pt x="3361" y="4248"/>
                    <a:pt x="3593" y="4248"/>
                  </a:cubicBezTo>
                  <a:cubicBezTo>
                    <a:pt x="4074" y="4248"/>
                    <a:pt x="4626" y="4296"/>
                    <a:pt x="5146" y="4305"/>
                  </a:cubicBezTo>
                  <a:cubicBezTo>
                    <a:pt x="5212" y="4307"/>
                    <a:pt x="5277" y="4308"/>
                    <a:pt x="5341" y="4308"/>
                  </a:cubicBezTo>
                  <a:cubicBezTo>
                    <a:pt x="5981" y="4308"/>
                    <a:pt x="6561" y="4233"/>
                    <a:pt x="6847" y="3934"/>
                  </a:cubicBezTo>
                  <a:cubicBezTo>
                    <a:pt x="7176" y="3591"/>
                    <a:pt x="7205" y="3048"/>
                    <a:pt x="7148" y="2590"/>
                  </a:cubicBezTo>
                  <a:lnTo>
                    <a:pt x="7148" y="2562"/>
                  </a:lnTo>
                  <a:cubicBezTo>
                    <a:pt x="7090" y="2091"/>
                    <a:pt x="6947" y="1704"/>
                    <a:pt x="6947" y="1704"/>
                  </a:cubicBezTo>
                  <a:cubicBezTo>
                    <a:pt x="6662" y="1247"/>
                    <a:pt x="6290" y="904"/>
                    <a:pt x="5875" y="661"/>
                  </a:cubicBezTo>
                  <a:cubicBezTo>
                    <a:pt x="4973" y="115"/>
                    <a:pt x="3870" y="0"/>
                    <a:pt x="3101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439;p62">
              <a:extLst>
                <a:ext uri="{FF2B5EF4-FFF2-40B4-BE49-F238E27FC236}">
                  <a16:creationId xmlns:a16="http://schemas.microsoft.com/office/drawing/2014/main" id="{0A6E3421-ABF9-F4C1-2304-3B5458DDCADE}"/>
                </a:ext>
              </a:extLst>
            </p:cNvPr>
            <p:cNvSpPr/>
            <p:nvPr/>
          </p:nvSpPr>
          <p:spPr>
            <a:xfrm>
              <a:off x="4229625" y="1542038"/>
              <a:ext cx="191200" cy="58450"/>
            </a:xfrm>
            <a:custGeom>
              <a:avLst/>
              <a:gdLst/>
              <a:ahLst/>
              <a:cxnLst/>
              <a:rect l="l" t="t" r="r" b="b"/>
              <a:pathLst>
                <a:path w="7648" h="2338" extrusionOk="0">
                  <a:moveTo>
                    <a:pt x="4501" y="0"/>
                  </a:moveTo>
                  <a:cubicBezTo>
                    <a:pt x="3789" y="0"/>
                    <a:pt x="3093" y="45"/>
                    <a:pt x="2602" y="179"/>
                  </a:cubicBezTo>
                  <a:cubicBezTo>
                    <a:pt x="2216" y="293"/>
                    <a:pt x="1958" y="451"/>
                    <a:pt x="1916" y="680"/>
                  </a:cubicBezTo>
                  <a:cubicBezTo>
                    <a:pt x="1787" y="1294"/>
                    <a:pt x="1244" y="1722"/>
                    <a:pt x="758" y="1995"/>
                  </a:cubicBezTo>
                  <a:cubicBezTo>
                    <a:pt x="358" y="2223"/>
                    <a:pt x="1" y="2338"/>
                    <a:pt x="1" y="2338"/>
                  </a:cubicBezTo>
                  <a:lnTo>
                    <a:pt x="830" y="2309"/>
                  </a:lnTo>
                  <a:lnTo>
                    <a:pt x="1244" y="2294"/>
                  </a:lnTo>
                  <a:lnTo>
                    <a:pt x="3531" y="2208"/>
                  </a:lnTo>
                  <a:lnTo>
                    <a:pt x="4160" y="2195"/>
                  </a:lnTo>
                  <a:lnTo>
                    <a:pt x="4203" y="2195"/>
                  </a:lnTo>
                  <a:lnTo>
                    <a:pt x="7647" y="2065"/>
                  </a:lnTo>
                  <a:lnTo>
                    <a:pt x="7634" y="2008"/>
                  </a:lnTo>
                  <a:lnTo>
                    <a:pt x="7634" y="1980"/>
                  </a:lnTo>
                  <a:lnTo>
                    <a:pt x="7462" y="179"/>
                  </a:lnTo>
                  <a:cubicBezTo>
                    <a:pt x="7462" y="179"/>
                    <a:pt x="7018" y="122"/>
                    <a:pt x="6361" y="79"/>
                  </a:cubicBezTo>
                  <a:cubicBezTo>
                    <a:pt x="5826" y="38"/>
                    <a:pt x="5157" y="0"/>
                    <a:pt x="4501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440;p62">
              <a:extLst>
                <a:ext uri="{FF2B5EF4-FFF2-40B4-BE49-F238E27FC236}">
                  <a16:creationId xmlns:a16="http://schemas.microsoft.com/office/drawing/2014/main" id="{6DAE4BC1-4693-4E0C-A71F-388A5A9CD2BC}"/>
                </a:ext>
              </a:extLst>
            </p:cNvPr>
            <p:cNvSpPr/>
            <p:nvPr/>
          </p:nvSpPr>
          <p:spPr>
            <a:xfrm>
              <a:off x="4248550" y="1527488"/>
              <a:ext cx="173350" cy="107700"/>
            </a:xfrm>
            <a:custGeom>
              <a:avLst/>
              <a:gdLst/>
              <a:ahLst/>
              <a:cxnLst/>
              <a:rect l="l" t="t" r="r" b="b"/>
              <a:pathLst>
                <a:path w="6934" h="4308" extrusionOk="0">
                  <a:moveTo>
                    <a:pt x="2830" y="0"/>
                  </a:moveTo>
                  <a:cubicBezTo>
                    <a:pt x="2270" y="0"/>
                    <a:pt x="1888" y="61"/>
                    <a:pt x="1888" y="61"/>
                  </a:cubicBezTo>
                  <a:lnTo>
                    <a:pt x="1845" y="761"/>
                  </a:lnTo>
                  <a:cubicBezTo>
                    <a:pt x="1459" y="875"/>
                    <a:pt x="1201" y="1033"/>
                    <a:pt x="1159" y="1262"/>
                  </a:cubicBezTo>
                  <a:cubicBezTo>
                    <a:pt x="1030" y="1876"/>
                    <a:pt x="487" y="2304"/>
                    <a:pt x="1" y="2577"/>
                  </a:cubicBezTo>
                  <a:cubicBezTo>
                    <a:pt x="44" y="2605"/>
                    <a:pt x="87" y="2634"/>
                    <a:pt x="144" y="2647"/>
                  </a:cubicBezTo>
                  <a:cubicBezTo>
                    <a:pt x="172" y="2662"/>
                    <a:pt x="216" y="2676"/>
                    <a:pt x="244" y="2691"/>
                  </a:cubicBezTo>
                  <a:cubicBezTo>
                    <a:pt x="330" y="2719"/>
                    <a:pt x="430" y="2748"/>
                    <a:pt x="530" y="2762"/>
                  </a:cubicBezTo>
                  <a:cubicBezTo>
                    <a:pt x="637" y="2784"/>
                    <a:pt x="744" y="2794"/>
                    <a:pt x="850" y="2794"/>
                  </a:cubicBezTo>
                  <a:cubicBezTo>
                    <a:pt x="1428" y="2794"/>
                    <a:pt x="1996" y="2495"/>
                    <a:pt x="2503" y="2205"/>
                  </a:cubicBezTo>
                  <a:cubicBezTo>
                    <a:pt x="2589" y="2405"/>
                    <a:pt x="2688" y="2590"/>
                    <a:pt x="2774" y="2790"/>
                  </a:cubicBezTo>
                  <a:cubicBezTo>
                    <a:pt x="2802" y="2848"/>
                    <a:pt x="2831" y="2891"/>
                    <a:pt x="2846" y="2948"/>
                  </a:cubicBezTo>
                  <a:cubicBezTo>
                    <a:pt x="2898" y="2967"/>
                    <a:pt x="2953" y="2975"/>
                    <a:pt x="3007" y="2975"/>
                  </a:cubicBezTo>
                  <a:cubicBezTo>
                    <a:pt x="3163" y="2975"/>
                    <a:pt x="3318" y="2904"/>
                    <a:pt x="3403" y="2777"/>
                  </a:cubicBezTo>
                  <a:cubicBezTo>
                    <a:pt x="3418" y="2762"/>
                    <a:pt x="3431" y="2748"/>
                    <a:pt x="3431" y="2733"/>
                  </a:cubicBezTo>
                  <a:cubicBezTo>
                    <a:pt x="3446" y="2748"/>
                    <a:pt x="3446" y="2762"/>
                    <a:pt x="3446" y="2777"/>
                  </a:cubicBezTo>
                  <a:cubicBezTo>
                    <a:pt x="3560" y="3061"/>
                    <a:pt x="3874" y="3232"/>
                    <a:pt x="4182" y="3232"/>
                  </a:cubicBezTo>
                  <a:cubicBezTo>
                    <a:pt x="4338" y="3232"/>
                    <a:pt x="4493" y="3188"/>
                    <a:pt x="4618" y="3091"/>
                  </a:cubicBezTo>
                  <a:cubicBezTo>
                    <a:pt x="4861" y="3448"/>
                    <a:pt x="4918" y="3863"/>
                    <a:pt x="4875" y="4305"/>
                  </a:cubicBezTo>
                  <a:cubicBezTo>
                    <a:pt x="4941" y="4307"/>
                    <a:pt x="5006" y="4308"/>
                    <a:pt x="5070" y="4308"/>
                  </a:cubicBezTo>
                  <a:cubicBezTo>
                    <a:pt x="5710" y="4308"/>
                    <a:pt x="6290" y="4233"/>
                    <a:pt x="6576" y="3934"/>
                  </a:cubicBezTo>
                  <a:cubicBezTo>
                    <a:pt x="6905" y="3591"/>
                    <a:pt x="6934" y="3048"/>
                    <a:pt x="6877" y="2590"/>
                  </a:cubicBezTo>
                  <a:lnTo>
                    <a:pt x="6877" y="2562"/>
                  </a:lnTo>
                  <a:lnTo>
                    <a:pt x="6705" y="761"/>
                  </a:lnTo>
                  <a:cubicBezTo>
                    <a:pt x="6705" y="761"/>
                    <a:pt x="6261" y="704"/>
                    <a:pt x="5604" y="661"/>
                  </a:cubicBezTo>
                  <a:cubicBezTo>
                    <a:pt x="4702" y="115"/>
                    <a:pt x="3599" y="0"/>
                    <a:pt x="2830" y="0"/>
                  </a:cubicBezTo>
                  <a:close/>
                </a:path>
              </a:pathLst>
            </a:custGeom>
            <a:solidFill>
              <a:srgbClr val="D671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41;p62">
              <a:extLst>
                <a:ext uri="{FF2B5EF4-FFF2-40B4-BE49-F238E27FC236}">
                  <a16:creationId xmlns:a16="http://schemas.microsoft.com/office/drawing/2014/main" id="{3D778395-A3E9-2FD4-0BCF-8E86AFAB6DC3}"/>
                </a:ext>
              </a:extLst>
            </p:cNvPr>
            <p:cNvSpPr/>
            <p:nvPr/>
          </p:nvSpPr>
          <p:spPr>
            <a:xfrm>
              <a:off x="4260700" y="1094813"/>
              <a:ext cx="166200" cy="491725"/>
            </a:xfrm>
            <a:custGeom>
              <a:avLst/>
              <a:gdLst/>
              <a:ahLst/>
              <a:cxnLst/>
              <a:rect l="l" t="t" r="r" b="b"/>
              <a:pathLst>
                <a:path w="6648" h="19669" extrusionOk="0">
                  <a:moveTo>
                    <a:pt x="1" y="1"/>
                  </a:moveTo>
                  <a:cubicBezTo>
                    <a:pt x="1" y="1"/>
                    <a:pt x="58" y="1445"/>
                    <a:pt x="130" y="3574"/>
                  </a:cubicBezTo>
                  <a:cubicBezTo>
                    <a:pt x="273" y="7963"/>
                    <a:pt x="444" y="15281"/>
                    <a:pt x="230" y="19097"/>
                  </a:cubicBezTo>
                  <a:lnTo>
                    <a:pt x="230" y="19169"/>
                  </a:lnTo>
                  <a:cubicBezTo>
                    <a:pt x="230" y="19169"/>
                    <a:pt x="902" y="19125"/>
                    <a:pt x="1630" y="18283"/>
                  </a:cubicBezTo>
                  <a:cubicBezTo>
                    <a:pt x="1630" y="18283"/>
                    <a:pt x="1973" y="18883"/>
                    <a:pt x="2217" y="19255"/>
                  </a:cubicBezTo>
                  <a:cubicBezTo>
                    <a:pt x="2244" y="19299"/>
                    <a:pt x="2276" y="19319"/>
                    <a:pt x="2310" y="19319"/>
                  </a:cubicBezTo>
                  <a:cubicBezTo>
                    <a:pt x="2559" y="19319"/>
                    <a:pt x="2945" y="18268"/>
                    <a:pt x="2945" y="18268"/>
                  </a:cubicBezTo>
                  <a:lnTo>
                    <a:pt x="3717" y="19669"/>
                  </a:lnTo>
                  <a:cubicBezTo>
                    <a:pt x="3717" y="19669"/>
                    <a:pt x="4247" y="19040"/>
                    <a:pt x="4590" y="18268"/>
                  </a:cubicBezTo>
                  <a:cubicBezTo>
                    <a:pt x="4590" y="18268"/>
                    <a:pt x="5375" y="19312"/>
                    <a:pt x="6433" y="19426"/>
                  </a:cubicBezTo>
                  <a:cubicBezTo>
                    <a:pt x="6433" y="19426"/>
                    <a:pt x="6619" y="7290"/>
                    <a:pt x="6648" y="3103"/>
                  </a:cubicBezTo>
                  <a:lnTo>
                    <a:pt x="6648" y="3103"/>
                  </a:lnTo>
                  <a:cubicBezTo>
                    <a:pt x="6648" y="3103"/>
                    <a:pt x="6574" y="3109"/>
                    <a:pt x="6440" y="3109"/>
                  </a:cubicBezTo>
                  <a:cubicBezTo>
                    <a:pt x="5640" y="3109"/>
                    <a:pt x="2680" y="2900"/>
                    <a:pt x="1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42;p62">
              <a:extLst>
                <a:ext uri="{FF2B5EF4-FFF2-40B4-BE49-F238E27FC236}">
                  <a16:creationId xmlns:a16="http://schemas.microsoft.com/office/drawing/2014/main" id="{995684A1-0EE2-7071-10D3-0E432A3CBF21}"/>
                </a:ext>
              </a:extLst>
            </p:cNvPr>
            <p:cNvSpPr/>
            <p:nvPr/>
          </p:nvSpPr>
          <p:spPr>
            <a:xfrm>
              <a:off x="4262125" y="1131988"/>
              <a:ext cx="164775" cy="454550"/>
            </a:xfrm>
            <a:custGeom>
              <a:avLst/>
              <a:gdLst/>
              <a:ahLst/>
              <a:cxnLst/>
              <a:rect l="l" t="t" r="r" b="b"/>
              <a:pathLst>
                <a:path w="6591" h="18182" extrusionOk="0">
                  <a:moveTo>
                    <a:pt x="1" y="0"/>
                  </a:moveTo>
                  <a:cubicBezTo>
                    <a:pt x="16" y="572"/>
                    <a:pt x="44" y="1273"/>
                    <a:pt x="73" y="2087"/>
                  </a:cubicBezTo>
                  <a:cubicBezTo>
                    <a:pt x="616" y="2474"/>
                    <a:pt x="1274" y="2788"/>
                    <a:pt x="2059" y="2988"/>
                  </a:cubicBezTo>
                  <a:cubicBezTo>
                    <a:pt x="2846" y="3188"/>
                    <a:pt x="3803" y="3345"/>
                    <a:pt x="4146" y="4103"/>
                  </a:cubicBezTo>
                  <a:cubicBezTo>
                    <a:pt x="4275" y="4360"/>
                    <a:pt x="4289" y="4675"/>
                    <a:pt x="4304" y="4961"/>
                  </a:cubicBezTo>
                  <a:cubicBezTo>
                    <a:pt x="4461" y="8576"/>
                    <a:pt x="4618" y="12178"/>
                    <a:pt x="4790" y="15780"/>
                  </a:cubicBezTo>
                  <a:cubicBezTo>
                    <a:pt x="4546" y="15752"/>
                    <a:pt x="4332" y="15595"/>
                    <a:pt x="4203" y="15395"/>
                  </a:cubicBezTo>
                  <a:cubicBezTo>
                    <a:pt x="4018" y="15923"/>
                    <a:pt x="3832" y="16466"/>
                    <a:pt x="3632" y="17010"/>
                  </a:cubicBezTo>
                  <a:cubicBezTo>
                    <a:pt x="3332" y="16653"/>
                    <a:pt x="3103" y="16238"/>
                    <a:pt x="2960" y="15795"/>
                  </a:cubicBezTo>
                  <a:cubicBezTo>
                    <a:pt x="2903" y="16266"/>
                    <a:pt x="2717" y="16739"/>
                    <a:pt x="2417" y="17124"/>
                  </a:cubicBezTo>
                  <a:cubicBezTo>
                    <a:pt x="2174" y="16767"/>
                    <a:pt x="1931" y="16409"/>
                    <a:pt x="1674" y="16052"/>
                  </a:cubicBezTo>
                  <a:cubicBezTo>
                    <a:pt x="1173" y="16567"/>
                    <a:pt x="673" y="17095"/>
                    <a:pt x="173" y="17610"/>
                  </a:cubicBezTo>
                  <a:lnTo>
                    <a:pt x="173" y="17682"/>
                  </a:lnTo>
                  <a:cubicBezTo>
                    <a:pt x="173" y="17682"/>
                    <a:pt x="845" y="17638"/>
                    <a:pt x="1573" y="16796"/>
                  </a:cubicBezTo>
                  <a:cubicBezTo>
                    <a:pt x="1573" y="16796"/>
                    <a:pt x="1916" y="17396"/>
                    <a:pt x="2160" y="17768"/>
                  </a:cubicBezTo>
                  <a:cubicBezTo>
                    <a:pt x="2188" y="17810"/>
                    <a:pt x="2217" y="17825"/>
                    <a:pt x="2259" y="17825"/>
                  </a:cubicBezTo>
                  <a:cubicBezTo>
                    <a:pt x="2503" y="17825"/>
                    <a:pt x="2888" y="16781"/>
                    <a:pt x="2888" y="16781"/>
                  </a:cubicBezTo>
                  <a:lnTo>
                    <a:pt x="3660" y="18182"/>
                  </a:lnTo>
                  <a:cubicBezTo>
                    <a:pt x="3660" y="18182"/>
                    <a:pt x="4190" y="17553"/>
                    <a:pt x="4533" y="16781"/>
                  </a:cubicBezTo>
                  <a:cubicBezTo>
                    <a:pt x="4533" y="16781"/>
                    <a:pt x="5318" y="17825"/>
                    <a:pt x="6376" y="17939"/>
                  </a:cubicBezTo>
                  <a:cubicBezTo>
                    <a:pt x="6376" y="17939"/>
                    <a:pt x="6547" y="6504"/>
                    <a:pt x="6591" y="2001"/>
                  </a:cubicBezTo>
                  <a:cubicBezTo>
                    <a:pt x="5776" y="1988"/>
                    <a:pt x="5032" y="1930"/>
                    <a:pt x="4346" y="1830"/>
                  </a:cubicBezTo>
                  <a:cubicBezTo>
                    <a:pt x="2474" y="1544"/>
                    <a:pt x="1059" y="930"/>
                    <a:pt x="1" y="0"/>
                  </a:cubicBezTo>
                  <a:close/>
                </a:path>
              </a:pathLst>
            </a:custGeom>
            <a:solidFill>
              <a:srgbClr val="58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443;p62">
              <a:extLst>
                <a:ext uri="{FF2B5EF4-FFF2-40B4-BE49-F238E27FC236}">
                  <a16:creationId xmlns:a16="http://schemas.microsoft.com/office/drawing/2014/main" id="{909744FF-C79D-898C-9040-F6E2D8EF165B}"/>
                </a:ext>
              </a:extLst>
            </p:cNvPr>
            <p:cNvSpPr/>
            <p:nvPr/>
          </p:nvSpPr>
          <p:spPr>
            <a:xfrm>
              <a:off x="4662350" y="1592213"/>
              <a:ext cx="75550" cy="65325"/>
            </a:xfrm>
            <a:custGeom>
              <a:avLst/>
              <a:gdLst/>
              <a:ahLst/>
              <a:cxnLst/>
              <a:rect l="l" t="t" r="r" b="b"/>
              <a:pathLst>
                <a:path w="3022" h="2613" extrusionOk="0">
                  <a:moveTo>
                    <a:pt x="1708" y="1"/>
                  </a:moveTo>
                  <a:cubicBezTo>
                    <a:pt x="1697" y="1"/>
                    <a:pt x="1685" y="1"/>
                    <a:pt x="1673" y="1"/>
                  </a:cubicBezTo>
                  <a:cubicBezTo>
                    <a:pt x="1273" y="16"/>
                    <a:pt x="944" y="130"/>
                    <a:pt x="702" y="259"/>
                  </a:cubicBezTo>
                  <a:cubicBezTo>
                    <a:pt x="315" y="459"/>
                    <a:pt x="115" y="687"/>
                    <a:pt x="115" y="687"/>
                  </a:cubicBezTo>
                  <a:lnTo>
                    <a:pt x="1" y="2202"/>
                  </a:lnTo>
                  <a:cubicBezTo>
                    <a:pt x="1" y="2202"/>
                    <a:pt x="73" y="2246"/>
                    <a:pt x="216" y="2317"/>
                  </a:cubicBezTo>
                  <a:cubicBezTo>
                    <a:pt x="485" y="2434"/>
                    <a:pt x="951" y="2613"/>
                    <a:pt x="1416" y="2613"/>
                  </a:cubicBezTo>
                  <a:cubicBezTo>
                    <a:pt x="1692" y="2613"/>
                    <a:pt x="1968" y="2550"/>
                    <a:pt x="2202" y="2374"/>
                  </a:cubicBezTo>
                  <a:cubicBezTo>
                    <a:pt x="3021" y="1767"/>
                    <a:pt x="2682" y="1"/>
                    <a:pt x="1708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444;p62">
              <a:extLst>
                <a:ext uri="{FF2B5EF4-FFF2-40B4-BE49-F238E27FC236}">
                  <a16:creationId xmlns:a16="http://schemas.microsoft.com/office/drawing/2014/main" id="{88B07E75-67F2-4945-1163-D52BF761A1E4}"/>
                </a:ext>
              </a:extLst>
            </p:cNvPr>
            <p:cNvSpPr/>
            <p:nvPr/>
          </p:nvSpPr>
          <p:spPr>
            <a:xfrm>
              <a:off x="4606975" y="1585638"/>
              <a:ext cx="81125" cy="68950"/>
            </a:xfrm>
            <a:custGeom>
              <a:avLst/>
              <a:gdLst/>
              <a:ahLst/>
              <a:cxnLst/>
              <a:rect l="l" t="t" r="r" b="b"/>
              <a:pathLst>
                <a:path w="3245" h="2758" extrusionOk="0">
                  <a:moveTo>
                    <a:pt x="1953" y="1"/>
                  </a:moveTo>
                  <a:cubicBezTo>
                    <a:pt x="1608" y="1"/>
                    <a:pt x="1287" y="109"/>
                    <a:pt x="1015" y="251"/>
                  </a:cubicBezTo>
                  <a:cubicBezTo>
                    <a:pt x="944" y="293"/>
                    <a:pt x="858" y="336"/>
                    <a:pt x="786" y="379"/>
                  </a:cubicBezTo>
                  <a:cubicBezTo>
                    <a:pt x="700" y="436"/>
                    <a:pt x="615" y="493"/>
                    <a:pt x="544" y="550"/>
                  </a:cubicBezTo>
                  <a:cubicBezTo>
                    <a:pt x="386" y="679"/>
                    <a:pt x="272" y="779"/>
                    <a:pt x="258" y="794"/>
                  </a:cubicBezTo>
                  <a:lnTo>
                    <a:pt x="1" y="2166"/>
                  </a:lnTo>
                  <a:cubicBezTo>
                    <a:pt x="1" y="2166"/>
                    <a:pt x="172" y="2309"/>
                    <a:pt x="458" y="2452"/>
                  </a:cubicBezTo>
                  <a:cubicBezTo>
                    <a:pt x="472" y="2452"/>
                    <a:pt x="487" y="2465"/>
                    <a:pt x="500" y="2465"/>
                  </a:cubicBezTo>
                  <a:cubicBezTo>
                    <a:pt x="790" y="2615"/>
                    <a:pt x="1196" y="2758"/>
                    <a:pt x="1634" y="2758"/>
                  </a:cubicBezTo>
                  <a:cubicBezTo>
                    <a:pt x="1824" y="2758"/>
                    <a:pt x="2021" y="2731"/>
                    <a:pt x="2216" y="2666"/>
                  </a:cubicBezTo>
                  <a:cubicBezTo>
                    <a:pt x="2301" y="2652"/>
                    <a:pt x="2373" y="2608"/>
                    <a:pt x="2431" y="2580"/>
                  </a:cubicBezTo>
                  <a:cubicBezTo>
                    <a:pt x="3073" y="2194"/>
                    <a:pt x="3245" y="1150"/>
                    <a:pt x="2917" y="522"/>
                  </a:cubicBezTo>
                  <a:cubicBezTo>
                    <a:pt x="2787" y="279"/>
                    <a:pt x="2573" y="93"/>
                    <a:pt x="2288" y="36"/>
                  </a:cubicBezTo>
                  <a:cubicBezTo>
                    <a:pt x="2174" y="12"/>
                    <a:pt x="2063" y="1"/>
                    <a:pt x="1953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445;p62">
              <a:extLst>
                <a:ext uri="{FF2B5EF4-FFF2-40B4-BE49-F238E27FC236}">
                  <a16:creationId xmlns:a16="http://schemas.microsoft.com/office/drawing/2014/main" id="{E29844CD-FF5D-B0C0-C8A9-347F4814B943}"/>
                </a:ext>
              </a:extLst>
            </p:cNvPr>
            <p:cNvSpPr/>
            <p:nvPr/>
          </p:nvSpPr>
          <p:spPr>
            <a:xfrm>
              <a:off x="4459375" y="1527488"/>
              <a:ext cx="180125" cy="122175"/>
            </a:xfrm>
            <a:custGeom>
              <a:avLst/>
              <a:gdLst/>
              <a:ahLst/>
              <a:cxnLst/>
              <a:rect l="l" t="t" r="r" b="b"/>
              <a:pathLst>
                <a:path w="7205" h="4887" extrusionOk="0">
                  <a:moveTo>
                    <a:pt x="4095" y="0"/>
                  </a:moveTo>
                  <a:cubicBezTo>
                    <a:pt x="3328" y="0"/>
                    <a:pt x="2226" y="115"/>
                    <a:pt x="1316" y="661"/>
                  </a:cubicBezTo>
                  <a:cubicBezTo>
                    <a:pt x="902" y="904"/>
                    <a:pt x="530" y="1247"/>
                    <a:pt x="258" y="1704"/>
                  </a:cubicBezTo>
                  <a:cubicBezTo>
                    <a:pt x="258" y="1704"/>
                    <a:pt x="144" y="1990"/>
                    <a:pt x="73" y="2376"/>
                  </a:cubicBezTo>
                  <a:cubicBezTo>
                    <a:pt x="73" y="2434"/>
                    <a:pt x="58" y="2505"/>
                    <a:pt x="44" y="2562"/>
                  </a:cubicBezTo>
                  <a:lnTo>
                    <a:pt x="44" y="2590"/>
                  </a:lnTo>
                  <a:cubicBezTo>
                    <a:pt x="1" y="3048"/>
                    <a:pt x="30" y="3591"/>
                    <a:pt x="344" y="3934"/>
                  </a:cubicBezTo>
                  <a:cubicBezTo>
                    <a:pt x="636" y="4236"/>
                    <a:pt x="1188" y="4306"/>
                    <a:pt x="1812" y="4306"/>
                  </a:cubicBezTo>
                  <a:cubicBezTo>
                    <a:pt x="2104" y="4306"/>
                    <a:pt x="2412" y="4291"/>
                    <a:pt x="2717" y="4277"/>
                  </a:cubicBezTo>
                  <a:cubicBezTo>
                    <a:pt x="3014" y="4262"/>
                    <a:pt x="3311" y="4246"/>
                    <a:pt x="3584" y="4246"/>
                  </a:cubicBezTo>
                  <a:cubicBezTo>
                    <a:pt x="3824" y="4246"/>
                    <a:pt x="4045" y="4258"/>
                    <a:pt x="4232" y="4292"/>
                  </a:cubicBezTo>
                  <a:cubicBezTo>
                    <a:pt x="5003" y="4422"/>
                    <a:pt x="5508" y="4886"/>
                    <a:pt x="6024" y="4886"/>
                  </a:cubicBezTo>
                  <a:cubicBezTo>
                    <a:pt x="6130" y="4886"/>
                    <a:pt x="6237" y="4867"/>
                    <a:pt x="6347" y="4820"/>
                  </a:cubicBezTo>
                  <a:cubicBezTo>
                    <a:pt x="6362" y="4806"/>
                    <a:pt x="6376" y="4806"/>
                    <a:pt x="6404" y="4791"/>
                  </a:cubicBezTo>
                  <a:cubicBezTo>
                    <a:pt x="6505" y="4734"/>
                    <a:pt x="6633" y="4649"/>
                    <a:pt x="6747" y="4534"/>
                  </a:cubicBezTo>
                  <a:cubicBezTo>
                    <a:pt x="7205" y="4092"/>
                    <a:pt x="7191" y="3377"/>
                    <a:pt x="6848" y="2891"/>
                  </a:cubicBezTo>
                  <a:cubicBezTo>
                    <a:pt x="6805" y="2819"/>
                    <a:pt x="6747" y="2762"/>
                    <a:pt x="6690" y="2705"/>
                  </a:cubicBezTo>
                  <a:cubicBezTo>
                    <a:pt x="6486" y="2500"/>
                    <a:pt x="6196" y="2368"/>
                    <a:pt x="5845" y="2368"/>
                  </a:cubicBezTo>
                  <a:cubicBezTo>
                    <a:pt x="5657" y="2368"/>
                    <a:pt x="5452" y="2406"/>
                    <a:pt x="5232" y="2491"/>
                  </a:cubicBezTo>
                  <a:lnTo>
                    <a:pt x="5089" y="761"/>
                  </a:lnTo>
                  <a:lnTo>
                    <a:pt x="5032" y="61"/>
                  </a:lnTo>
                  <a:cubicBezTo>
                    <a:pt x="5032" y="61"/>
                    <a:pt x="4652" y="0"/>
                    <a:pt x="4095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446;p62">
              <a:extLst>
                <a:ext uri="{FF2B5EF4-FFF2-40B4-BE49-F238E27FC236}">
                  <a16:creationId xmlns:a16="http://schemas.microsoft.com/office/drawing/2014/main" id="{1384F574-4AF0-358F-017A-22F701FBCDA2}"/>
                </a:ext>
              </a:extLst>
            </p:cNvPr>
            <p:cNvSpPr/>
            <p:nvPr/>
          </p:nvSpPr>
          <p:spPr>
            <a:xfrm>
              <a:off x="4460475" y="1542038"/>
              <a:ext cx="191175" cy="58450"/>
            </a:xfrm>
            <a:custGeom>
              <a:avLst/>
              <a:gdLst/>
              <a:ahLst/>
              <a:cxnLst/>
              <a:rect l="l" t="t" r="r" b="b"/>
              <a:pathLst>
                <a:path w="7647" h="2338" extrusionOk="0">
                  <a:moveTo>
                    <a:pt x="3145" y="0"/>
                  </a:moveTo>
                  <a:cubicBezTo>
                    <a:pt x="2487" y="0"/>
                    <a:pt x="1814" y="38"/>
                    <a:pt x="1272" y="79"/>
                  </a:cubicBezTo>
                  <a:cubicBezTo>
                    <a:pt x="629" y="122"/>
                    <a:pt x="172" y="179"/>
                    <a:pt x="172" y="179"/>
                  </a:cubicBezTo>
                  <a:lnTo>
                    <a:pt x="29" y="1794"/>
                  </a:lnTo>
                  <a:lnTo>
                    <a:pt x="0" y="1980"/>
                  </a:lnTo>
                  <a:lnTo>
                    <a:pt x="0" y="2008"/>
                  </a:lnTo>
                  <a:lnTo>
                    <a:pt x="0" y="2065"/>
                  </a:lnTo>
                  <a:lnTo>
                    <a:pt x="1844" y="2137"/>
                  </a:lnTo>
                  <a:lnTo>
                    <a:pt x="3302" y="2180"/>
                  </a:lnTo>
                  <a:lnTo>
                    <a:pt x="3402" y="2195"/>
                  </a:lnTo>
                  <a:lnTo>
                    <a:pt x="4474" y="2223"/>
                  </a:lnTo>
                  <a:lnTo>
                    <a:pt x="5846" y="2280"/>
                  </a:lnTo>
                  <a:lnTo>
                    <a:pt x="6404" y="2294"/>
                  </a:lnTo>
                  <a:lnTo>
                    <a:pt x="6804" y="2309"/>
                  </a:lnTo>
                  <a:lnTo>
                    <a:pt x="7647" y="2338"/>
                  </a:lnTo>
                  <a:cubicBezTo>
                    <a:pt x="7647" y="2338"/>
                    <a:pt x="7290" y="2223"/>
                    <a:pt x="6875" y="1995"/>
                  </a:cubicBezTo>
                  <a:cubicBezTo>
                    <a:pt x="6404" y="1722"/>
                    <a:pt x="5861" y="1294"/>
                    <a:pt x="5731" y="680"/>
                  </a:cubicBezTo>
                  <a:cubicBezTo>
                    <a:pt x="5674" y="451"/>
                    <a:pt x="5417" y="293"/>
                    <a:pt x="5045" y="179"/>
                  </a:cubicBezTo>
                  <a:cubicBezTo>
                    <a:pt x="4554" y="45"/>
                    <a:pt x="3859" y="0"/>
                    <a:pt x="3145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447;p62">
              <a:extLst>
                <a:ext uri="{FF2B5EF4-FFF2-40B4-BE49-F238E27FC236}">
                  <a16:creationId xmlns:a16="http://schemas.microsoft.com/office/drawing/2014/main" id="{76B43461-253F-9D4C-8EB3-D79CD1A1BB4D}"/>
                </a:ext>
              </a:extLst>
            </p:cNvPr>
            <p:cNvSpPr/>
            <p:nvPr/>
          </p:nvSpPr>
          <p:spPr>
            <a:xfrm>
              <a:off x="4461175" y="1527488"/>
              <a:ext cx="276725" cy="130050"/>
            </a:xfrm>
            <a:custGeom>
              <a:avLst/>
              <a:gdLst/>
              <a:ahLst/>
              <a:cxnLst/>
              <a:rect l="l" t="t" r="r" b="b"/>
              <a:pathLst>
                <a:path w="11069" h="5202" extrusionOk="0">
                  <a:moveTo>
                    <a:pt x="4023" y="0"/>
                  </a:moveTo>
                  <a:cubicBezTo>
                    <a:pt x="3256" y="0"/>
                    <a:pt x="2154" y="115"/>
                    <a:pt x="1244" y="661"/>
                  </a:cubicBezTo>
                  <a:cubicBezTo>
                    <a:pt x="601" y="704"/>
                    <a:pt x="144" y="761"/>
                    <a:pt x="144" y="761"/>
                  </a:cubicBezTo>
                  <a:lnTo>
                    <a:pt x="1" y="2376"/>
                  </a:lnTo>
                  <a:cubicBezTo>
                    <a:pt x="287" y="2362"/>
                    <a:pt x="615" y="2276"/>
                    <a:pt x="1002" y="2276"/>
                  </a:cubicBezTo>
                  <a:cubicBezTo>
                    <a:pt x="1016" y="2275"/>
                    <a:pt x="1031" y="2275"/>
                    <a:pt x="1045" y="2275"/>
                  </a:cubicBezTo>
                  <a:cubicBezTo>
                    <a:pt x="1521" y="2275"/>
                    <a:pt x="1608" y="2497"/>
                    <a:pt x="1816" y="2719"/>
                  </a:cubicBezTo>
                  <a:cubicBezTo>
                    <a:pt x="1916" y="2805"/>
                    <a:pt x="2031" y="2905"/>
                    <a:pt x="2216" y="2990"/>
                  </a:cubicBezTo>
                  <a:cubicBezTo>
                    <a:pt x="2345" y="3047"/>
                    <a:pt x="2510" y="3083"/>
                    <a:pt x="2673" y="3083"/>
                  </a:cubicBezTo>
                  <a:cubicBezTo>
                    <a:pt x="2923" y="3083"/>
                    <a:pt x="3169" y="2996"/>
                    <a:pt x="3274" y="2762"/>
                  </a:cubicBezTo>
                  <a:cubicBezTo>
                    <a:pt x="3302" y="2719"/>
                    <a:pt x="3317" y="2676"/>
                    <a:pt x="3331" y="2619"/>
                  </a:cubicBezTo>
                  <a:cubicBezTo>
                    <a:pt x="3331" y="2676"/>
                    <a:pt x="3346" y="2719"/>
                    <a:pt x="3374" y="2777"/>
                  </a:cubicBezTo>
                  <a:cubicBezTo>
                    <a:pt x="3474" y="2920"/>
                    <a:pt x="3677" y="2996"/>
                    <a:pt x="3870" y="2996"/>
                  </a:cubicBezTo>
                  <a:cubicBezTo>
                    <a:pt x="3925" y="2996"/>
                    <a:pt x="3980" y="2990"/>
                    <a:pt x="4032" y="2977"/>
                  </a:cubicBezTo>
                  <a:cubicBezTo>
                    <a:pt x="4175" y="2933"/>
                    <a:pt x="4303" y="2876"/>
                    <a:pt x="4446" y="2805"/>
                  </a:cubicBezTo>
                  <a:cubicBezTo>
                    <a:pt x="4575" y="2748"/>
                    <a:pt x="4703" y="2676"/>
                    <a:pt x="4861" y="2634"/>
                  </a:cubicBezTo>
                  <a:cubicBezTo>
                    <a:pt x="4933" y="2618"/>
                    <a:pt x="5005" y="2610"/>
                    <a:pt x="5077" y="2610"/>
                  </a:cubicBezTo>
                  <a:cubicBezTo>
                    <a:pt x="5336" y="2610"/>
                    <a:pt x="5594" y="2706"/>
                    <a:pt x="5818" y="2862"/>
                  </a:cubicBezTo>
                  <a:cubicBezTo>
                    <a:pt x="5918" y="2933"/>
                    <a:pt x="6004" y="3019"/>
                    <a:pt x="6090" y="3120"/>
                  </a:cubicBezTo>
                  <a:cubicBezTo>
                    <a:pt x="6147" y="3191"/>
                    <a:pt x="6189" y="3263"/>
                    <a:pt x="6218" y="3334"/>
                  </a:cubicBezTo>
                  <a:cubicBezTo>
                    <a:pt x="6447" y="3777"/>
                    <a:pt x="6447" y="4305"/>
                    <a:pt x="6290" y="4778"/>
                  </a:cubicBezTo>
                  <a:cubicBezTo>
                    <a:pt x="6290" y="4791"/>
                    <a:pt x="6290" y="4806"/>
                    <a:pt x="6275" y="4820"/>
                  </a:cubicBezTo>
                  <a:cubicBezTo>
                    <a:pt x="6290" y="4806"/>
                    <a:pt x="6304" y="4806"/>
                    <a:pt x="6332" y="4791"/>
                  </a:cubicBezTo>
                  <a:cubicBezTo>
                    <a:pt x="6622" y="4941"/>
                    <a:pt x="7028" y="5084"/>
                    <a:pt x="7466" y="5084"/>
                  </a:cubicBezTo>
                  <a:cubicBezTo>
                    <a:pt x="7656" y="5084"/>
                    <a:pt x="7853" y="5057"/>
                    <a:pt x="8048" y="4992"/>
                  </a:cubicBezTo>
                  <a:cubicBezTo>
                    <a:pt x="8133" y="4978"/>
                    <a:pt x="8205" y="4934"/>
                    <a:pt x="8263" y="4906"/>
                  </a:cubicBezTo>
                  <a:cubicBezTo>
                    <a:pt x="8532" y="5023"/>
                    <a:pt x="8998" y="5202"/>
                    <a:pt x="9463" y="5202"/>
                  </a:cubicBezTo>
                  <a:cubicBezTo>
                    <a:pt x="9739" y="5202"/>
                    <a:pt x="10015" y="5139"/>
                    <a:pt x="10249" y="4963"/>
                  </a:cubicBezTo>
                  <a:cubicBezTo>
                    <a:pt x="11068" y="4356"/>
                    <a:pt x="10729" y="2590"/>
                    <a:pt x="9755" y="2590"/>
                  </a:cubicBezTo>
                  <a:cubicBezTo>
                    <a:pt x="9744" y="2590"/>
                    <a:pt x="9732" y="2590"/>
                    <a:pt x="9720" y="2590"/>
                  </a:cubicBezTo>
                  <a:cubicBezTo>
                    <a:pt x="9320" y="2605"/>
                    <a:pt x="8991" y="2719"/>
                    <a:pt x="8749" y="2848"/>
                  </a:cubicBezTo>
                  <a:cubicBezTo>
                    <a:pt x="8619" y="2605"/>
                    <a:pt x="8405" y="2419"/>
                    <a:pt x="8120" y="2362"/>
                  </a:cubicBezTo>
                  <a:cubicBezTo>
                    <a:pt x="8006" y="2338"/>
                    <a:pt x="7895" y="2327"/>
                    <a:pt x="7785" y="2327"/>
                  </a:cubicBezTo>
                  <a:cubicBezTo>
                    <a:pt x="7440" y="2327"/>
                    <a:pt x="7119" y="2435"/>
                    <a:pt x="6847" y="2577"/>
                  </a:cubicBezTo>
                  <a:cubicBezTo>
                    <a:pt x="6376" y="2304"/>
                    <a:pt x="5833" y="1876"/>
                    <a:pt x="5703" y="1262"/>
                  </a:cubicBezTo>
                  <a:cubicBezTo>
                    <a:pt x="5646" y="1033"/>
                    <a:pt x="5389" y="875"/>
                    <a:pt x="5017" y="761"/>
                  </a:cubicBezTo>
                  <a:lnTo>
                    <a:pt x="4960" y="61"/>
                  </a:lnTo>
                  <a:cubicBezTo>
                    <a:pt x="4960" y="61"/>
                    <a:pt x="4580" y="0"/>
                    <a:pt x="4023" y="0"/>
                  </a:cubicBezTo>
                  <a:close/>
                </a:path>
              </a:pathLst>
            </a:custGeom>
            <a:solidFill>
              <a:srgbClr val="D671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448;p62">
              <a:extLst>
                <a:ext uri="{FF2B5EF4-FFF2-40B4-BE49-F238E27FC236}">
                  <a16:creationId xmlns:a16="http://schemas.microsoft.com/office/drawing/2014/main" id="{53B47AEB-F81D-25B6-A749-E2CBC5CAAEA5}"/>
                </a:ext>
              </a:extLst>
            </p:cNvPr>
            <p:cNvSpPr/>
            <p:nvPr/>
          </p:nvSpPr>
          <p:spPr>
            <a:xfrm>
              <a:off x="4454375" y="1094813"/>
              <a:ext cx="166200" cy="491725"/>
            </a:xfrm>
            <a:custGeom>
              <a:avLst/>
              <a:gdLst/>
              <a:ahLst/>
              <a:cxnLst/>
              <a:rect l="l" t="t" r="r" b="b"/>
              <a:pathLst>
                <a:path w="6648" h="19669" extrusionOk="0">
                  <a:moveTo>
                    <a:pt x="6648" y="1"/>
                  </a:moveTo>
                  <a:lnTo>
                    <a:pt x="6648" y="1"/>
                  </a:lnTo>
                  <a:cubicBezTo>
                    <a:pt x="3957" y="2900"/>
                    <a:pt x="1005" y="3109"/>
                    <a:pt x="208" y="3109"/>
                  </a:cubicBezTo>
                  <a:cubicBezTo>
                    <a:pt x="74" y="3109"/>
                    <a:pt x="1" y="3103"/>
                    <a:pt x="1" y="3103"/>
                  </a:cubicBezTo>
                  <a:lnTo>
                    <a:pt x="1" y="4447"/>
                  </a:lnTo>
                  <a:cubicBezTo>
                    <a:pt x="44" y="8548"/>
                    <a:pt x="159" y="16110"/>
                    <a:pt x="201" y="18597"/>
                  </a:cubicBezTo>
                  <a:lnTo>
                    <a:pt x="201" y="19426"/>
                  </a:lnTo>
                  <a:cubicBezTo>
                    <a:pt x="1274" y="19312"/>
                    <a:pt x="2045" y="18268"/>
                    <a:pt x="2045" y="18268"/>
                  </a:cubicBezTo>
                  <a:cubicBezTo>
                    <a:pt x="2402" y="19040"/>
                    <a:pt x="2932" y="19669"/>
                    <a:pt x="2932" y="19669"/>
                  </a:cubicBezTo>
                  <a:lnTo>
                    <a:pt x="3689" y="18268"/>
                  </a:lnTo>
                  <a:cubicBezTo>
                    <a:pt x="3689" y="18268"/>
                    <a:pt x="4076" y="19319"/>
                    <a:pt x="4334" y="19319"/>
                  </a:cubicBezTo>
                  <a:cubicBezTo>
                    <a:pt x="4370" y="19319"/>
                    <a:pt x="4403" y="19299"/>
                    <a:pt x="4432" y="19255"/>
                  </a:cubicBezTo>
                  <a:cubicBezTo>
                    <a:pt x="4660" y="18883"/>
                    <a:pt x="5018" y="18283"/>
                    <a:pt x="5018" y="18283"/>
                  </a:cubicBezTo>
                  <a:cubicBezTo>
                    <a:pt x="5747" y="19125"/>
                    <a:pt x="6419" y="19169"/>
                    <a:pt x="6419" y="19169"/>
                  </a:cubicBezTo>
                  <a:cubicBezTo>
                    <a:pt x="6076" y="13537"/>
                    <a:pt x="6648" y="1"/>
                    <a:pt x="6648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449;p62">
              <a:extLst>
                <a:ext uri="{FF2B5EF4-FFF2-40B4-BE49-F238E27FC236}">
                  <a16:creationId xmlns:a16="http://schemas.microsoft.com/office/drawing/2014/main" id="{E480277C-62CD-84C6-C722-3FC8B71E441F}"/>
                </a:ext>
              </a:extLst>
            </p:cNvPr>
            <p:cNvSpPr/>
            <p:nvPr/>
          </p:nvSpPr>
          <p:spPr>
            <a:xfrm>
              <a:off x="4454375" y="1133788"/>
              <a:ext cx="164775" cy="452750"/>
            </a:xfrm>
            <a:custGeom>
              <a:avLst/>
              <a:gdLst/>
              <a:ahLst/>
              <a:cxnLst/>
              <a:rect l="l" t="t" r="r" b="b"/>
              <a:pathLst>
                <a:path w="6591" h="18110" extrusionOk="0">
                  <a:moveTo>
                    <a:pt x="6591" y="0"/>
                  </a:moveTo>
                  <a:lnTo>
                    <a:pt x="6591" y="0"/>
                  </a:lnTo>
                  <a:cubicBezTo>
                    <a:pt x="5190" y="1087"/>
                    <a:pt x="3103" y="1801"/>
                    <a:pt x="44" y="1916"/>
                  </a:cubicBezTo>
                  <a:lnTo>
                    <a:pt x="1" y="1916"/>
                  </a:lnTo>
                  <a:lnTo>
                    <a:pt x="1" y="2888"/>
                  </a:lnTo>
                  <a:cubicBezTo>
                    <a:pt x="1373" y="2888"/>
                    <a:pt x="2760" y="2901"/>
                    <a:pt x="4132" y="2916"/>
                  </a:cubicBezTo>
                  <a:cubicBezTo>
                    <a:pt x="4060" y="2916"/>
                    <a:pt x="4590" y="11392"/>
                    <a:pt x="4689" y="12007"/>
                  </a:cubicBezTo>
                  <a:cubicBezTo>
                    <a:pt x="5004" y="13894"/>
                    <a:pt x="5076" y="15137"/>
                    <a:pt x="4304" y="16880"/>
                  </a:cubicBezTo>
                  <a:cubicBezTo>
                    <a:pt x="4032" y="16438"/>
                    <a:pt x="3803" y="15966"/>
                    <a:pt x="3646" y="15466"/>
                  </a:cubicBezTo>
                  <a:cubicBezTo>
                    <a:pt x="3303" y="15765"/>
                    <a:pt x="3060" y="16181"/>
                    <a:pt x="2974" y="16623"/>
                  </a:cubicBezTo>
                  <a:cubicBezTo>
                    <a:pt x="2774" y="16352"/>
                    <a:pt x="2589" y="16095"/>
                    <a:pt x="2388" y="15837"/>
                  </a:cubicBezTo>
                  <a:cubicBezTo>
                    <a:pt x="1630" y="16181"/>
                    <a:pt x="858" y="16537"/>
                    <a:pt x="201" y="17038"/>
                  </a:cubicBezTo>
                  <a:lnTo>
                    <a:pt x="201" y="17867"/>
                  </a:lnTo>
                  <a:cubicBezTo>
                    <a:pt x="1274" y="17753"/>
                    <a:pt x="2045" y="16709"/>
                    <a:pt x="2045" y="16709"/>
                  </a:cubicBezTo>
                  <a:cubicBezTo>
                    <a:pt x="2402" y="17481"/>
                    <a:pt x="2932" y="18110"/>
                    <a:pt x="2932" y="18110"/>
                  </a:cubicBezTo>
                  <a:lnTo>
                    <a:pt x="3689" y="16709"/>
                  </a:lnTo>
                  <a:cubicBezTo>
                    <a:pt x="3689" y="16709"/>
                    <a:pt x="4075" y="17753"/>
                    <a:pt x="4332" y="17753"/>
                  </a:cubicBezTo>
                  <a:cubicBezTo>
                    <a:pt x="4361" y="17753"/>
                    <a:pt x="4403" y="17738"/>
                    <a:pt x="4432" y="17696"/>
                  </a:cubicBezTo>
                  <a:cubicBezTo>
                    <a:pt x="4660" y="17324"/>
                    <a:pt x="5018" y="16724"/>
                    <a:pt x="5018" y="16724"/>
                  </a:cubicBezTo>
                  <a:cubicBezTo>
                    <a:pt x="5747" y="17566"/>
                    <a:pt x="6419" y="17610"/>
                    <a:pt x="6419" y="17610"/>
                  </a:cubicBezTo>
                  <a:cubicBezTo>
                    <a:pt x="6333" y="16323"/>
                    <a:pt x="6305" y="14637"/>
                    <a:pt x="6305" y="12779"/>
                  </a:cubicBezTo>
                  <a:cubicBezTo>
                    <a:pt x="6305" y="8190"/>
                    <a:pt x="6490" y="2644"/>
                    <a:pt x="6591" y="0"/>
                  </a:cubicBezTo>
                  <a:close/>
                </a:path>
              </a:pathLst>
            </a:custGeom>
            <a:solidFill>
              <a:srgbClr val="58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50;p62">
              <a:extLst>
                <a:ext uri="{FF2B5EF4-FFF2-40B4-BE49-F238E27FC236}">
                  <a16:creationId xmlns:a16="http://schemas.microsoft.com/office/drawing/2014/main" id="{64BE0291-65DD-2C16-DAA6-06E08BF058CC}"/>
                </a:ext>
              </a:extLst>
            </p:cNvPr>
            <p:cNvSpPr/>
            <p:nvPr/>
          </p:nvSpPr>
          <p:spPr>
            <a:xfrm>
              <a:off x="4576250" y="199688"/>
              <a:ext cx="155100" cy="121875"/>
            </a:xfrm>
            <a:custGeom>
              <a:avLst/>
              <a:gdLst/>
              <a:ahLst/>
              <a:cxnLst/>
              <a:rect l="l" t="t" r="r" b="b"/>
              <a:pathLst>
                <a:path w="6204" h="4875" extrusionOk="0">
                  <a:moveTo>
                    <a:pt x="3646" y="1"/>
                  </a:moveTo>
                  <a:cubicBezTo>
                    <a:pt x="3150" y="1"/>
                    <a:pt x="2901" y="401"/>
                    <a:pt x="2901" y="401"/>
                  </a:cubicBezTo>
                  <a:cubicBezTo>
                    <a:pt x="2901" y="401"/>
                    <a:pt x="2741" y="57"/>
                    <a:pt x="2348" y="57"/>
                  </a:cubicBezTo>
                  <a:cubicBezTo>
                    <a:pt x="2302" y="57"/>
                    <a:pt x="2254" y="62"/>
                    <a:pt x="2202" y="72"/>
                  </a:cubicBezTo>
                  <a:cubicBezTo>
                    <a:pt x="1687" y="173"/>
                    <a:pt x="2316" y="1974"/>
                    <a:pt x="2059" y="2559"/>
                  </a:cubicBezTo>
                  <a:cubicBezTo>
                    <a:pt x="2059" y="2559"/>
                    <a:pt x="1401" y="1902"/>
                    <a:pt x="1030" y="1644"/>
                  </a:cubicBezTo>
                  <a:cubicBezTo>
                    <a:pt x="885" y="1544"/>
                    <a:pt x="772" y="1500"/>
                    <a:pt x="680" y="1500"/>
                  </a:cubicBezTo>
                  <a:cubicBezTo>
                    <a:pt x="535" y="1500"/>
                    <a:pt x="439" y="1608"/>
                    <a:pt x="343" y="1774"/>
                  </a:cubicBezTo>
                  <a:lnTo>
                    <a:pt x="258" y="1945"/>
                  </a:lnTo>
                  <a:cubicBezTo>
                    <a:pt x="129" y="2260"/>
                    <a:pt x="0" y="2688"/>
                    <a:pt x="115" y="2774"/>
                  </a:cubicBezTo>
                  <a:cubicBezTo>
                    <a:pt x="201" y="2817"/>
                    <a:pt x="500" y="3003"/>
                    <a:pt x="757" y="3302"/>
                  </a:cubicBezTo>
                  <a:cubicBezTo>
                    <a:pt x="1030" y="3617"/>
                    <a:pt x="1258" y="4061"/>
                    <a:pt x="1158" y="4661"/>
                  </a:cubicBezTo>
                  <a:lnTo>
                    <a:pt x="5789" y="4875"/>
                  </a:lnTo>
                  <a:cubicBezTo>
                    <a:pt x="5789" y="4875"/>
                    <a:pt x="6204" y="4046"/>
                    <a:pt x="6160" y="2260"/>
                  </a:cubicBezTo>
                  <a:cubicBezTo>
                    <a:pt x="6103" y="472"/>
                    <a:pt x="5646" y="101"/>
                    <a:pt x="5089" y="72"/>
                  </a:cubicBezTo>
                  <a:cubicBezTo>
                    <a:pt x="5068" y="71"/>
                    <a:pt x="5048" y="71"/>
                    <a:pt x="5029" y="71"/>
                  </a:cubicBezTo>
                  <a:cubicBezTo>
                    <a:pt x="4522" y="71"/>
                    <a:pt x="4403" y="415"/>
                    <a:pt x="4403" y="415"/>
                  </a:cubicBezTo>
                  <a:cubicBezTo>
                    <a:pt x="4403" y="415"/>
                    <a:pt x="4188" y="15"/>
                    <a:pt x="3673" y="1"/>
                  </a:cubicBezTo>
                  <a:cubicBezTo>
                    <a:pt x="3664" y="1"/>
                    <a:pt x="3655" y="1"/>
                    <a:pt x="3646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51;p62">
              <a:extLst>
                <a:ext uri="{FF2B5EF4-FFF2-40B4-BE49-F238E27FC236}">
                  <a16:creationId xmlns:a16="http://schemas.microsoft.com/office/drawing/2014/main" id="{2BCFFF46-8F5F-612C-106C-FA228061CA00}"/>
                </a:ext>
              </a:extLst>
            </p:cNvPr>
            <p:cNvSpPr/>
            <p:nvPr/>
          </p:nvSpPr>
          <p:spPr>
            <a:xfrm>
              <a:off x="4121350" y="199688"/>
              <a:ext cx="155475" cy="121875"/>
            </a:xfrm>
            <a:custGeom>
              <a:avLst/>
              <a:gdLst/>
              <a:ahLst/>
              <a:cxnLst/>
              <a:rect l="l" t="t" r="r" b="b"/>
              <a:pathLst>
                <a:path w="6219" h="4875" extrusionOk="0">
                  <a:moveTo>
                    <a:pt x="2558" y="1"/>
                  </a:moveTo>
                  <a:cubicBezTo>
                    <a:pt x="2549" y="1"/>
                    <a:pt x="2540" y="1"/>
                    <a:pt x="2531" y="1"/>
                  </a:cubicBezTo>
                  <a:cubicBezTo>
                    <a:pt x="2016" y="15"/>
                    <a:pt x="1801" y="415"/>
                    <a:pt x="1801" y="415"/>
                  </a:cubicBezTo>
                  <a:cubicBezTo>
                    <a:pt x="1801" y="415"/>
                    <a:pt x="1683" y="71"/>
                    <a:pt x="1176" y="71"/>
                  </a:cubicBezTo>
                  <a:cubicBezTo>
                    <a:pt x="1156" y="71"/>
                    <a:pt x="1136" y="71"/>
                    <a:pt x="1115" y="72"/>
                  </a:cubicBezTo>
                  <a:cubicBezTo>
                    <a:pt x="558" y="101"/>
                    <a:pt x="101" y="472"/>
                    <a:pt x="58" y="2260"/>
                  </a:cubicBezTo>
                  <a:cubicBezTo>
                    <a:pt x="0" y="4046"/>
                    <a:pt x="415" y="4875"/>
                    <a:pt x="415" y="4875"/>
                  </a:cubicBezTo>
                  <a:lnTo>
                    <a:pt x="5047" y="4661"/>
                  </a:lnTo>
                  <a:cubicBezTo>
                    <a:pt x="4946" y="4061"/>
                    <a:pt x="5189" y="3617"/>
                    <a:pt x="5447" y="3302"/>
                  </a:cubicBezTo>
                  <a:cubicBezTo>
                    <a:pt x="5718" y="3003"/>
                    <a:pt x="6004" y="2817"/>
                    <a:pt x="6089" y="2774"/>
                  </a:cubicBezTo>
                  <a:cubicBezTo>
                    <a:pt x="6219" y="2688"/>
                    <a:pt x="6089" y="2260"/>
                    <a:pt x="5946" y="1945"/>
                  </a:cubicBezTo>
                  <a:lnTo>
                    <a:pt x="5861" y="1774"/>
                  </a:lnTo>
                  <a:cubicBezTo>
                    <a:pt x="5765" y="1608"/>
                    <a:pt x="5669" y="1500"/>
                    <a:pt x="5524" y="1500"/>
                  </a:cubicBezTo>
                  <a:cubicBezTo>
                    <a:pt x="5432" y="1500"/>
                    <a:pt x="5319" y="1544"/>
                    <a:pt x="5175" y="1644"/>
                  </a:cubicBezTo>
                  <a:cubicBezTo>
                    <a:pt x="4818" y="1902"/>
                    <a:pt x="4145" y="2559"/>
                    <a:pt x="4145" y="2559"/>
                  </a:cubicBezTo>
                  <a:cubicBezTo>
                    <a:pt x="3888" y="1974"/>
                    <a:pt x="4517" y="173"/>
                    <a:pt x="4017" y="72"/>
                  </a:cubicBezTo>
                  <a:cubicBezTo>
                    <a:pt x="3964" y="62"/>
                    <a:pt x="3914" y="57"/>
                    <a:pt x="3867" y="57"/>
                  </a:cubicBezTo>
                  <a:cubicBezTo>
                    <a:pt x="3463" y="57"/>
                    <a:pt x="3303" y="401"/>
                    <a:pt x="3303" y="401"/>
                  </a:cubicBezTo>
                  <a:cubicBezTo>
                    <a:pt x="3303" y="401"/>
                    <a:pt x="3054" y="1"/>
                    <a:pt x="2558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52;p62">
              <a:extLst>
                <a:ext uri="{FF2B5EF4-FFF2-40B4-BE49-F238E27FC236}">
                  <a16:creationId xmlns:a16="http://schemas.microsoft.com/office/drawing/2014/main" id="{DCA2E08D-E780-43F8-C348-74E4B0B0B2BB}"/>
                </a:ext>
              </a:extLst>
            </p:cNvPr>
            <p:cNvSpPr/>
            <p:nvPr/>
          </p:nvSpPr>
          <p:spPr>
            <a:xfrm>
              <a:off x="3945200" y="172538"/>
              <a:ext cx="926225" cy="136550"/>
            </a:xfrm>
            <a:custGeom>
              <a:avLst/>
              <a:gdLst/>
              <a:ahLst/>
              <a:cxnLst/>
              <a:rect l="l" t="t" r="r" b="b"/>
              <a:pathLst>
                <a:path w="37049" h="5462" extrusionOk="0">
                  <a:moveTo>
                    <a:pt x="700" y="1"/>
                  </a:moveTo>
                  <a:cubicBezTo>
                    <a:pt x="0" y="2702"/>
                    <a:pt x="700" y="5461"/>
                    <a:pt x="700" y="5461"/>
                  </a:cubicBezTo>
                  <a:cubicBezTo>
                    <a:pt x="2144" y="5032"/>
                    <a:pt x="7490" y="3460"/>
                    <a:pt x="9148" y="3331"/>
                  </a:cubicBezTo>
                  <a:cubicBezTo>
                    <a:pt x="10396" y="3235"/>
                    <a:pt x="13164" y="2861"/>
                    <a:pt x="14773" y="2861"/>
                  </a:cubicBezTo>
                  <a:cubicBezTo>
                    <a:pt x="15321" y="2861"/>
                    <a:pt x="15734" y="2904"/>
                    <a:pt x="15908" y="3016"/>
                  </a:cubicBezTo>
                  <a:cubicBezTo>
                    <a:pt x="16594" y="3460"/>
                    <a:pt x="18738" y="4461"/>
                    <a:pt x="18738" y="4461"/>
                  </a:cubicBezTo>
                  <a:lnTo>
                    <a:pt x="19039" y="4160"/>
                  </a:lnTo>
                  <a:lnTo>
                    <a:pt x="17738" y="3417"/>
                  </a:lnTo>
                  <a:cubicBezTo>
                    <a:pt x="17738" y="3417"/>
                    <a:pt x="18754" y="3266"/>
                    <a:pt x="19479" y="3266"/>
                  </a:cubicBezTo>
                  <a:cubicBezTo>
                    <a:pt x="19727" y="3266"/>
                    <a:pt x="19941" y="3284"/>
                    <a:pt x="20068" y="3331"/>
                  </a:cubicBezTo>
                  <a:cubicBezTo>
                    <a:pt x="20157" y="3364"/>
                    <a:pt x="20756" y="3378"/>
                    <a:pt x="21679" y="3378"/>
                  </a:cubicBezTo>
                  <a:cubicBezTo>
                    <a:pt x="25927" y="3378"/>
                    <a:pt x="37049" y="3088"/>
                    <a:pt x="37049" y="3088"/>
                  </a:cubicBezTo>
                  <a:lnTo>
                    <a:pt x="37049" y="2530"/>
                  </a:lnTo>
                  <a:cubicBezTo>
                    <a:pt x="37049" y="2530"/>
                    <a:pt x="30179" y="2253"/>
                    <a:pt x="28288" y="2253"/>
                  </a:cubicBezTo>
                  <a:cubicBezTo>
                    <a:pt x="28123" y="2253"/>
                    <a:pt x="27996" y="2255"/>
                    <a:pt x="27915" y="2259"/>
                  </a:cubicBezTo>
                  <a:cubicBezTo>
                    <a:pt x="27704" y="2271"/>
                    <a:pt x="27267" y="2278"/>
                    <a:pt x="26708" y="2278"/>
                  </a:cubicBezTo>
                  <a:cubicBezTo>
                    <a:pt x="24539" y="2278"/>
                    <a:pt x="20514" y="2174"/>
                    <a:pt x="20526" y="1844"/>
                  </a:cubicBezTo>
                  <a:cubicBezTo>
                    <a:pt x="20526" y="1444"/>
                    <a:pt x="21511" y="929"/>
                    <a:pt x="21511" y="929"/>
                  </a:cubicBezTo>
                  <a:lnTo>
                    <a:pt x="21012" y="558"/>
                  </a:lnTo>
                  <a:cubicBezTo>
                    <a:pt x="21012" y="558"/>
                    <a:pt x="19053" y="1758"/>
                    <a:pt x="18267" y="1831"/>
                  </a:cubicBezTo>
                  <a:cubicBezTo>
                    <a:pt x="18132" y="1846"/>
                    <a:pt x="17836" y="1852"/>
                    <a:pt x="17433" y="1852"/>
                  </a:cubicBezTo>
                  <a:cubicBezTo>
                    <a:pt x="16733" y="1852"/>
                    <a:pt x="15708" y="1834"/>
                    <a:pt x="14637" y="1816"/>
                  </a:cubicBezTo>
                  <a:cubicBezTo>
                    <a:pt x="13472" y="1799"/>
                    <a:pt x="12251" y="1777"/>
                    <a:pt x="11327" y="1777"/>
                  </a:cubicBezTo>
                  <a:cubicBezTo>
                    <a:pt x="10697" y="1777"/>
                    <a:pt x="10205" y="1787"/>
                    <a:pt x="9962" y="1816"/>
                  </a:cubicBezTo>
                  <a:cubicBezTo>
                    <a:pt x="9866" y="1827"/>
                    <a:pt x="9749" y="1832"/>
                    <a:pt x="9616" y="1832"/>
                  </a:cubicBezTo>
                  <a:cubicBezTo>
                    <a:pt x="8194" y="1832"/>
                    <a:pt x="4843" y="1259"/>
                    <a:pt x="4060" y="1259"/>
                  </a:cubicBezTo>
                  <a:cubicBezTo>
                    <a:pt x="3216" y="1259"/>
                    <a:pt x="700" y="1"/>
                    <a:pt x="700" y="1"/>
                  </a:cubicBezTo>
                  <a:close/>
                </a:path>
              </a:pathLst>
            </a:custGeom>
            <a:solidFill>
              <a:srgbClr val="774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453;p62">
              <a:extLst>
                <a:ext uri="{FF2B5EF4-FFF2-40B4-BE49-F238E27FC236}">
                  <a16:creationId xmlns:a16="http://schemas.microsoft.com/office/drawing/2014/main" id="{041F74E0-44FA-45A6-BBAE-FAA1AE546762}"/>
                </a:ext>
              </a:extLst>
            </p:cNvPr>
            <p:cNvSpPr/>
            <p:nvPr/>
          </p:nvSpPr>
          <p:spPr>
            <a:xfrm>
              <a:off x="4198900" y="189313"/>
              <a:ext cx="49075" cy="66675"/>
            </a:xfrm>
            <a:custGeom>
              <a:avLst/>
              <a:gdLst/>
              <a:ahLst/>
              <a:cxnLst/>
              <a:rect l="l" t="t" r="r" b="b"/>
              <a:pathLst>
                <a:path w="1963" h="2667" extrusionOk="0">
                  <a:moveTo>
                    <a:pt x="1029" y="0"/>
                  </a:moveTo>
                  <a:cubicBezTo>
                    <a:pt x="1020" y="0"/>
                    <a:pt x="1011" y="1"/>
                    <a:pt x="1001" y="1"/>
                  </a:cubicBezTo>
                  <a:cubicBezTo>
                    <a:pt x="357" y="45"/>
                    <a:pt x="1" y="487"/>
                    <a:pt x="14" y="1331"/>
                  </a:cubicBezTo>
                  <a:cubicBezTo>
                    <a:pt x="14" y="2080"/>
                    <a:pt x="341" y="2666"/>
                    <a:pt x="838" y="2666"/>
                  </a:cubicBezTo>
                  <a:cubicBezTo>
                    <a:pt x="890" y="2666"/>
                    <a:pt x="945" y="2660"/>
                    <a:pt x="1001" y="2646"/>
                  </a:cubicBezTo>
                  <a:cubicBezTo>
                    <a:pt x="1962" y="2420"/>
                    <a:pt x="1833" y="0"/>
                    <a:pt x="1029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454;p62">
              <a:extLst>
                <a:ext uri="{FF2B5EF4-FFF2-40B4-BE49-F238E27FC236}">
                  <a16:creationId xmlns:a16="http://schemas.microsoft.com/office/drawing/2014/main" id="{A368E696-07F2-CE56-11D9-F9DE515C70EE}"/>
                </a:ext>
              </a:extLst>
            </p:cNvPr>
            <p:cNvSpPr/>
            <p:nvPr/>
          </p:nvSpPr>
          <p:spPr>
            <a:xfrm>
              <a:off x="4153875" y="189313"/>
              <a:ext cx="52950" cy="66675"/>
            </a:xfrm>
            <a:custGeom>
              <a:avLst/>
              <a:gdLst/>
              <a:ahLst/>
              <a:cxnLst/>
              <a:rect l="l" t="t" r="r" b="b"/>
              <a:pathLst>
                <a:path w="2118" h="2667" extrusionOk="0">
                  <a:moveTo>
                    <a:pt x="1103" y="0"/>
                  </a:moveTo>
                  <a:cubicBezTo>
                    <a:pt x="1093" y="0"/>
                    <a:pt x="1082" y="1"/>
                    <a:pt x="1072" y="1"/>
                  </a:cubicBezTo>
                  <a:cubicBezTo>
                    <a:pt x="372" y="45"/>
                    <a:pt x="1" y="487"/>
                    <a:pt x="14" y="1331"/>
                  </a:cubicBezTo>
                  <a:cubicBezTo>
                    <a:pt x="14" y="2080"/>
                    <a:pt x="377" y="2666"/>
                    <a:pt x="900" y="2666"/>
                  </a:cubicBezTo>
                  <a:cubicBezTo>
                    <a:pt x="956" y="2666"/>
                    <a:pt x="1013" y="2660"/>
                    <a:pt x="1072" y="2646"/>
                  </a:cubicBezTo>
                  <a:cubicBezTo>
                    <a:pt x="2118" y="2420"/>
                    <a:pt x="1977" y="0"/>
                    <a:pt x="1103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55;p62">
              <a:extLst>
                <a:ext uri="{FF2B5EF4-FFF2-40B4-BE49-F238E27FC236}">
                  <a16:creationId xmlns:a16="http://schemas.microsoft.com/office/drawing/2014/main" id="{EE432FA1-6E4E-7FA5-CFBC-1EB756820F40}"/>
                </a:ext>
              </a:extLst>
            </p:cNvPr>
            <p:cNvSpPr/>
            <p:nvPr/>
          </p:nvSpPr>
          <p:spPr>
            <a:xfrm>
              <a:off x="4108850" y="189313"/>
              <a:ext cx="52950" cy="66675"/>
            </a:xfrm>
            <a:custGeom>
              <a:avLst/>
              <a:gdLst/>
              <a:ahLst/>
              <a:cxnLst/>
              <a:rect l="l" t="t" r="r" b="b"/>
              <a:pathLst>
                <a:path w="2118" h="2667" extrusionOk="0">
                  <a:moveTo>
                    <a:pt x="1103" y="0"/>
                  </a:moveTo>
                  <a:cubicBezTo>
                    <a:pt x="1093" y="0"/>
                    <a:pt x="1082" y="1"/>
                    <a:pt x="1072" y="1"/>
                  </a:cubicBezTo>
                  <a:cubicBezTo>
                    <a:pt x="372" y="45"/>
                    <a:pt x="1" y="487"/>
                    <a:pt x="14" y="1331"/>
                  </a:cubicBezTo>
                  <a:cubicBezTo>
                    <a:pt x="14" y="2080"/>
                    <a:pt x="377" y="2666"/>
                    <a:pt x="900" y="2666"/>
                  </a:cubicBezTo>
                  <a:cubicBezTo>
                    <a:pt x="956" y="2666"/>
                    <a:pt x="1013" y="2660"/>
                    <a:pt x="1072" y="2646"/>
                  </a:cubicBezTo>
                  <a:cubicBezTo>
                    <a:pt x="2118" y="2420"/>
                    <a:pt x="1977" y="0"/>
                    <a:pt x="1103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56;p62">
              <a:extLst>
                <a:ext uri="{FF2B5EF4-FFF2-40B4-BE49-F238E27FC236}">
                  <a16:creationId xmlns:a16="http://schemas.microsoft.com/office/drawing/2014/main" id="{32C455BE-C752-E01A-42AB-A4FCD8F821EB}"/>
                </a:ext>
              </a:extLst>
            </p:cNvPr>
            <p:cNvSpPr/>
            <p:nvPr/>
          </p:nvSpPr>
          <p:spPr>
            <a:xfrm>
              <a:off x="4582950" y="189313"/>
              <a:ext cx="49075" cy="66675"/>
            </a:xfrm>
            <a:custGeom>
              <a:avLst/>
              <a:gdLst/>
              <a:ahLst/>
              <a:cxnLst/>
              <a:rect l="l" t="t" r="r" b="b"/>
              <a:pathLst>
                <a:path w="1963" h="2667" extrusionOk="0">
                  <a:moveTo>
                    <a:pt x="933" y="0"/>
                  </a:moveTo>
                  <a:cubicBezTo>
                    <a:pt x="115" y="0"/>
                    <a:pt x="1" y="2420"/>
                    <a:pt x="962" y="2646"/>
                  </a:cubicBezTo>
                  <a:cubicBezTo>
                    <a:pt x="1017" y="2660"/>
                    <a:pt x="1070" y="2666"/>
                    <a:pt x="1121" y="2666"/>
                  </a:cubicBezTo>
                  <a:cubicBezTo>
                    <a:pt x="1607" y="2666"/>
                    <a:pt x="1935" y="2080"/>
                    <a:pt x="1947" y="1331"/>
                  </a:cubicBezTo>
                  <a:cubicBezTo>
                    <a:pt x="1962" y="487"/>
                    <a:pt x="1604" y="45"/>
                    <a:pt x="962" y="1"/>
                  </a:cubicBezTo>
                  <a:cubicBezTo>
                    <a:pt x="952" y="1"/>
                    <a:pt x="942" y="0"/>
                    <a:pt x="933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57;p62">
              <a:extLst>
                <a:ext uri="{FF2B5EF4-FFF2-40B4-BE49-F238E27FC236}">
                  <a16:creationId xmlns:a16="http://schemas.microsoft.com/office/drawing/2014/main" id="{A6AF555F-1B11-D7E9-1FB0-0F13A0F15D96}"/>
                </a:ext>
              </a:extLst>
            </p:cNvPr>
            <p:cNvSpPr/>
            <p:nvPr/>
          </p:nvSpPr>
          <p:spPr>
            <a:xfrm>
              <a:off x="4624050" y="189313"/>
              <a:ext cx="53000" cy="66675"/>
            </a:xfrm>
            <a:custGeom>
              <a:avLst/>
              <a:gdLst/>
              <a:ahLst/>
              <a:cxnLst/>
              <a:rect l="l" t="t" r="r" b="b"/>
              <a:pathLst>
                <a:path w="2120" h="2667" extrusionOk="0">
                  <a:moveTo>
                    <a:pt x="1002" y="0"/>
                  </a:moveTo>
                  <a:cubicBezTo>
                    <a:pt x="129" y="0"/>
                    <a:pt x="1" y="2420"/>
                    <a:pt x="1033" y="2646"/>
                  </a:cubicBezTo>
                  <a:cubicBezTo>
                    <a:pt x="1093" y="2660"/>
                    <a:pt x="1152" y="2666"/>
                    <a:pt x="1208" y="2666"/>
                  </a:cubicBezTo>
                  <a:cubicBezTo>
                    <a:pt x="1740" y="2666"/>
                    <a:pt x="2092" y="2080"/>
                    <a:pt x="2104" y="1331"/>
                  </a:cubicBezTo>
                  <a:cubicBezTo>
                    <a:pt x="2119" y="487"/>
                    <a:pt x="1733" y="45"/>
                    <a:pt x="1033" y="1"/>
                  </a:cubicBezTo>
                  <a:cubicBezTo>
                    <a:pt x="1023" y="1"/>
                    <a:pt x="1012" y="0"/>
                    <a:pt x="1002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58;p62">
              <a:extLst>
                <a:ext uri="{FF2B5EF4-FFF2-40B4-BE49-F238E27FC236}">
                  <a16:creationId xmlns:a16="http://schemas.microsoft.com/office/drawing/2014/main" id="{4318267A-08E3-2A3E-1631-1F8973AA4B1E}"/>
                </a:ext>
              </a:extLst>
            </p:cNvPr>
            <p:cNvSpPr/>
            <p:nvPr/>
          </p:nvSpPr>
          <p:spPr>
            <a:xfrm>
              <a:off x="4669075" y="189313"/>
              <a:ext cx="53000" cy="66675"/>
            </a:xfrm>
            <a:custGeom>
              <a:avLst/>
              <a:gdLst/>
              <a:ahLst/>
              <a:cxnLst/>
              <a:rect l="l" t="t" r="r" b="b"/>
              <a:pathLst>
                <a:path w="2120" h="2667" extrusionOk="0">
                  <a:moveTo>
                    <a:pt x="1002" y="0"/>
                  </a:moveTo>
                  <a:cubicBezTo>
                    <a:pt x="129" y="0"/>
                    <a:pt x="1" y="2420"/>
                    <a:pt x="1033" y="2646"/>
                  </a:cubicBezTo>
                  <a:cubicBezTo>
                    <a:pt x="1093" y="2660"/>
                    <a:pt x="1152" y="2666"/>
                    <a:pt x="1208" y="2666"/>
                  </a:cubicBezTo>
                  <a:cubicBezTo>
                    <a:pt x="1740" y="2666"/>
                    <a:pt x="2092" y="2080"/>
                    <a:pt x="2104" y="1331"/>
                  </a:cubicBezTo>
                  <a:cubicBezTo>
                    <a:pt x="2119" y="487"/>
                    <a:pt x="1733" y="45"/>
                    <a:pt x="1033" y="1"/>
                  </a:cubicBezTo>
                  <a:cubicBezTo>
                    <a:pt x="1023" y="1"/>
                    <a:pt x="1012" y="0"/>
                    <a:pt x="1002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59;p62">
              <a:extLst>
                <a:ext uri="{FF2B5EF4-FFF2-40B4-BE49-F238E27FC236}">
                  <a16:creationId xmlns:a16="http://schemas.microsoft.com/office/drawing/2014/main" id="{5A0140D1-3303-14DC-2150-1043588ECE8C}"/>
                </a:ext>
              </a:extLst>
            </p:cNvPr>
            <p:cNvSpPr/>
            <p:nvPr/>
          </p:nvSpPr>
          <p:spPr>
            <a:xfrm>
              <a:off x="4579825" y="274738"/>
              <a:ext cx="181175" cy="595350"/>
            </a:xfrm>
            <a:custGeom>
              <a:avLst/>
              <a:gdLst/>
              <a:ahLst/>
              <a:cxnLst/>
              <a:rect l="l" t="t" r="r" b="b"/>
              <a:pathLst>
                <a:path w="7247" h="23814" extrusionOk="0">
                  <a:moveTo>
                    <a:pt x="4746" y="1"/>
                  </a:moveTo>
                  <a:lnTo>
                    <a:pt x="3945" y="1272"/>
                  </a:lnTo>
                  <a:lnTo>
                    <a:pt x="3130" y="72"/>
                  </a:lnTo>
                  <a:lnTo>
                    <a:pt x="2230" y="1187"/>
                  </a:lnTo>
                  <a:lnTo>
                    <a:pt x="1658" y="144"/>
                  </a:lnTo>
                  <a:lnTo>
                    <a:pt x="1001" y="1129"/>
                  </a:lnTo>
                  <a:cubicBezTo>
                    <a:pt x="1001" y="1129"/>
                    <a:pt x="772" y="515"/>
                    <a:pt x="0" y="215"/>
                  </a:cubicBezTo>
                  <a:lnTo>
                    <a:pt x="0" y="215"/>
                  </a:lnTo>
                  <a:cubicBezTo>
                    <a:pt x="0" y="215"/>
                    <a:pt x="700" y="3159"/>
                    <a:pt x="801" y="7333"/>
                  </a:cubicBezTo>
                  <a:cubicBezTo>
                    <a:pt x="858" y="9534"/>
                    <a:pt x="643" y="12836"/>
                    <a:pt x="672" y="16067"/>
                  </a:cubicBezTo>
                  <a:cubicBezTo>
                    <a:pt x="686" y="18983"/>
                    <a:pt x="887" y="21841"/>
                    <a:pt x="1630" y="23814"/>
                  </a:cubicBezTo>
                  <a:cubicBezTo>
                    <a:pt x="1630" y="23814"/>
                    <a:pt x="6633" y="23313"/>
                    <a:pt x="6947" y="17653"/>
                  </a:cubicBezTo>
                  <a:cubicBezTo>
                    <a:pt x="7247" y="12007"/>
                    <a:pt x="5889" y="5147"/>
                    <a:pt x="5960" y="3474"/>
                  </a:cubicBezTo>
                  <a:cubicBezTo>
                    <a:pt x="6032" y="1802"/>
                    <a:pt x="6589" y="658"/>
                    <a:pt x="6589" y="658"/>
                  </a:cubicBezTo>
                  <a:lnTo>
                    <a:pt x="6589" y="658"/>
                  </a:lnTo>
                  <a:cubicBezTo>
                    <a:pt x="6589" y="658"/>
                    <a:pt x="5918" y="744"/>
                    <a:pt x="5131" y="1501"/>
                  </a:cubicBezTo>
                  <a:cubicBezTo>
                    <a:pt x="5103" y="1516"/>
                    <a:pt x="5089" y="1545"/>
                    <a:pt x="5060" y="1558"/>
                  </a:cubicBezTo>
                  <a:lnTo>
                    <a:pt x="4746" y="1"/>
                  </a:ln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460;p62">
              <a:extLst>
                <a:ext uri="{FF2B5EF4-FFF2-40B4-BE49-F238E27FC236}">
                  <a16:creationId xmlns:a16="http://schemas.microsoft.com/office/drawing/2014/main" id="{365E697F-93FE-C261-2B49-B183CFDD6913}"/>
                </a:ext>
              </a:extLst>
            </p:cNvPr>
            <p:cNvSpPr/>
            <p:nvPr/>
          </p:nvSpPr>
          <p:spPr>
            <a:xfrm>
              <a:off x="4596600" y="291188"/>
              <a:ext cx="157975" cy="557800"/>
            </a:xfrm>
            <a:custGeom>
              <a:avLst/>
              <a:gdLst/>
              <a:ahLst/>
              <a:cxnLst/>
              <a:rect l="l" t="t" r="r" b="b"/>
              <a:pathLst>
                <a:path w="6319" h="22312" extrusionOk="0">
                  <a:moveTo>
                    <a:pt x="5918" y="0"/>
                  </a:moveTo>
                  <a:lnTo>
                    <a:pt x="5918" y="0"/>
                  </a:lnTo>
                  <a:cubicBezTo>
                    <a:pt x="5918" y="0"/>
                    <a:pt x="5647" y="29"/>
                    <a:pt x="5247" y="258"/>
                  </a:cubicBezTo>
                  <a:cubicBezTo>
                    <a:pt x="5018" y="386"/>
                    <a:pt x="4746" y="572"/>
                    <a:pt x="4460" y="843"/>
                  </a:cubicBezTo>
                  <a:cubicBezTo>
                    <a:pt x="4361" y="1058"/>
                    <a:pt x="4289" y="1287"/>
                    <a:pt x="4231" y="1544"/>
                  </a:cubicBezTo>
                  <a:cubicBezTo>
                    <a:pt x="4117" y="1987"/>
                    <a:pt x="4089" y="2430"/>
                    <a:pt x="4089" y="2888"/>
                  </a:cubicBezTo>
                  <a:cubicBezTo>
                    <a:pt x="4075" y="3559"/>
                    <a:pt x="4161" y="4245"/>
                    <a:pt x="4231" y="4917"/>
                  </a:cubicBezTo>
                  <a:cubicBezTo>
                    <a:pt x="4475" y="6918"/>
                    <a:pt x="4717" y="8933"/>
                    <a:pt x="4946" y="10949"/>
                  </a:cubicBezTo>
                  <a:cubicBezTo>
                    <a:pt x="5060" y="11893"/>
                    <a:pt x="5175" y="12850"/>
                    <a:pt x="5161" y="13808"/>
                  </a:cubicBezTo>
                  <a:cubicBezTo>
                    <a:pt x="5146" y="15123"/>
                    <a:pt x="4860" y="16509"/>
                    <a:pt x="3974" y="17481"/>
                  </a:cubicBezTo>
                  <a:cubicBezTo>
                    <a:pt x="3675" y="17824"/>
                    <a:pt x="3345" y="17995"/>
                    <a:pt x="3031" y="17995"/>
                  </a:cubicBezTo>
                  <a:cubicBezTo>
                    <a:pt x="2674" y="17995"/>
                    <a:pt x="2331" y="17781"/>
                    <a:pt x="2074" y="17353"/>
                  </a:cubicBezTo>
                  <a:cubicBezTo>
                    <a:pt x="1859" y="17010"/>
                    <a:pt x="1759" y="16595"/>
                    <a:pt x="1544" y="16251"/>
                  </a:cubicBezTo>
                  <a:cubicBezTo>
                    <a:pt x="1216" y="15708"/>
                    <a:pt x="630" y="15437"/>
                    <a:pt x="1" y="15409"/>
                  </a:cubicBezTo>
                  <a:lnTo>
                    <a:pt x="1" y="16166"/>
                  </a:lnTo>
                  <a:cubicBezTo>
                    <a:pt x="2274" y="17824"/>
                    <a:pt x="3002" y="20311"/>
                    <a:pt x="3303" y="22312"/>
                  </a:cubicBezTo>
                  <a:cubicBezTo>
                    <a:pt x="4647" y="21511"/>
                    <a:pt x="6104" y="19968"/>
                    <a:pt x="6276" y="16995"/>
                  </a:cubicBezTo>
                  <a:cubicBezTo>
                    <a:pt x="6305" y="16409"/>
                    <a:pt x="6318" y="15823"/>
                    <a:pt x="6318" y="15209"/>
                  </a:cubicBezTo>
                  <a:cubicBezTo>
                    <a:pt x="6318" y="10134"/>
                    <a:pt x="5289" y="4631"/>
                    <a:pt x="5289" y="2945"/>
                  </a:cubicBezTo>
                  <a:lnTo>
                    <a:pt x="5289" y="2816"/>
                  </a:lnTo>
                  <a:cubicBezTo>
                    <a:pt x="5361" y="1144"/>
                    <a:pt x="5918" y="0"/>
                    <a:pt x="5918" y="0"/>
                  </a:cubicBezTo>
                  <a:close/>
                </a:path>
              </a:pathLst>
            </a:custGeom>
            <a:solidFill>
              <a:srgbClr val="58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461;p62">
              <a:extLst>
                <a:ext uri="{FF2B5EF4-FFF2-40B4-BE49-F238E27FC236}">
                  <a16:creationId xmlns:a16="http://schemas.microsoft.com/office/drawing/2014/main" id="{F9BAFCC0-0CBD-0FE0-D6E3-8FFD3B73BDCF}"/>
                </a:ext>
              </a:extLst>
            </p:cNvPr>
            <p:cNvSpPr/>
            <p:nvPr/>
          </p:nvSpPr>
          <p:spPr>
            <a:xfrm>
              <a:off x="4091700" y="274738"/>
              <a:ext cx="181175" cy="595350"/>
            </a:xfrm>
            <a:custGeom>
              <a:avLst/>
              <a:gdLst/>
              <a:ahLst/>
              <a:cxnLst/>
              <a:rect l="l" t="t" r="r" b="b"/>
              <a:pathLst>
                <a:path w="7247" h="23814" extrusionOk="0">
                  <a:moveTo>
                    <a:pt x="2501" y="1"/>
                  </a:moveTo>
                  <a:lnTo>
                    <a:pt x="2187" y="1558"/>
                  </a:lnTo>
                  <a:cubicBezTo>
                    <a:pt x="1373" y="744"/>
                    <a:pt x="658" y="658"/>
                    <a:pt x="658" y="658"/>
                  </a:cubicBezTo>
                  <a:lnTo>
                    <a:pt x="658" y="658"/>
                  </a:lnTo>
                  <a:cubicBezTo>
                    <a:pt x="658" y="658"/>
                    <a:pt x="1230" y="1802"/>
                    <a:pt x="1287" y="3474"/>
                  </a:cubicBezTo>
                  <a:cubicBezTo>
                    <a:pt x="1358" y="5147"/>
                    <a:pt x="1" y="12007"/>
                    <a:pt x="315" y="17653"/>
                  </a:cubicBezTo>
                  <a:cubicBezTo>
                    <a:pt x="443" y="20069"/>
                    <a:pt x="1430" y="21541"/>
                    <a:pt x="2516" y="22442"/>
                  </a:cubicBezTo>
                  <a:cubicBezTo>
                    <a:pt x="3974" y="23642"/>
                    <a:pt x="5617" y="23814"/>
                    <a:pt x="5617" y="23814"/>
                  </a:cubicBezTo>
                  <a:cubicBezTo>
                    <a:pt x="7176" y="19669"/>
                    <a:pt x="6347" y="11521"/>
                    <a:pt x="6446" y="7333"/>
                  </a:cubicBezTo>
                  <a:cubicBezTo>
                    <a:pt x="6547" y="3159"/>
                    <a:pt x="7247" y="215"/>
                    <a:pt x="7247" y="215"/>
                  </a:cubicBezTo>
                  <a:lnTo>
                    <a:pt x="7247" y="215"/>
                  </a:lnTo>
                  <a:cubicBezTo>
                    <a:pt x="6976" y="329"/>
                    <a:pt x="6761" y="472"/>
                    <a:pt x="6618" y="615"/>
                  </a:cubicBezTo>
                  <a:cubicBezTo>
                    <a:pt x="6347" y="872"/>
                    <a:pt x="6261" y="1129"/>
                    <a:pt x="6261" y="1129"/>
                  </a:cubicBezTo>
                  <a:lnTo>
                    <a:pt x="5589" y="144"/>
                  </a:lnTo>
                  <a:lnTo>
                    <a:pt x="5017" y="1187"/>
                  </a:lnTo>
                  <a:lnTo>
                    <a:pt x="4117" y="72"/>
                  </a:lnTo>
                  <a:lnTo>
                    <a:pt x="3317" y="1272"/>
                  </a:lnTo>
                  <a:lnTo>
                    <a:pt x="2501" y="1"/>
                  </a:ln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462;p62">
              <a:extLst>
                <a:ext uri="{FF2B5EF4-FFF2-40B4-BE49-F238E27FC236}">
                  <a16:creationId xmlns:a16="http://schemas.microsoft.com/office/drawing/2014/main" id="{19B615F6-9655-FCE8-86C4-9B183520948A}"/>
                </a:ext>
              </a:extLst>
            </p:cNvPr>
            <p:cNvSpPr/>
            <p:nvPr/>
          </p:nvSpPr>
          <p:spPr>
            <a:xfrm>
              <a:off x="4154600" y="280088"/>
              <a:ext cx="118275" cy="575725"/>
            </a:xfrm>
            <a:custGeom>
              <a:avLst/>
              <a:gdLst/>
              <a:ahLst/>
              <a:cxnLst/>
              <a:rect l="l" t="t" r="r" b="b"/>
              <a:pathLst>
                <a:path w="4731" h="23029" extrusionOk="0">
                  <a:moveTo>
                    <a:pt x="4731" y="1"/>
                  </a:moveTo>
                  <a:cubicBezTo>
                    <a:pt x="4460" y="115"/>
                    <a:pt x="4245" y="258"/>
                    <a:pt x="4102" y="401"/>
                  </a:cubicBezTo>
                  <a:cubicBezTo>
                    <a:pt x="4045" y="572"/>
                    <a:pt x="3974" y="744"/>
                    <a:pt x="3917" y="944"/>
                  </a:cubicBezTo>
                  <a:cubicBezTo>
                    <a:pt x="3116" y="3389"/>
                    <a:pt x="2945" y="5990"/>
                    <a:pt x="2773" y="8534"/>
                  </a:cubicBezTo>
                  <a:cubicBezTo>
                    <a:pt x="2644" y="10393"/>
                    <a:pt x="2530" y="12251"/>
                    <a:pt x="2615" y="14094"/>
                  </a:cubicBezTo>
                  <a:cubicBezTo>
                    <a:pt x="2630" y="14623"/>
                    <a:pt x="2673" y="15152"/>
                    <a:pt x="2573" y="15681"/>
                  </a:cubicBezTo>
                  <a:cubicBezTo>
                    <a:pt x="2402" y="16638"/>
                    <a:pt x="1758" y="17454"/>
                    <a:pt x="1258" y="18311"/>
                  </a:cubicBezTo>
                  <a:cubicBezTo>
                    <a:pt x="572" y="19497"/>
                    <a:pt x="128" y="20855"/>
                    <a:pt x="0" y="22228"/>
                  </a:cubicBezTo>
                  <a:cubicBezTo>
                    <a:pt x="414" y="22571"/>
                    <a:pt x="858" y="22828"/>
                    <a:pt x="1258" y="23028"/>
                  </a:cubicBezTo>
                  <a:cubicBezTo>
                    <a:pt x="1472" y="20169"/>
                    <a:pt x="2530" y="18211"/>
                    <a:pt x="4045" y="16910"/>
                  </a:cubicBezTo>
                  <a:cubicBezTo>
                    <a:pt x="4060" y="16396"/>
                    <a:pt x="4073" y="15881"/>
                    <a:pt x="4073" y="15352"/>
                  </a:cubicBezTo>
                  <a:cubicBezTo>
                    <a:pt x="4073" y="12651"/>
                    <a:pt x="3930" y="9935"/>
                    <a:pt x="3930" y="7891"/>
                  </a:cubicBezTo>
                  <a:lnTo>
                    <a:pt x="3930" y="7119"/>
                  </a:lnTo>
                  <a:cubicBezTo>
                    <a:pt x="4031" y="2945"/>
                    <a:pt x="4731" y="1"/>
                    <a:pt x="4731" y="1"/>
                  </a:cubicBezTo>
                  <a:close/>
                </a:path>
              </a:pathLst>
            </a:custGeom>
            <a:solidFill>
              <a:srgbClr val="58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463;p62">
              <a:extLst>
                <a:ext uri="{FF2B5EF4-FFF2-40B4-BE49-F238E27FC236}">
                  <a16:creationId xmlns:a16="http://schemas.microsoft.com/office/drawing/2014/main" id="{614FE40A-96FF-B24F-1C8C-BAB68B99A61C}"/>
                </a:ext>
              </a:extLst>
            </p:cNvPr>
            <p:cNvSpPr/>
            <p:nvPr/>
          </p:nvSpPr>
          <p:spPr>
            <a:xfrm>
              <a:off x="4181375" y="649963"/>
              <a:ext cx="512450" cy="532125"/>
            </a:xfrm>
            <a:custGeom>
              <a:avLst/>
              <a:gdLst/>
              <a:ahLst/>
              <a:cxnLst/>
              <a:rect l="l" t="t" r="r" b="b"/>
              <a:pathLst>
                <a:path w="20498" h="21285" extrusionOk="0">
                  <a:moveTo>
                    <a:pt x="9890" y="1"/>
                  </a:moveTo>
                  <a:cubicBezTo>
                    <a:pt x="9653" y="1"/>
                    <a:pt x="9411" y="5"/>
                    <a:pt x="9163" y="14"/>
                  </a:cubicBezTo>
                  <a:cubicBezTo>
                    <a:pt x="7019" y="86"/>
                    <a:pt x="4904" y="629"/>
                    <a:pt x="3274" y="1887"/>
                  </a:cubicBezTo>
                  <a:cubicBezTo>
                    <a:pt x="1287" y="3402"/>
                    <a:pt x="1" y="5960"/>
                    <a:pt x="158" y="9977"/>
                  </a:cubicBezTo>
                  <a:cubicBezTo>
                    <a:pt x="401" y="16237"/>
                    <a:pt x="1874" y="20253"/>
                    <a:pt x="7576" y="21111"/>
                  </a:cubicBezTo>
                  <a:cubicBezTo>
                    <a:pt x="8337" y="21231"/>
                    <a:pt x="9164" y="21284"/>
                    <a:pt x="10076" y="21284"/>
                  </a:cubicBezTo>
                  <a:cubicBezTo>
                    <a:pt x="10364" y="21284"/>
                    <a:pt x="10659" y="21279"/>
                    <a:pt x="10964" y="21269"/>
                  </a:cubicBezTo>
                  <a:cubicBezTo>
                    <a:pt x="20141" y="20911"/>
                    <a:pt x="20497" y="15193"/>
                    <a:pt x="20126" y="10263"/>
                  </a:cubicBezTo>
                  <a:cubicBezTo>
                    <a:pt x="19902" y="7484"/>
                    <a:pt x="19830" y="1"/>
                    <a:pt x="9890" y="1"/>
                  </a:cubicBezTo>
                  <a:close/>
                </a:path>
              </a:pathLst>
            </a:custGeom>
            <a:solidFill>
              <a:srgbClr val="774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464;p62">
              <a:extLst>
                <a:ext uri="{FF2B5EF4-FFF2-40B4-BE49-F238E27FC236}">
                  <a16:creationId xmlns:a16="http://schemas.microsoft.com/office/drawing/2014/main" id="{2DB85630-6F86-0EA6-3515-60A7233F280B}"/>
                </a:ext>
              </a:extLst>
            </p:cNvPr>
            <p:cNvSpPr/>
            <p:nvPr/>
          </p:nvSpPr>
          <p:spPr>
            <a:xfrm>
              <a:off x="4263225" y="682113"/>
              <a:ext cx="423450" cy="499925"/>
            </a:xfrm>
            <a:custGeom>
              <a:avLst/>
              <a:gdLst/>
              <a:ahLst/>
              <a:cxnLst/>
              <a:rect l="l" t="t" r="r" b="b"/>
              <a:pathLst>
                <a:path w="16938" h="19997" extrusionOk="0">
                  <a:moveTo>
                    <a:pt x="829" y="43"/>
                  </a:moveTo>
                  <a:cubicBezTo>
                    <a:pt x="544" y="214"/>
                    <a:pt x="271" y="401"/>
                    <a:pt x="0" y="601"/>
                  </a:cubicBezTo>
                  <a:cubicBezTo>
                    <a:pt x="286" y="500"/>
                    <a:pt x="572" y="414"/>
                    <a:pt x="858" y="329"/>
                  </a:cubicBezTo>
                  <a:cubicBezTo>
                    <a:pt x="858" y="229"/>
                    <a:pt x="843" y="143"/>
                    <a:pt x="829" y="43"/>
                  </a:cubicBezTo>
                  <a:close/>
                  <a:moveTo>
                    <a:pt x="12521" y="0"/>
                  </a:moveTo>
                  <a:cubicBezTo>
                    <a:pt x="12407" y="43"/>
                    <a:pt x="12293" y="71"/>
                    <a:pt x="12178" y="71"/>
                  </a:cubicBezTo>
                  <a:cubicBezTo>
                    <a:pt x="12478" y="2573"/>
                    <a:pt x="12850" y="3044"/>
                    <a:pt x="13107" y="3488"/>
                  </a:cubicBezTo>
                  <a:cubicBezTo>
                    <a:pt x="13122" y="3530"/>
                    <a:pt x="13135" y="3559"/>
                    <a:pt x="13135" y="3588"/>
                  </a:cubicBezTo>
                  <a:cubicBezTo>
                    <a:pt x="13135" y="3702"/>
                    <a:pt x="12993" y="3759"/>
                    <a:pt x="12779" y="3759"/>
                  </a:cubicBezTo>
                  <a:cubicBezTo>
                    <a:pt x="12364" y="3759"/>
                    <a:pt x="11649" y="3530"/>
                    <a:pt x="11235" y="3044"/>
                  </a:cubicBezTo>
                  <a:lnTo>
                    <a:pt x="11235" y="3044"/>
                  </a:lnTo>
                  <a:cubicBezTo>
                    <a:pt x="11235" y="3044"/>
                    <a:pt x="11292" y="3459"/>
                    <a:pt x="11292" y="3788"/>
                  </a:cubicBezTo>
                  <a:cubicBezTo>
                    <a:pt x="11292" y="3959"/>
                    <a:pt x="11277" y="4102"/>
                    <a:pt x="11235" y="4159"/>
                  </a:cubicBezTo>
                  <a:cubicBezTo>
                    <a:pt x="11235" y="4174"/>
                    <a:pt x="11220" y="4188"/>
                    <a:pt x="11192" y="4188"/>
                  </a:cubicBezTo>
                  <a:cubicBezTo>
                    <a:pt x="11092" y="4188"/>
                    <a:pt x="10835" y="4016"/>
                    <a:pt x="10563" y="3816"/>
                  </a:cubicBezTo>
                  <a:lnTo>
                    <a:pt x="10563" y="3816"/>
                  </a:lnTo>
                  <a:cubicBezTo>
                    <a:pt x="11035" y="4803"/>
                    <a:pt x="11363" y="5874"/>
                    <a:pt x="11635" y="6918"/>
                  </a:cubicBezTo>
                  <a:cubicBezTo>
                    <a:pt x="12192" y="9005"/>
                    <a:pt x="12621" y="11163"/>
                    <a:pt x="12350" y="13307"/>
                  </a:cubicBezTo>
                  <a:cubicBezTo>
                    <a:pt x="12078" y="15437"/>
                    <a:pt x="10978" y="17567"/>
                    <a:pt x="9105" y="18624"/>
                  </a:cubicBezTo>
                  <a:cubicBezTo>
                    <a:pt x="7647" y="19425"/>
                    <a:pt x="5932" y="19510"/>
                    <a:pt x="4302" y="19825"/>
                  </a:cubicBezTo>
                  <a:cubicBezTo>
                    <a:pt x="5060" y="19939"/>
                    <a:pt x="5889" y="19996"/>
                    <a:pt x="6789" y="19996"/>
                  </a:cubicBezTo>
                  <a:cubicBezTo>
                    <a:pt x="7075" y="19996"/>
                    <a:pt x="7376" y="19996"/>
                    <a:pt x="7690" y="19983"/>
                  </a:cubicBezTo>
                  <a:cubicBezTo>
                    <a:pt x="15552" y="19682"/>
                    <a:pt x="16938" y="15451"/>
                    <a:pt x="16938" y="11134"/>
                  </a:cubicBezTo>
                  <a:cubicBezTo>
                    <a:pt x="16938" y="10406"/>
                    <a:pt x="16895" y="9677"/>
                    <a:pt x="16852" y="8977"/>
                  </a:cubicBezTo>
                  <a:cubicBezTo>
                    <a:pt x="16795" y="8376"/>
                    <a:pt x="16766" y="7576"/>
                    <a:pt x="16638" y="6675"/>
                  </a:cubicBezTo>
                  <a:cubicBezTo>
                    <a:pt x="16337" y="4674"/>
                    <a:pt x="15609" y="2187"/>
                    <a:pt x="13336" y="529"/>
                  </a:cubicBezTo>
                  <a:cubicBezTo>
                    <a:pt x="13093" y="343"/>
                    <a:pt x="12821" y="172"/>
                    <a:pt x="12521" y="0"/>
                  </a:cubicBezTo>
                  <a:close/>
                </a:path>
              </a:pathLst>
            </a:custGeom>
            <a:solidFill>
              <a:srgbClr val="683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465;p62">
              <a:extLst>
                <a:ext uri="{FF2B5EF4-FFF2-40B4-BE49-F238E27FC236}">
                  <a16:creationId xmlns:a16="http://schemas.microsoft.com/office/drawing/2014/main" id="{C58997BB-6047-C37A-4D5C-CE8487EC85BD}"/>
                </a:ext>
              </a:extLst>
            </p:cNvPr>
            <p:cNvSpPr/>
            <p:nvPr/>
          </p:nvSpPr>
          <p:spPr>
            <a:xfrm>
              <a:off x="4215675" y="995863"/>
              <a:ext cx="51150" cy="38225"/>
            </a:xfrm>
            <a:custGeom>
              <a:avLst/>
              <a:gdLst/>
              <a:ahLst/>
              <a:cxnLst/>
              <a:rect l="l" t="t" r="r" b="b"/>
              <a:pathLst>
                <a:path w="2046" h="1529" extrusionOk="0">
                  <a:moveTo>
                    <a:pt x="1030" y="0"/>
                  </a:moveTo>
                  <a:cubicBezTo>
                    <a:pt x="401" y="0"/>
                    <a:pt x="1" y="1529"/>
                    <a:pt x="1030" y="1529"/>
                  </a:cubicBezTo>
                  <a:cubicBezTo>
                    <a:pt x="2045" y="1529"/>
                    <a:pt x="1859" y="0"/>
                    <a:pt x="1030" y="0"/>
                  </a:cubicBezTo>
                  <a:close/>
                </a:path>
              </a:pathLst>
            </a:custGeom>
            <a:solidFill>
              <a:srgbClr val="703C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466;p62">
              <a:extLst>
                <a:ext uri="{FF2B5EF4-FFF2-40B4-BE49-F238E27FC236}">
                  <a16:creationId xmlns:a16="http://schemas.microsoft.com/office/drawing/2014/main" id="{48D8D1F5-6D2D-E874-3142-3E436D243393}"/>
                </a:ext>
              </a:extLst>
            </p:cNvPr>
            <p:cNvSpPr/>
            <p:nvPr/>
          </p:nvSpPr>
          <p:spPr>
            <a:xfrm>
              <a:off x="4243225" y="936888"/>
              <a:ext cx="39650" cy="43600"/>
            </a:xfrm>
            <a:custGeom>
              <a:avLst/>
              <a:gdLst/>
              <a:ahLst/>
              <a:cxnLst/>
              <a:rect l="l" t="t" r="r" b="b"/>
              <a:pathLst>
                <a:path w="1586" h="1744" extrusionOk="0">
                  <a:moveTo>
                    <a:pt x="700" y="0"/>
                  </a:moveTo>
                  <a:cubicBezTo>
                    <a:pt x="14" y="0"/>
                    <a:pt x="0" y="1744"/>
                    <a:pt x="686" y="1744"/>
                  </a:cubicBezTo>
                  <a:cubicBezTo>
                    <a:pt x="728" y="1744"/>
                    <a:pt x="757" y="1744"/>
                    <a:pt x="800" y="1730"/>
                  </a:cubicBezTo>
                  <a:cubicBezTo>
                    <a:pt x="1586" y="1530"/>
                    <a:pt x="1414" y="0"/>
                    <a:pt x="700" y="0"/>
                  </a:cubicBezTo>
                  <a:close/>
                </a:path>
              </a:pathLst>
            </a:custGeom>
            <a:solidFill>
              <a:srgbClr val="703C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467;p62">
              <a:extLst>
                <a:ext uri="{FF2B5EF4-FFF2-40B4-BE49-F238E27FC236}">
                  <a16:creationId xmlns:a16="http://schemas.microsoft.com/office/drawing/2014/main" id="{60A0B088-ADFF-3B64-8BE3-16B94D2AD892}"/>
                </a:ext>
              </a:extLst>
            </p:cNvPr>
            <p:cNvSpPr/>
            <p:nvPr/>
          </p:nvSpPr>
          <p:spPr>
            <a:xfrm>
              <a:off x="4256075" y="1043013"/>
              <a:ext cx="43625" cy="56125"/>
            </a:xfrm>
            <a:custGeom>
              <a:avLst/>
              <a:gdLst/>
              <a:ahLst/>
              <a:cxnLst/>
              <a:rect l="l" t="t" r="r" b="b"/>
              <a:pathLst>
                <a:path w="1745" h="2245" extrusionOk="0">
                  <a:moveTo>
                    <a:pt x="872" y="1"/>
                  </a:moveTo>
                  <a:cubicBezTo>
                    <a:pt x="129" y="43"/>
                    <a:pt x="1" y="2244"/>
                    <a:pt x="872" y="2244"/>
                  </a:cubicBezTo>
                  <a:cubicBezTo>
                    <a:pt x="1744" y="2244"/>
                    <a:pt x="1615" y="1"/>
                    <a:pt x="887" y="1"/>
                  </a:cubicBezTo>
                  <a:close/>
                </a:path>
              </a:pathLst>
            </a:custGeom>
            <a:solidFill>
              <a:srgbClr val="703C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468;p62">
              <a:extLst>
                <a:ext uri="{FF2B5EF4-FFF2-40B4-BE49-F238E27FC236}">
                  <a16:creationId xmlns:a16="http://schemas.microsoft.com/office/drawing/2014/main" id="{B3FF0A7D-3407-2271-BF67-C6347494F805}"/>
                </a:ext>
              </a:extLst>
            </p:cNvPr>
            <p:cNvSpPr/>
            <p:nvPr/>
          </p:nvSpPr>
          <p:spPr>
            <a:xfrm>
              <a:off x="4267500" y="1005488"/>
              <a:ext cx="23975" cy="16825"/>
            </a:xfrm>
            <a:custGeom>
              <a:avLst/>
              <a:gdLst/>
              <a:ahLst/>
              <a:cxnLst/>
              <a:rect l="l" t="t" r="r" b="b"/>
              <a:pathLst>
                <a:path w="959" h="673" extrusionOk="0">
                  <a:moveTo>
                    <a:pt x="487" y="0"/>
                  </a:moveTo>
                  <a:cubicBezTo>
                    <a:pt x="1" y="0"/>
                    <a:pt x="15" y="673"/>
                    <a:pt x="487" y="673"/>
                  </a:cubicBezTo>
                  <a:cubicBezTo>
                    <a:pt x="958" y="673"/>
                    <a:pt x="958" y="0"/>
                    <a:pt x="487" y="0"/>
                  </a:cubicBezTo>
                  <a:close/>
                </a:path>
              </a:pathLst>
            </a:custGeom>
            <a:solidFill>
              <a:srgbClr val="703C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469;p62">
              <a:extLst>
                <a:ext uri="{FF2B5EF4-FFF2-40B4-BE49-F238E27FC236}">
                  <a16:creationId xmlns:a16="http://schemas.microsoft.com/office/drawing/2014/main" id="{D4DFB755-33A2-3396-9389-EB9DFEFE7FB6}"/>
                </a:ext>
              </a:extLst>
            </p:cNvPr>
            <p:cNvSpPr/>
            <p:nvPr/>
          </p:nvSpPr>
          <p:spPr>
            <a:xfrm>
              <a:off x="4204975" y="958313"/>
              <a:ext cx="24300" cy="22175"/>
            </a:xfrm>
            <a:custGeom>
              <a:avLst/>
              <a:gdLst/>
              <a:ahLst/>
              <a:cxnLst/>
              <a:rect l="l" t="t" r="r" b="b"/>
              <a:pathLst>
                <a:path w="972" h="887" extrusionOk="0">
                  <a:moveTo>
                    <a:pt x="658" y="1"/>
                  </a:moveTo>
                  <a:cubicBezTo>
                    <a:pt x="644" y="1"/>
                    <a:pt x="615" y="1"/>
                    <a:pt x="587" y="16"/>
                  </a:cubicBezTo>
                  <a:cubicBezTo>
                    <a:pt x="229" y="172"/>
                    <a:pt x="0" y="787"/>
                    <a:pt x="587" y="887"/>
                  </a:cubicBezTo>
                  <a:lnTo>
                    <a:pt x="658" y="887"/>
                  </a:lnTo>
                  <a:cubicBezTo>
                    <a:pt x="886" y="887"/>
                    <a:pt x="972" y="673"/>
                    <a:pt x="943" y="444"/>
                  </a:cubicBezTo>
                  <a:cubicBezTo>
                    <a:pt x="930" y="216"/>
                    <a:pt x="815" y="1"/>
                    <a:pt x="658" y="1"/>
                  </a:cubicBezTo>
                  <a:close/>
                </a:path>
              </a:pathLst>
            </a:custGeom>
            <a:solidFill>
              <a:srgbClr val="703C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470;p62">
              <a:extLst>
                <a:ext uri="{FF2B5EF4-FFF2-40B4-BE49-F238E27FC236}">
                  <a16:creationId xmlns:a16="http://schemas.microsoft.com/office/drawing/2014/main" id="{79CFB3CA-C7F2-84AC-FDE7-0389AB6C4F81}"/>
                </a:ext>
              </a:extLst>
            </p:cNvPr>
            <p:cNvSpPr/>
            <p:nvPr/>
          </p:nvSpPr>
          <p:spPr>
            <a:xfrm>
              <a:off x="4237175" y="617413"/>
              <a:ext cx="49650" cy="66500"/>
            </a:xfrm>
            <a:custGeom>
              <a:avLst/>
              <a:gdLst/>
              <a:ahLst/>
              <a:cxnLst/>
              <a:rect l="l" t="t" r="r" b="b"/>
              <a:pathLst>
                <a:path w="1986" h="2660" extrusionOk="0">
                  <a:moveTo>
                    <a:pt x="1230" y="0"/>
                  </a:moveTo>
                  <a:cubicBezTo>
                    <a:pt x="960" y="0"/>
                    <a:pt x="669" y="112"/>
                    <a:pt x="456" y="487"/>
                  </a:cubicBezTo>
                  <a:cubicBezTo>
                    <a:pt x="0" y="1310"/>
                    <a:pt x="800" y="2660"/>
                    <a:pt x="1655" y="2660"/>
                  </a:cubicBezTo>
                  <a:cubicBezTo>
                    <a:pt x="1765" y="2660"/>
                    <a:pt x="1876" y="2637"/>
                    <a:pt x="1986" y="2588"/>
                  </a:cubicBezTo>
                  <a:lnTo>
                    <a:pt x="1986" y="244"/>
                  </a:lnTo>
                  <a:cubicBezTo>
                    <a:pt x="1986" y="244"/>
                    <a:pt x="1630" y="0"/>
                    <a:pt x="1230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471;p62">
              <a:extLst>
                <a:ext uri="{FF2B5EF4-FFF2-40B4-BE49-F238E27FC236}">
                  <a16:creationId xmlns:a16="http://schemas.microsoft.com/office/drawing/2014/main" id="{04EEEAC5-CC6E-C612-FCDE-725685FA5A31}"/>
                </a:ext>
              </a:extLst>
            </p:cNvPr>
            <p:cNvSpPr/>
            <p:nvPr/>
          </p:nvSpPr>
          <p:spPr>
            <a:xfrm>
              <a:off x="4256900" y="638513"/>
              <a:ext cx="22725" cy="24875"/>
            </a:xfrm>
            <a:custGeom>
              <a:avLst/>
              <a:gdLst/>
              <a:ahLst/>
              <a:cxnLst/>
              <a:rect l="l" t="t" r="r" b="b"/>
              <a:pathLst>
                <a:path w="909" h="995" extrusionOk="0">
                  <a:moveTo>
                    <a:pt x="377" y="0"/>
                  </a:moveTo>
                  <a:cubicBezTo>
                    <a:pt x="374" y="0"/>
                    <a:pt x="371" y="0"/>
                    <a:pt x="368" y="1"/>
                  </a:cubicBezTo>
                  <a:cubicBezTo>
                    <a:pt x="1" y="14"/>
                    <a:pt x="279" y="995"/>
                    <a:pt x="565" y="995"/>
                  </a:cubicBezTo>
                  <a:cubicBezTo>
                    <a:pt x="580" y="995"/>
                    <a:pt x="595" y="992"/>
                    <a:pt x="610" y="986"/>
                  </a:cubicBezTo>
                  <a:cubicBezTo>
                    <a:pt x="908" y="873"/>
                    <a:pt x="756" y="0"/>
                    <a:pt x="377" y="0"/>
                  </a:cubicBezTo>
                  <a:close/>
                </a:path>
              </a:pathLst>
            </a:custGeom>
            <a:solidFill>
              <a:srgbClr val="D671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472;p62">
              <a:extLst>
                <a:ext uri="{FF2B5EF4-FFF2-40B4-BE49-F238E27FC236}">
                  <a16:creationId xmlns:a16="http://schemas.microsoft.com/office/drawing/2014/main" id="{29779B53-D434-7DB9-49B4-0EBBF0BCC627}"/>
                </a:ext>
              </a:extLst>
            </p:cNvPr>
            <p:cNvSpPr/>
            <p:nvPr/>
          </p:nvSpPr>
          <p:spPr>
            <a:xfrm>
              <a:off x="4559100" y="617413"/>
              <a:ext cx="49625" cy="66500"/>
            </a:xfrm>
            <a:custGeom>
              <a:avLst/>
              <a:gdLst/>
              <a:ahLst/>
              <a:cxnLst/>
              <a:rect l="l" t="t" r="r" b="b"/>
              <a:pathLst>
                <a:path w="1985" h="2660" extrusionOk="0">
                  <a:moveTo>
                    <a:pt x="756" y="0"/>
                  </a:moveTo>
                  <a:cubicBezTo>
                    <a:pt x="356" y="0"/>
                    <a:pt x="0" y="244"/>
                    <a:pt x="0" y="244"/>
                  </a:cubicBezTo>
                  <a:lnTo>
                    <a:pt x="0" y="2588"/>
                  </a:lnTo>
                  <a:cubicBezTo>
                    <a:pt x="111" y="2637"/>
                    <a:pt x="224" y="2660"/>
                    <a:pt x="335" y="2660"/>
                  </a:cubicBezTo>
                  <a:cubicBezTo>
                    <a:pt x="1197" y="2660"/>
                    <a:pt x="1985" y="1310"/>
                    <a:pt x="1529" y="487"/>
                  </a:cubicBezTo>
                  <a:cubicBezTo>
                    <a:pt x="1316" y="112"/>
                    <a:pt x="1026" y="0"/>
                    <a:pt x="756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473;p62">
              <a:extLst>
                <a:ext uri="{FF2B5EF4-FFF2-40B4-BE49-F238E27FC236}">
                  <a16:creationId xmlns:a16="http://schemas.microsoft.com/office/drawing/2014/main" id="{A50A1549-7835-4ED8-9361-6BA9BE931C17}"/>
                </a:ext>
              </a:extLst>
            </p:cNvPr>
            <p:cNvSpPr/>
            <p:nvPr/>
          </p:nvSpPr>
          <p:spPr>
            <a:xfrm>
              <a:off x="4566650" y="638513"/>
              <a:ext cx="22350" cy="24875"/>
            </a:xfrm>
            <a:custGeom>
              <a:avLst/>
              <a:gdLst/>
              <a:ahLst/>
              <a:cxnLst/>
              <a:rect l="l" t="t" r="r" b="b"/>
              <a:pathLst>
                <a:path w="894" h="995" extrusionOk="0">
                  <a:moveTo>
                    <a:pt x="518" y="0"/>
                  </a:moveTo>
                  <a:cubicBezTo>
                    <a:pt x="139" y="0"/>
                    <a:pt x="0" y="873"/>
                    <a:pt x="299" y="986"/>
                  </a:cubicBezTo>
                  <a:cubicBezTo>
                    <a:pt x="314" y="992"/>
                    <a:pt x="329" y="995"/>
                    <a:pt x="344" y="995"/>
                  </a:cubicBezTo>
                  <a:cubicBezTo>
                    <a:pt x="628" y="995"/>
                    <a:pt x="893" y="14"/>
                    <a:pt x="527" y="1"/>
                  </a:cubicBezTo>
                  <a:cubicBezTo>
                    <a:pt x="524" y="0"/>
                    <a:pt x="521" y="0"/>
                    <a:pt x="518" y="0"/>
                  </a:cubicBezTo>
                  <a:close/>
                </a:path>
              </a:pathLst>
            </a:custGeom>
            <a:solidFill>
              <a:srgbClr val="D671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474;p62">
              <a:extLst>
                <a:ext uri="{FF2B5EF4-FFF2-40B4-BE49-F238E27FC236}">
                  <a16:creationId xmlns:a16="http://schemas.microsoft.com/office/drawing/2014/main" id="{3E8F8AD4-D97A-8771-F901-6D558006CFC3}"/>
                </a:ext>
              </a:extLst>
            </p:cNvPr>
            <p:cNvSpPr/>
            <p:nvPr/>
          </p:nvSpPr>
          <p:spPr>
            <a:xfrm>
              <a:off x="4267500" y="435213"/>
              <a:ext cx="325900" cy="385125"/>
            </a:xfrm>
            <a:custGeom>
              <a:avLst/>
              <a:gdLst/>
              <a:ahLst/>
              <a:cxnLst/>
              <a:rect l="l" t="t" r="r" b="b"/>
              <a:pathLst>
                <a:path w="13036" h="15405" extrusionOk="0">
                  <a:moveTo>
                    <a:pt x="7605" y="1"/>
                  </a:moveTo>
                  <a:cubicBezTo>
                    <a:pt x="7492" y="1"/>
                    <a:pt x="7412" y="25"/>
                    <a:pt x="7376" y="71"/>
                  </a:cubicBezTo>
                  <a:cubicBezTo>
                    <a:pt x="7348" y="128"/>
                    <a:pt x="7361" y="214"/>
                    <a:pt x="7447" y="314"/>
                  </a:cubicBezTo>
                  <a:cubicBezTo>
                    <a:pt x="7962" y="942"/>
                    <a:pt x="8120" y="1758"/>
                    <a:pt x="8120" y="1758"/>
                  </a:cubicBezTo>
                  <a:cubicBezTo>
                    <a:pt x="7123" y="633"/>
                    <a:pt x="5678" y="149"/>
                    <a:pt x="5037" y="149"/>
                  </a:cubicBezTo>
                  <a:cubicBezTo>
                    <a:pt x="4750" y="149"/>
                    <a:pt x="4624" y="246"/>
                    <a:pt x="4775" y="428"/>
                  </a:cubicBezTo>
                  <a:cubicBezTo>
                    <a:pt x="5275" y="1014"/>
                    <a:pt x="5518" y="1800"/>
                    <a:pt x="5518" y="1800"/>
                  </a:cubicBezTo>
                  <a:cubicBezTo>
                    <a:pt x="4986" y="961"/>
                    <a:pt x="3568" y="547"/>
                    <a:pt x="2972" y="547"/>
                  </a:cubicBezTo>
                  <a:cubicBezTo>
                    <a:pt x="2736" y="547"/>
                    <a:pt x="2629" y="612"/>
                    <a:pt x="2759" y="742"/>
                  </a:cubicBezTo>
                  <a:cubicBezTo>
                    <a:pt x="3203" y="1215"/>
                    <a:pt x="3502" y="2000"/>
                    <a:pt x="3502" y="2000"/>
                  </a:cubicBezTo>
                  <a:cubicBezTo>
                    <a:pt x="3502" y="2000"/>
                    <a:pt x="3500" y="2000"/>
                    <a:pt x="3496" y="2000"/>
                  </a:cubicBezTo>
                  <a:cubicBezTo>
                    <a:pt x="3393" y="2000"/>
                    <a:pt x="2114" y="2039"/>
                    <a:pt x="1072" y="3944"/>
                  </a:cubicBezTo>
                  <a:cubicBezTo>
                    <a:pt x="1" y="5931"/>
                    <a:pt x="830" y="11048"/>
                    <a:pt x="887" y="12363"/>
                  </a:cubicBezTo>
                  <a:cubicBezTo>
                    <a:pt x="944" y="13664"/>
                    <a:pt x="186" y="14150"/>
                    <a:pt x="487" y="14307"/>
                  </a:cubicBezTo>
                  <a:cubicBezTo>
                    <a:pt x="501" y="14321"/>
                    <a:pt x="529" y="14321"/>
                    <a:pt x="573" y="14336"/>
                  </a:cubicBezTo>
                  <a:cubicBezTo>
                    <a:pt x="600" y="14342"/>
                    <a:pt x="629" y="14345"/>
                    <a:pt x="659" y="14345"/>
                  </a:cubicBezTo>
                  <a:cubicBezTo>
                    <a:pt x="1191" y="14345"/>
                    <a:pt x="2202" y="13450"/>
                    <a:pt x="2202" y="13450"/>
                  </a:cubicBezTo>
                  <a:lnTo>
                    <a:pt x="2202" y="13450"/>
                  </a:lnTo>
                  <a:cubicBezTo>
                    <a:pt x="2511" y="14459"/>
                    <a:pt x="2200" y="15405"/>
                    <a:pt x="2592" y="15405"/>
                  </a:cubicBezTo>
                  <a:cubicBezTo>
                    <a:pt x="2616" y="15405"/>
                    <a:pt x="2643" y="15401"/>
                    <a:pt x="2673" y="15394"/>
                  </a:cubicBezTo>
                  <a:cubicBezTo>
                    <a:pt x="3203" y="15251"/>
                    <a:pt x="4474" y="13707"/>
                    <a:pt x="4474" y="13707"/>
                  </a:cubicBezTo>
                  <a:cubicBezTo>
                    <a:pt x="4678" y="14451"/>
                    <a:pt x="4521" y="15388"/>
                    <a:pt x="4735" y="15388"/>
                  </a:cubicBezTo>
                  <a:cubicBezTo>
                    <a:pt x="4747" y="15388"/>
                    <a:pt x="4761" y="15385"/>
                    <a:pt x="4775" y="15379"/>
                  </a:cubicBezTo>
                  <a:cubicBezTo>
                    <a:pt x="5046" y="15279"/>
                    <a:pt x="6075" y="14035"/>
                    <a:pt x="6075" y="14035"/>
                  </a:cubicBezTo>
                  <a:cubicBezTo>
                    <a:pt x="6283" y="14327"/>
                    <a:pt x="6544" y="15382"/>
                    <a:pt x="6742" y="15382"/>
                  </a:cubicBezTo>
                  <a:cubicBezTo>
                    <a:pt x="6749" y="15382"/>
                    <a:pt x="6755" y="15381"/>
                    <a:pt x="6761" y="15379"/>
                  </a:cubicBezTo>
                  <a:cubicBezTo>
                    <a:pt x="6976" y="15308"/>
                    <a:pt x="7719" y="14007"/>
                    <a:pt x="7919" y="13850"/>
                  </a:cubicBezTo>
                  <a:cubicBezTo>
                    <a:pt x="7929" y="13843"/>
                    <a:pt x="7939" y="13840"/>
                    <a:pt x="7950" y="13840"/>
                  </a:cubicBezTo>
                  <a:cubicBezTo>
                    <a:pt x="8063" y="13840"/>
                    <a:pt x="8285" y="14152"/>
                    <a:pt x="8505" y="14464"/>
                  </a:cubicBezTo>
                  <a:cubicBezTo>
                    <a:pt x="8732" y="14781"/>
                    <a:pt x="8949" y="15096"/>
                    <a:pt x="9065" y="15096"/>
                  </a:cubicBezTo>
                  <a:cubicBezTo>
                    <a:pt x="9080" y="15096"/>
                    <a:pt x="9094" y="15091"/>
                    <a:pt x="9105" y="15079"/>
                  </a:cubicBezTo>
                  <a:cubicBezTo>
                    <a:pt x="9305" y="14893"/>
                    <a:pt x="9606" y="13063"/>
                    <a:pt x="9606" y="13063"/>
                  </a:cubicBezTo>
                  <a:cubicBezTo>
                    <a:pt x="9606" y="13063"/>
                    <a:pt x="10757" y="14056"/>
                    <a:pt x="11019" y="14056"/>
                  </a:cubicBezTo>
                  <a:cubicBezTo>
                    <a:pt x="11040" y="14056"/>
                    <a:pt x="11056" y="14049"/>
                    <a:pt x="11064" y="14035"/>
                  </a:cubicBezTo>
                  <a:cubicBezTo>
                    <a:pt x="11178" y="13850"/>
                    <a:pt x="11064" y="12921"/>
                    <a:pt x="11064" y="12920"/>
                  </a:cubicBezTo>
                  <a:lnTo>
                    <a:pt x="11064" y="12920"/>
                  </a:lnTo>
                  <a:cubicBezTo>
                    <a:pt x="11476" y="13403"/>
                    <a:pt x="12183" y="13632"/>
                    <a:pt x="12609" y="13632"/>
                  </a:cubicBezTo>
                  <a:cubicBezTo>
                    <a:pt x="12878" y="13632"/>
                    <a:pt x="13035" y="13541"/>
                    <a:pt x="12936" y="13364"/>
                  </a:cubicBezTo>
                  <a:cubicBezTo>
                    <a:pt x="12665" y="12920"/>
                    <a:pt x="12293" y="12434"/>
                    <a:pt x="11993" y="9876"/>
                  </a:cubicBezTo>
                  <a:cubicBezTo>
                    <a:pt x="11707" y="7332"/>
                    <a:pt x="12322" y="4159"/>
                    <a:pt x="10292" y="1672"/>
                  </a:cubicBezTo>
                  <a:cubicBezTo>
                    <a:pt x="9331" y="500"/>
                    <a:pt x="8120" y="1"/>
                    <a:pt x="7605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475;p62">
              <a:extLst>
                <a:ext uri="{FF2B5EF4-FFF2-40B4-BE49-F238E27FC236}">
                  <a16:creationId xmlns:a16="http://schemas.microsoft.com/office/drawing/2014/main" id="{A63C37BF-1070-2618-05DB-EB1D63DD3B8C}"/>
                </a:ext>
              </a:extLst>
            </p:cNvPr>
            <p:cNvSpPr/>
            <p:nvPr/>
          </p:nvSpPr>
          <p:spPr>
            <a:xfrm>
              <a:off x="4279650" y="435188"/>
              <a:ext cx="311975" cy="385225"/>
            </a:xfrm>
            <a:custGeom>
              <a:avLst/>
              <a:gdLst/>
              <a:ahLst/>
              <a:cxnLst/>
              <a:rect l="l" t="t" r="r" b="b"/>
              <a:pathLst>
                <a:path w="12479" h="15409" extrusionOk="0">
                  <a:moveTo>
                    <a:pt x="7119" y="0"/>
                  </a:moveTo>
                  <a:cubicBezTo>
                    <a:pt x="7005" y="0"/>
                    <a:pt x="6933" y="29"/>
                    <a:pt x="6890" y="72"/>
                  </a:cubicBezTo>
                  <a:cubicBezTo>
                    <a:pt x="7076" y="158"/>
                    <a:pt x="7247" y="244"/>
                    <a:pt x="7419" y="358"/>
                  </a:cubicBezTo>
                  <a:cubicBezTo>
                    <a:pt x="8863" y="1330"/>
                    <a:pt x="9978" y="2816"/>
                    <a:pt x="10477" y="4488"/>
                  </a:cubicBezTo>
                  <a:cubicBezTo>
                    <a:pt x="11293" y="7219"/>
                    <a:pt x="10535" y="10291"/>
                    <a:pt x="11579" y="12950"/>
                  </a:cubicBezTo>
                  <a:cubicBezTo>
                    <a:pt x="11035" y="12893"/>
                    <a:pt x="10521" y="12593"/>
                    <a:pt x="10206" y="12164"/>
                  </a:cubicBezTo>
                  <a:cubicBezTo>
                    <a:pt x="10063" y="12578"/>
                    <a:pt x="10006" y="13022"/>
                    <a:pt x="10035" y="13451"/>
                  </a:cubicBezTo>
                  <a:cubicBezTo>
                    <a:pt x="9563" y="13079"/>
                    <a:pt x="9105" y="12664"/>
                    <a:pt x="8691" y="12207"/>
                  </a:cubicBezTo>
                  <a:cubicBezTo>
                    <a:pt x="8534" y="12850"/>
                    <a:pt x="8434" y="13493"/>
                    <a:pt x="8377" y="14151"/>
                  </a:cubicBezTo>
                  <a:cubicBezTo>
                    <a:pt x="8034" y="13836"/>
                    <a:pt x="7704" y="13537"/>
                    <a:pt x="7361" y="13222"/>
                  </a:cubicBezTo>
                  <a:cubicBezTo>
                    <a:pt x="7076" y="13765"/>
                    <a:pt x="6704" y="14236"/>
                    <a:pt x="6261" y="14651"/>
                  </a:cubicBezTo>
                  <a:cubicBezTo>
                    <a:pt x="6004" y="14265"/>
                    <a:pt x="5761" y="13880"/>
                    <a:pt x="5503" y="13493"/>
                  </a:cubicBezTo>
                  <a:cubicBezTo>
                    <a:pt x="5175" y="13836"/>
                    <a:pt x="4832" y="14165"/>
                    <a:pt x="4503" y="14494"/>
                  </a:cubicBezTo>
                  <a:cubicBezTo>
                    <a:pt x="4417" y="13937"/>
                    <a:pt x="4232" y="13394"/>
                    <a:pt x="3946" y="12908"/>
                  </a:cubicBezTo>
                  <a:lnTo>
                    <a:pt x="3946" y="12908"/>
                  </a:lnTo>
                  <a:cubicBezTo>
                    <a:pt x="4045" y="13079"/>
                    <a:pt x="3003" y="14179"/>
                    <a:pt x="2845" y="14294"/>
                  </a:cubicBezTo>
                  <a:cubicBezTo>
                    <a:pt x="2688" y="14408"/>
                    <a:pt x="2574" y="14465"/>
                    <a:pt x="2488" y="14465"/>
                  </a:cubicBezTo>
                  <a:cubicBezTo>
                    <a:pt x="2202" y="14465"/>
                    <a:pt x="2159" y="14008"/>
                    <a:pt x="2031" y="13607"/>
                  </a:cubicBezTo>
                  <a:cubicBezTo>
                    <a:pt x="1888" y="13165"/>
                    <a:pt x="1787" y="12936"/>
                    <a:pt x="1616" y="12936"/>
                  </a:cubicBezTo>
                  <a:cubicBezTo>
                    <a:pt x="1487" y="12936"/>
                    <a:pt x="1330" y="13051"/>
                    <a:pt x="1116" y="13293"/>
                  </a:cubicBezTo>
                  <a:cubicBezTo>
                    <a:pt x="758" y="13665"/>
                    <a:pt x="344" y="13937"/>
                    <a:pt x="1" y="14308"/>
                  </a:cubicBezTo>
                  <a:cubicBezTo>
                    <a:pt x="15" y="14322"/>
                    <a:pt x="43" y="14322"/>
                    <a:pt x="87" y="14337"/>
                  </a:cubicBezTo>
                  <a:cubicBezTo>
                    <a:pt x="115" y="14351"/>
                    <a:pt x="144" y="14351"/>
                    <a:pt x="172" y="14351"/>
                  </a:cubicBezTo>
                  <a:cubicBezTo>
                    <a:pt x="701" y="14351"/>
                    <a:pt x="1716" y="13451"/>
                    <a:pt x="1716" y="13451"/>
                  </a:cubicBezTo>
                  <a:cubicBezTo>
                    <a:pt x="2031" y="14465"/>
                    <a:pt x="1716" y="15408"/>
                    <a:pt x="2101" y="15408"/>
                  </a:cubicBezTo>
                  <a:cubicBezTo>
                    <a:pt x="2130" y="15408"/>
                    <a:pt x="2159" y="15408"/>
                    <a:pt x="2187" y="15395"/>
                  </a:cubicBezTo>
                  <a:cubicBezTo>
                    <a:pt x="2717" y="15252"/>
                    <a:pt x="3988" y="13708"/>
                    <a:pt x="3988" y="13708"/>
                  </a:cubicBezTo>
                  <a:cubicBezTo>
                    <a:pt x="4188" y="14451"/>
                    <a:pt x="4032" y="15395"/>
                    <a:pt x="4260" y="15395"/>
                  </a:cubicBezTo>
                  <a:cubicBezTo>
                    <a:pt x="4260" y="15395"/>
                    <a:pt x="4274" y="15395"/>
                    <a:pt x="4289" y="15380"/>
                  </a:cubicBezTo>
                  <a:cubicBezTo>
                    <a:pt x="4560" y="15280"/>
                    <a:pt x="5589" y="14036"/>
                    <a:pt x="5589" y="14036"/>
                  </a:cubicBezTo>
                  <a:cubicBezTo>
                    <a:pt x="5804" y="14322"/>
                    <a:pt x="6046" y="15380"/>
                    <a:pt x="6261" y="15380"/>
                  </a:cubicBezTo>
                  <a:lnTo>
                    <a:pt x="6275" y="15380"/>
                  </a:lnTo>
                  <a:cubicBezTo>
                    <a:pt x="6490" y="15309"/>
                    <a:pt x="7233" y="14008"/>
                    <a:pt x="7433" y="13851"/>
                  </a:cubicBezTo>
                  <a:cubicBezTo>
                    <a:pt x="7447" y="13851"/>
                    <a:pt x="7462" y="13836"/>
                    <a:pt x="7462" y="13836"/>
                  </a:cubicBezTo>
                  <a:cubicBezTo>
                    <a:pt x="7590" y="13836"/>
                    <a:pt x="7805" y="14151"/>
                    <a:pt x="8019" y="14465"/>
                  </a:cubicBezTo>
                  <a:cubicBezTo>
                    <a:pt x="8248" y="14780"/>
                    <a:pt x="8463" y="15094"/>
                    <a:pt x="8577" y="15094"/>
                  </a:cubicBezTo>
                  <a:cubicBezTo>
                    <a:pt x="8591" y="15094"/>
                    <a:pt x="8606" y="15094"/>
                    <a:pt x="8619" y="15080"/>
                  </a:cubicBezTo>
                  <a:cubicBezTo>
                    <a:pt x="8819" y="14894"/>
                    <a:pt x="9120" y="13064"/>
                    <a:pt x="9120" y="13064"/>
                  </a:cubicBezTo>
                  <a:cubicBezTo>
                    <a:pt x="9120" y="13064"/>
                    <a:pt x="10277" y="14065"/>
                    <a:pt x="10535" y="14065"/>
                  </a:cubicBezTo>
                  <a:cubicBezTo>
                    <a:pt x="10563" y="14065"/>
                    <a:pt x="10578" y="14051"/>
                    <a:pt x="10578" y="14036"/>
                  </a:cubicBezTo>
                  <a:cubicBezTo>
                    <a:pt x="10620" y="13979"/>
                    <a:pt x="10635" y="13836"/>
                    <a:pt x="10635" y="13665"/>
                  </a:cubicBezTo>
                  <a:cubicBezTo>
                    <a:pt x="10635" y="13336"/>
                    <a:pt x="10578" y="12921"/>
                    <a:pt x="10578" y="12921"/>
                  </a:cubicBezTo>
                  <a:lnTo>
                    <a:pt x="10578" y="12921"/>
                  </a:lnTo>
                  <a:cubicBezTo>
                    <a:pt x="10992" y="13407"/>
                    <a:pt x="11707" y="13636"/>
                    <a:pt x="12122" y="13636"/>
                  </a:cubicBezTo>
                  <a:cubicBezTo>
                    <a:pt x="12336" y="13636"/>
                    <a:pt x="12478" y="13579"/>
                    <a:pt x="12478" y="13465"/>
                  </a:cubicBezTo>
                  <a:cubicBezTo>
                    <a:pt x="12478" y="13436"/>
                    <a:pt x="12465" y="13407"/>
                    <a:pt x="12450" y="13365"/>
                  </a:cubicBezTo>
                  <a:cubicBezTo>
                    <a:pt x="12193" y="12921"/>
                    <a:pt x="11821" y="12450"/>
                    <a:pt x="11521" y="9948"/>
                  </a:cubicBezTo>
                  <a:cubicBezTo>
                    <a:pt x="11521" y="9935"/>
                    <a:pt x="11521" y="9906"/>
                    <a:pt x="11507" y="9877"/>
                  </a:cubicBezTo>
                  <a:cubicBezTo>
                    <a:pt x="11421" y="9106"/>
                    <a:pt x="11421" y="8277"/>
                    <a:pt x="11392" y="7419"/>
                  </a:cubicBezTo>
                  <a:cubicBezTo>
                    <a:pt x="11350" y="5460"/>
                    <a:pt x="11221" y="3402"/>
                    <a:pt x="9806" y="1673"/>
                  </a:cubicBezTo>
                  <a:cubicBezTo>
                    <a:pt x="8848" y="501"/>
                    <a:pt x="7634" y="0"/>
                    <a:pt x="7119" y="0"/>
                  </a:cubicBezTo>
                  <a:close/>
                </a:path>
              </a:pathLst>
            </a:custGeom>
            <a:solidFill>
              <a:srgbClr val="58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476;p62">
              <a:extLst>
                <a:ext uri="{FF2B5EF4-FFF2-40B4-BE49-F238E27FC236}">
                  <a16:creationId xmlns:a16="http://schemas.microsoft.com/office/drawing/2014/main" id="{264AB178-4CFA-98EE-FAFD-62203561516C}"/>
                </a:ext>
              </a:extLst>
            </p:cNvPr>
            <p:cNvSpPr/>
            <p:nvPr/>
          </p:nvSpPr>
          <p:spPr>
            <a:xfrm>
              <a:off x="4306825" y="556088"/>
              <a:ext cx="247300" cy="168550"/>
            </a:xfrm>
            <a:custGeom>
              <a:avLst/>
              <a:gdLst/>
              <a:ahLst/>
              <a:cxnLst/>
              <a:rect l="l" t="t" r="r" b="b"/>
              <a:pathLst>
                <a:path w="9892" h="6742" extrusionOk="0">
                  <a:moveTo>
                    <a:pt x="7173" y="0"/>
                  </a:moveTo>
                  <a:cubicBezTo>
                    <a:pt x="6747" y="0"/>
                    <a:pt x="6316" y="151"/>
                    <a:pt x="5889" y="353"/>
                  </a:cubicBezTo>
                  <a:cubicBezTo>
                    <a:pt x="5507" y="531"/>
                    <a:pt x="5195" y="598"/>
                    <a:pt x="4894" y="598"/>
                  </a:cubicBezTo>
                  <a:cubicBezTo>
                    <a:pt x="4373" y="598"/>
                    <a:pt x="3888" y="397"/>
                    <a:pt x="3145" y="224"/>
                  </a:cubicBezTo>
                  <a:cubicBezTo>
                    <a:pt x="2852" y="153"/>
                    <a:pt x="2577" y="118"/>
                    <a:pt x="2322" y="118"/>
                  </a:cubicBezTo>
                  <a:cubicBezTo>
                    <a:pt x="1544" y="118"/>
                    <a:pt x="948" y="450"/>
                    <a:pt x="572" y="1139"/>
                  </a:cubicBezTo>
                  <a:cubicBezTo>
                    <a:pt x="357" y="1539"/>
                    <a:pt x="200" y="2054"/>
                    <a:pt x="143" y="2697"/>
                  </a:cubicBezTo>
                  <a:cubicBezTo>
                    <a:pt x="0" y="4069"/>
                    <a:pt x="471" y="5370"/>
                    <a:pt x="1887" y="6113"/>
                  </a:cubicBezTo>
                  <a:cubicBezTo>
                    <a:pt x="2644" y="6513"/>
                    <a:pt x="3673" y="6742"/>
                    <a:pt x="5032" y="6742"/>
                  </a:cubicBezTo>
                  <a:cubicBezTo>
                    <a:pt x="9876" y="6742"/>
                    <a:pt x="9891" y="2869"/>
                    <a:pt x="8990" y="1310"/>
                  </a:cubicBezTo>
                  <a:cubicBezTo>
                    <a:pt x="8419" y="330"/>
                    <a:pt x="7802" y="0"/>
                    <a:pt x="7173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477;p62">
              <a:extLst>
                <a:ext uri="{FF2B5EF4-FFF2-40B4-BE49-F238E27FC236}">
                  <a16:creationId xmlns:a16="http://schemas.microsoft.com/office/drawing/2014/main" id="{A0BB296B-F249-050C-FD59-E71B0E131F97}"/>
                </a:ext>
              </a:extLst>
            </p:cNvPr>
            <p:cNvSpPr/>
            <p:nvPr/>
          </p:nvSpPr>
          <p:spPr>
            <a:xfrm>
              <a:off x="4321100" y="556088"/>
              <a:ext cx="233025" cy="168550"/>
            </a:xfrm>
            <a:custGeom>
              <a:avLst/>
              <a:gdLst/>
              <a:ahLst/>
              <a:cxnLst/>
              <a:rect l="l" t="t" r="r" b="b"/>
              <a:pathLst>
                <a:path w="9321" h="6742" extrusionOk="0">
                  <a:moveTo>
                    <a:pt x="6602" y="0"/>
                  </a:moveTo>
                  <a:cubicBezTo>
                    <a:pt x="6176" y="0"/>
                    <a:pt x="5745" y="151"/>
                    <a:pt x="5318" y="353"/>
                  </a:cubicBezTo>
                  <a:cubicBezTo>
                    <a:pt x="4936" y="531"/>
                    <a:pt x="4624" y="598"/>
                    <a:pt x="4323" y="598"/>
                  </a:cubicBezTo>
                  <a:cubicBezTo>
                    <a:pt x="3802" y="598"/>
                    <a:pt x="3317" y="397"/>
                    <a:pt x="2574" y="224"/>
                  </a:cubicBezTo>
                  <a:cubicBezTo>
                    <a:pt x="2281" y="153"/>
                    <a:pt x="2006" y="118"/>
                    <a:pt x="1751" y="118"/>
                  </a:cubicBezTo>
                  <a:cubicBezTo>
                    <a:pt x="973" y="118"/>
                    <a:pt x="377" y="450"/>
                    <a:pt x="1" y="1139"/>
                  </a:cubicBezTo>
                  <a:cubicBezTo>
                    <a:pt x="30" y="1110"/>
                    <a:pt x="72" y="1082"/>
                    <a:pt x="100" y="1053"/>
                  </a:cubicBezTo>
                  <a:cubicBezTo>
                    <a:pt x="614" y="620"/>
                    <a:pt x="1269" y="278"/>
                    <a:pt x="1955" y="278"/>
                  </a:cubicBezTo>
                  <a:cubicBezTo>
                    <a:pt x="1994" y="278"/>
                    <a:pt x="2034" y="279"/>
                    <a:pt x="2073" y="281"/>
                  </a:cubicBezTo>
                  <a:cubicBezTo>
                    <a:pt x="2921" y="344"/>
                    <a:pt x="3716" y="907"/>
                    <a:pt x="4531" y="907"/>
                  </a:cubicBezTo>
                  <a:cubicBezTo>
                    <a:pt x="4650" y="907"/>
                    <a:pt x="4769" y="895"/>
                    <a:pt x="4889" y="868"/>
                  </a:cubicBezTo>
                  <a:cubicBezTo>
                    <a:pt x="5303" y="753"/>
                    <a:pt x="5661" y="468"/>
                    <a:pt x="6090" y="367"/>
                  </a:cubicBezTo>
                  <a:cubicBezTo>
                    <a:pt x="6203" y="340"/>
                    <a:pt x="6316" y="327"/>
                    <a:pt x="6427" y="327"/>
                  </a:cubicBezTo>
                  <a:cubicBezTo>
                    <a:pt x="7205" y="327"/>
                    <a:pt x="7930" y="941"/>
                    <a:pt x="8305" y="1653"/>
                  </a:cubicBezTo>
                  <a:cubicBezTo>
                    <a:pt x="8520" y="2082"/>
                    <a:pt x="8663" y="2568"/>
                    <a:pt x="8606" y="3054"/>
                  </a:cubicBezTo>
                  <a:cubicBezTo>
                    <a:pt x="8548" y="3469"/>
                    <a:pt x="8377" y="3841"/>
                    <a:pt x="8191" y="4226"/>
                  </a:cubicBezTo>
                  <a:cubicBezTo>
                    <a:pt x="8005" y="4598"/>
                    <a:pt x="7819" y="4984"/>
                    <a:pt x="7533" y="5299"/>
                  </a:cubicBezTo>
                  <a:cubicBezTo>
                    <a:pt x="7161" y="5684"/>
                    <a:pt x="6662" y="5928"/>
                    <a:pt x="6147" y="6084"/>
                  </a:cubicBezTo>
                  <a:cubicBezTo>
                    <a:pt x="5386" y="6336"/>
                    <a:pt x="4593" y="6447"/>
                    <a:pt x="3797" y="6447"/>
                  </a:cubicBezTo>
                  <a:cubicBezTo>
                    <a:pt x="2964" y="6447"/>
                    <a:pt x="2127" y="6325"/>
                    <a:pt x="1316" y="6113"/>
                  </a:cubicBezTo>
                  <a:lnTo>
                    <a:pt x="1316" y="6113"/>
                  </a:lnTo>
                  <a:cubicBezTo>
                    <a:pt x="2073" y="6513"/>
                    <a:pt x="3102" y="6742"/>
                    <a:pt x="4461" y="6742"/>
                  </a:cubicBezTo>
                  <a:cubicBezTo>
                    <a:pt x="9305" y="6742"/>
                    <a:pt x="9320" y="2869"/>
                    <a:pt x="8419" y="1310"/>
                  </a:cubicBezTo>
                  <a:cubicBezTo>
                    <a:pt x="7848" y="330"/>
                    <a:pt x="7231" y="0"/>
                    <a:pt x="6602" y="0"/>
                  </a:cubicBezTo>
                  <a:close/>
                </a:path>
              </a:pathLst>
            </a:custGeom>
            <a:solidFill>
              <a:srgbClr val="D671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478;p62">
              <a:extLst>
                <a:ext uri="{FF2B5EF4-FFF2-40B4-BE49-F238E27FC236}">
                  <a16:creationId xmlns:a16="http://schemas.microsoft.com/office/drawing/2014/main" id="{538694F4-BFD3-EC72-CAAB-C7705C302272}"/>
                </a:ext>
              </a:extLst>
            </p:cNvPr>
            <p:cNvSpPr/>
            <p:nvPr/>
          </p:nvSpPr>
          <p:spPr>
            <a:xfrm>
              <a:off x="4387200" y="676338"/>
              <a:ext cx="28975" cy="20775"/>
            </a:xfrm>
            <a:custGeom>
              <a:avLst/>
              <a:gdLst/>
              <a:ahLst/>
              <a:cxnLst/>
              <a:rect l="l" t="t" r="r" b="b"/>
              <a:pathLst>
                <a:path w="1159" h="831" extrusionOk="0">
                  <a:moveTo>
                    <a:pt x="305" y="0"/>
                  </a:moveTo>
                  <a:cubicBezTo>
                    <a:pt x="275" y="0"/>
                    <a:pt x="245" y="4"/>
                    <a:pt x="216" y="16"/>
                  </a:cubicBezTo>
                  <a:cubicBezTo>
                    <a:pt x="130" y="45"/>
                    <a:pt x="73" y="131"/>
                    <a:pt x="29" y="231"/>
                  </a:cubicBezTo>
                  <a:cubicBezTo>
                    <a:pt x="16" y="245"/>
                    <a:pt x="1" y="274"/>
                    <a:pt x="1" y="302"/>
                  </a:cubicBezTo>
                  <a:cubicBezTo>
                    <a:pt x="1" y="359"/>
                    <a:pt x="44" y="403"/>
                    <a:pt x="86" y="432"/>
                  </a:cubicBezTo>
                  <a:cubicBezTo>
                    <a:pt x="273" y="574"/>
                    <a:pt x="473" y="703"/>
                    <a:pt x="687" y="803"/>
                  </a:cubicBezTo>
                  <a:cubicBezTo>
                    <a:pt x="728" y="822"/>
                    <a:pt x="766" y="831"/>
                    <a:pt x="800" y="831"/>
                  </a:cubicBezTo>
                  <a:cubicBezTo>
                    <a:pt x="924" y="831"/>
                    <a:pt x="1013" y="725"/>
                    <a:pt x="1102" y="603"/>
                  </a:cubicBezTo>
                  <a:cubicBezTo>
                    <a:pt x="1130" y="560"/>
                    <a:pt x="1159" y="502"/>
                    <a:pt x="1144" y="445"/>
                  </a:cubicBezTo>
                  <a:cubicBezTo>
                    <a:pt x="1144" y="403"/>
                    <a:pt x="1116" y="359"/>
                    <a:pt x="1073" y="331"/>
                  </a:cubicBezTo>
                  <a:cubicBezTo>
                    <a:pt x="902" y="174"/>
                    <a:pt x="673" y="74"/>
                    <a:pt x="429" y="16"/>
                  </a:cubicBezTo>
                  <a:cubicBezTo>
                    <a:pt x="388" y="8"/>
                    <a:pt x="347" y="0"/>
                    <a:pt x="305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479;p62">
              <a:extLst>
                <a:ext uri="{FF2B5EF4-FFF2-40B4-BE49-F238E27FC236}">
                  <a16:creationId xmlns:a16="http://schemas.microsoft.com/office/drawing/2014/main" id="{7508706B-4E4D-3648-07FC-E35D81D4EFFD}"/>
                </a:ext>
              </a:extLst>
            </p:cNvPr>
            <p:cNvSpPr/>
            <p:nvPr/>
          </p:nvSpPr>
          <p:spPr>
            <a:xfrm>
              <a:off x="4333250" y="605988"/>
              <a:ext cx="65425" cy="40225"/>
            </a:xfrm>
            <a:custGeom>
              <a:avLst/>
              <a:gdLst/>
              <a:ahLst/>
              <a:cxnLst/>
              <a:rect l="l" t="t" r="r" b="b"/>
              <a:pathLst>
                <a:path w="2617" h="1609" extrusionOk="0">
                  <a:moveTo>
                    <a:pt x="358" y="0"/>
                  </a:moveTo>
                  <a:cubicBezTo>
                    <a:pt x="1" y="301"/>
                    <a:pt x="215" y="1073"/>
                    <a:pt x="516" y="1373"/>
                  </a:cubicBezTo>
                  <a:cubicBezTo>
                    <a:pt x="644" y="1487"/>
                    <a:pt x="801" y="1544"/>
                    <a:pt x="958" y="1573"/>
                  </a:cubicBezTo>
                  <a:cubicBezTo>
                    <a:pt x="1075" y="1595"/>
                    <a:pt x="1195" y="1608"/>
                    <a:pt x="1315" y="1608"/>
                  </a:cubicBezTo>
                  <a:cubicBezTo>
                    <a:pt x="1505" y="1608"/>
                    <a:pt x="1692" y="1574"/>
                    <a:pt x="1859" y="1487"/>
                  </a:cubicBezTo>
                  <a:cubicBezTo>
                    <a:pt x="2302" y="1230"/>
                    <a:pt x="2488" y="686"/>
                    <a:pt x="2616" y="158"/>
                  </a:cubicBezTo>
                  <a:cubicBezTo>
                    <a:pt x="1873" y="143"/>
                    <a:pt x="1087" y="0"/>
                    <a:pt x="358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480;p62">
              <a:extLst>
                <a:ext uri="{FF2B5EF4-FFF2-40B4-BE49-F238E27FC236}">
                  <a16:creationId xmlns:a16="http://schemas.microsoft.com/office/drawing/2014/main" id="{B3BEFAA0-8DDC-D761-99E8-DA908CE841C7}"/>
                </a:ext>
              </a:extLst>
            </p:cNvPr>
            <p:cNvSpPr/>
            <p:nvPr/>
          </p:nvSpPr>
          <p:spPr>
            <a:xfrm>
              <a:off x="4470825" y="608838"/>
              <a:ext cx="47200" cy="28700"/>
            </a:xfrm>
            <a:custGeom>
              <a:avLst/>
              <a:gdLst/>
              <a:ahLst/>
              <a:cxnLst/>
              <a:rect l="l" t="t" r="r" b="b"/>
              <a:pathLst>
                <a:path w="1888" h="1148" extrusionOk="0">
                  <a:moveTo>
                    <a:pt x="0" y="1"/>
                  </a:moveTo>
                  <a:lnTo>
                    <a:pt x="0" y="1"/>
                  </a:lnTo>
                  <a:cubicBezTo>
                    <a:pt x="57" y="387"/>
                    <a:pt x="143" y="801"/>
                    <a:pt x="444" y="1001"/>
                  </a:cubicBezTo>
                  <a:cubicBezTo>
                    <a:pt x="600" y="1110"/>
                    <a:pt x="799" y="1148"/>
                    <a:pt x="985" y="1148"/>
                  </a:cubicBezTo>
                  <a:cubicBezTo>
                    <a:pt x="1020" y="1148"/>
                    <a:pt x="1053" y="1146"/>
                    <a:pt x="1087" y="1144"/>
                  </a:cubicBezTo>
                  <a:cubicBezTo>
                    <a:pt x="1216" y="1130"/>
                    <a:pt x="1330" y="1102"/>
                    <a:pt x="1430" y="1016"/>
                  </a:cubicBezTo>
                  <a:cubicBezTo>
                    <a:pt x="1673" y="830"/>
                    <a:pt x="1887" y="287"/>
                    <a:pt x="1658" y="44"/>
                  </a:cubicBezTo>
                  <a:cubicBezTo>
                    <a:pt x="1394" y="22"/>
                    <a:pt x="1115" y="22"/>
                    <a:pt x="835" y="22"/>
                  </a:cubicBezTo>
                  <a:cubicBezTo>
                    <a:pt x="554" y="22"/>
                    <a:pt x="272" y="22"/>
                    <a:pt x="0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481;p62">
              <a:extLst>
                <a:ext uri="{FF2B5EF4-FFF2-40B4-BE49-F238E27FC236}">
                  <a16:creationId xmlns:a16="http://schemas.microsoft.com/office/drawing/2014/main" id="{1D4517F0-CDBA-FDE0-88F7-4DF5BEC94064}"/>
                </a:ext>
              </a:extLst>
            </p:cNvPr>
            <p:cNvSpPr/>
            <p:nvPr/>
          </p:nvSpPr>
          <p:spPr>
            <a:xfrm>
              <a:off x="4453325" y="565113"/>
              <a:ext cx="71825" cy="32700"/>
            </a:xfrm>
            <a:custGeom>
              <a:avLst/>
              <a:gdLst/>
              <a:ahLst/>
              <a:cxnLst/>
              <a:rect l="l" t="t" r="r" b="b"/>
              <a:pathLst>
                <a:path w="2873" h="1308" extrusionOk="0">
                  <a:moveTo>
                    <a:pt x="304" y="1"/>
                  </a:moveTo>
                  <a:cubicBezTo>
                    <a:pt x="259" y="1"/>
                    <a:pt x="215" y="3"/>
                    <a:pt x="172" y="6"/>
                  </a:cubicBezTo>
                  <a:cubicBezTo>
                    <a:pt x="115" y="320"/>
                    <a:pt x="71" y="635"/>
                    <a:pt x="1" y="949"/>
                  </a:cubicBezTo>
                  <a:cubicBezTo>
                    <a:pt x="71" y="964"/>
                    <a:pt x="157" y="978"/>
                    <a:pt x="229" y="978"/>
                  </a:cubicBezTo>
                  <a:cubicBezTo>
                    <a:pt x="1101" y="993"/>
                    <a:pt x="2015" y="964"/>
                    <a:pt x="2802" y="1307"/>
                  </a:cubicBezTo>
                  <a:cubicBezTo>
                    <a:pt x="2831" y="1250"/>
                    <a:pt x="2844" y="1193"/>
                    <a:pt x="2873" y="1121"/>
                  </a:cubicBezTo>
                  <a:cubicBezTo>
                    <a:pt x="2416" y="692"/>
                    <a:pt x="1887" y="378"/>
                    <a:pt x="1316" y="192"/>
                  </a:cubicBezTo>
                  <a:cubicBezTo>
                    <a:pt x="999" y="91"/>
                    <a:pt x="640" y="1"/>
                    <a:pt x="304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482;p62">
              <a:extLst>
                <a:ext uri="{FF2B5EF4-FFF2-40B4-BE49-F238E27FC236}">
                  <a16:creationId xmlns:a16="http://schemas.microsoft.com/office/drawing/2014/main" id="{55376F40-C4E1-964F-E0B1-00FF5A14BB74}"/>
                </a:ext>
              </a:extLst>
            </p:cNvPr>
            <p:cNvSpPr/>
            <p:nvPr/>
          </p:nvSpPr>
          <p:spPr>
            <a:xfrm>
              <a:off x="4328250" y="556663"/>
              <a:ext cx="81850" cy="38275"/>
            </a:xfrm>
            <a:custGeom>
              <a:avLst/>
              <a:gdLst/>
              <a:ahLst/>
              <a:cxnLst/>
              <a:rect l="l" t="t" r="r" b="b"/>
              <a:pathLst>
                <a:path w="3274" h="1531" extrusionOk="0">
                  <a:moveTo>
                    <a:pt x="3060" y="1"/>
                  </a:moveTo>
                  <a:cubicBezTo>
                    <a:pt x="2631" y="1"/>
                    <a:pt x="2159" y="144"/>
                    <a:pt x="1758" y="287"/>
                  </a:cubicBezTo>
                  <a:cubicBezTo>
                    <a:pt x="1116" y="515"/>
                    <a:pt x="515" y="887"/>
                    <a:pt x="1" y="1359"/>
                  </a:cubicBezTo>
                  <a:cubicBezTo>
                    <a:pt x="15" y="1416"/>
                    <a:pt x="43" y="1474"/>
                    <a:pt x="72" y="1531"/>
                  </a:cubicBezTo>
                  <a:cubicBezTo>
                    <a:pt x="973" y="1131"/>
                    <a:pt x="2016" y="1059"/>
                    <a:pt x="3016" y="973"/>
                  </a:cubicBezTo>
                  <a:cubicBezTo>
                    <a:pt x="3102" y="959"/>
                    <a:pt x="3188" y="944"/>
                    <a:pt x="3273" y="916"/>
                  </a:cubicBezTo>
                  <a:cubicBezTo>
                    <a:pt x="3203" y="616"/>
                    <a:pt x="3131" y="302"/>
                    <a:pt x="3060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483;p62">
              <a:extLst>
                <a:ext uri="{FF2B5EF4-FFF2-40B4-BE49-F238E27FC236}">
                  <a16:creationId xmlns:a16="http://schemas.microsoft.com/office/drawing/2014/main" id="{ED88F8CF-1AF4-4EB7-F90D-A03191398DA6}"/>
                </a:ext>
              </a:extLst>
            </p:cNvPr>
            <p:cNvSpPr/>
            <p:nvPr/>
          </p:nvSpPr>
          <p:spPr>
            <a:xfrm>
              <a:off x="4340750" y="607338"/>
              <a:ext cx="21825" cy="22325"/>
            </a:xfrm>
            <a:custGeom>
              <a:avLst/>
              <a:gdLst/>
              <a:ahLst/>
              <a:cxnLst/>
              <a:rect l="l" t="t" r="r" b="b"/>
              <a:pathLst>
                <a:path w="873" h="893" extrusionOk="0">
                  <a:moveTo>
                    <a:pt x="442" y="1"/>
                  </a:moveTo>
                  <a:cubicBezTo>
                    <a:pt x="428" y="1"/>
                    <a:pt x="415" y="2"/>
                    <a:pt x="401" y="4"/>
                  </a:cubicBezTo>
                  <a:cubicBezTo>
                    <a:pt x="172" y="32"/>
                    <a:pt x="1" y="218"/>
                    <a:pt x="15" y="476"/>
                  </a:cubicBezTo>
                  <a:cubicBezTo>
                    <a:pt x="15" y="691"/>
                    <a:pt x="217" y="892"/>
                    <a:pt x="431" y="892"/>
                  </a:cubicBezTo>
                  <a:cubicBezTo>
                    <a:pt x="445" y="892"/>
                    <a:pt x="459" y="891"/>
                    <a:pt x="473" y="890"/>
                  </a:cubicBezTo>
                  <a:cubicBezTo>
                    <a:pt x="701" y="861"/>
                    <a:pt x="873" y="661"/>
                    <a:pt x="858" y="419"/>
                  </a:cubicBezTo>
                  <a:cubicBezTo>
                    <a:pt x="858" y="204"/>
                    <a:pt x="656" y="1"/>
                    <a:pt x="442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484;p62">
              <a:extLst>
                <a:ext uri="{FF2B5EF4-FFF2-40B4-BE49-F238E27FC236}">
                  <a16:creationId xmlns:a16="http://schemas.microsoft.com/office/drawing/2014/main" id="{590A8A2F-165A-70CD-E49D-86B93340EE8C}"/>
                </a:ext>
              </a:extLst>
            </p:cNvPr>
            <p:cNvSpPr/>
            <p:nvPr/>
          </p:nvSpPr>
          <p:spPr>
            <a:xfrm>
              <a:off x="4472250" y="611663"/>
              <a:ext cx="23975" cy="21550"/>
            </a:xfrm>
            <a:custGeom>
              <a:avLst/>
              <a:gdLst/>
              <a:ahLst/>
              <a:cxnLst/>
              <a:rect l="l" t="t" r="r" b="b"/>
              <a:pathLst>
                <a:path w="959" h="862" extrusionOk="0">
                  <a:moveTo>
                    <a:pt x="502" y="0"/>
                  </a:moveTo>
                  <a:cubicBezTo>
                    <a:pt x="340" y="0"/>
                    <a:pt x="188" y="97"/>
                    <a:pt x="101" y="259"/>
                  </a:cubicBezTo>
                  <a:cubicBezTo>
                    <a:pt x="0" y="474"/>
                    <a:pt x="101" y="745"/>
                    <a:pt x="301" y="831"/>
                  </a:cubicBezTo>
                  <a:cubicBezTo>
                    <a:pt x="353" y="852"/>
                    <a:pt x="407" y="862"/>
                    <a:pt x="460" y="862"/>
                  </a:cubicBezTo>
                  <a:cubicBezTo>
                    <a:pt x="625" y="862"/>
                    <a:pt x="783" y="765"/>
                    <a:pt x="858" y="602"/>
                  </a:cubicBezTo>
                  <a:cubicBezTo>
                    <a:pt x="959" y="389"/>
                    <a:pt x="858" y="116"/>
                    <a:pt x="658" y="31"/>
                  </a:cubicBezTo>
                  <a:cubicBezTo>
                    <a:pt x="606" y="10"/>
                    <a:pt x="554" y="0"/>
                    <a:pt x="502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485;p62">
              <a:extLst>
                <a:ext uri="{FF2B5EF4-FFF2-40B4-BE49-F238E27FC236}">
                  <a16:creationId xmlns:a16="http://schemas.microsoft.com/office/drawing/2014/main" id="{4680C75C-E9B9-680E-C1D2-F0F405D4E0A8}"/>
                </a:ext>
              </a:extLst>
            </p:cNvPr>
            <p:cNvSpPr/>
            <p:nvPr/>
          </p:nvSpPr>
          <p:spPr>
            <a:xfrm>
              <a:off x="4357550" y="650938"/>
              <a:ext cx="21825" cy="34050"/>
            </a:xfrm>
            <a:custGeom>
              <a:avLst/>
              <a:gdLst/>
              <a:ahLst/>
              <a:cxnLst/>
              <a:rect l="l" t="t" r="r" b="b"/>
              <a:pathLst>
                <a:path w="873" h="1362" extrusionOk="0">
                  <a:moveTo>
                    <a:pt x="749" y="1"/>
                  </a:moveTo>
                  <a:cubicBezTo>
                    <a:pt x="733" y="1"/>
                    <a:pt x="716" y="6"/>
                    <a:pt x="701" y="18"/>
                  </a:cubicBezTo>
                  <a:cubicBezTo>
                    <a:pt x="472" y="190"/>
                    <a:pt x="243" y="390"/>
                    <a:pt x="58" y="619"/>
                  </a:cubicBezTo>
                  <a:cubicBezTo>
                    <a:pt x="43" y="661"/>
                    <a:pt x="15" y="689"/>
                    <a:pt x="1" y="733"/>
                  </a:cubicBezTo>
                  <a:cubicBezTo>
                    <a:pt x="15" y="733"/>
                    <a:pt x="15" y="747"/>
                    <a:pt x="29" y="747"/>
                  </a:cubicBezTo>
                  <a:cubicBezTo>
                    <a:pt x="230" y="962"/>
                    <a:pt x="443" y="1147"/>
                    <a:pt x="716" y="1276"/>
                  </a:cubicBezTo>
                  <a:cubicBezTo>
                    <a:pt x="773" y="1305"/>
                    <a:pt x="830" y="1333"/>
                    <a:pt x="872" y="1362"/>
                  </a:cubicBezTo>
                  <a:cubicBezTo>
                    <a:pt x="844" y="1147"/>
                    <a:pt x="830" y="947"/>
                    <a:pt x="830" y="733"/>
                  </a:cubicBezTo>
                  <a:cubicBezTo>
                    <a:pt x="830" y="661"/>
                    <a:pt x="801" y="304"/>
                    <a:pt x="815" y="89"/>
                  </a:cubicBezTo>
                  <a:cubicBezTo>
                    <a:pt x="826" y="38"/>
                    <a:pt x="791" y="1"/>
                    <a:pt x="749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486;p62">
              <a:extLst>
                <a:ext uri="{FF2B5EF4-FFF2-40B4-BE49-F238E27FC236}">
                  <a16:creationId xmlns:a16="http://schemas.microsoft.com/office/drawing/2014/main" id="{1C98A896-785D-C592-EBA1-4A0495051D53}"/>
                </a:ext>
              </a:extLst>
            </p:cNvPr>
            <p:cNvSpPr/>
            <p:nvPr/>
          </p:nvSpPr>
          <p:spPr>
            <a:xfrm>
              <a:off x="4424375" y="675613"/>
              <a:ext cx="28250" cy="27600"/>
            </a:xfrm>
            <a:custGeom>
              <a:avLst/>
              <a:gdLst/>
              <a:ahLst/>
              <a:cxnLst/>
              <a:rect l="l" t="t" r="r" b="b"/>
              <a:pathLst>
                <a:path w="1130" h="1104" extrusionOk="0">
                  <a:moveTo>
                    <a:pt x="972" y="1"/>
                  </a:moveTo>
                  <a:cubicBezTo>
                    <a:pt x="952" y="1"/>
                    <a:pt x="932" y="10"/>
                    <a:pt x="915" y="32"/>
                  </a:cubicBezTo>
                  <a:cubicBezTo>
                    <a:pt x="787" y="203"/>
                    <a:pt x="530" y="446"/>
                    <a:pt x="486" y="503"/>
                  </a:cubicBezTo>
                  <a:cubicBezTo>
                    <a:pt x="343" y="661"/>
                    <a:pt x="172" y="804"/>
                    <a:pt x="15" y="947"/>
                  </a:cubicBezTo>
                  <a:cubicBezTo>
                    <a:pt x="0" y="960"/>
                    <a:pt x="0" y="975"/>
                    <a:pt x="0" y="989"/>
                  </a:cubicBezTo>
                  <a:cubicBezTo>
                    <a:pt x="37" y="982"/>
                    <a:pt x="74" y="979"/>
                    <a:pt x="113" y="979"/>
                  </a:cubicBezTo>
                  <a:cubicBezTo>
                    <a:pt x="242" y="979"/>
                    <a:pt x="380" y="1010"/>
                    <a:pt x="501" y="1032"/>
                  </a:cubicBezTo>
                  <a:cubicBezTo>
                    <a:pt x="686" y="1061"/>
                    <a:pt x="873" y="1089"/>
                    <a:pt x="1058" y="1103"/>
                  </a:cubicBezTo>
                  <a:cubicBezTo>
                    <a:pt x="1058" y="1089"/>
                    <a:pt x="1073" y="1089"/>
                    <a:pt x="1086" y="1075"/>
                  </a:cubicBezTo>
                  <a:cubicBezTo>
                    <a:pt x="1115" y="1046"/>
                    <a:pt x="1115" y="989"/>
                    <a:pt x="1115" y="947"/>
                  </a:cubicBezTo>
                  <a:cubicBezTo>
                    <a:pt x="1130" y="646"/>
                    <a:pt x="1101" y="346"/>
                    <a:pt x="1044" y="60"/>
                  </a:cubicBezTo>
                  <a:cubicBezTo>
                    <a:pt x="1035" y="25"/>
                    <a:pt x="1004" y="1"/>
                    <a:pt x="972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487;p62">
              <a:extLst>
                <a:ext uri="{FF2B5EF4-FFF2-40B4-BE49-F238E27FC236}">
                  <a16:creationId xmlns:a16="http://schemas.microsoft.com/office/drawing/2014/main" id="{C54CC1C8-C464-3331-82AD-21E44BE0C89E}"/>
                </a:ext>
              </a:extLst>
            </p:cNvPr>
            <p:cNvSpPr/>
            <p:nvPr/>
          </p:nvSpPr>
          <p:spPr>
            <a:xfrm>
              <a:off x="4341475" y="602788"/>
              <a:ext cx="58275" cy="9100"/>
            </a:xfrm>
            <a:custGeom>
              <a:avLst/>
              <a:gdLst/>
              <a:ahLst/>
              <a:cxnLst/>
              <a:rect l="l" t="t" r="r" b="b"/>
              <a:pathLst>
                <a:path w="2331" h="364" extrusionOk="0">
                  <a:moveTo>
                    <a:pt x="44" y="0"/>
                  </a:moveTo>
                  <a:lnTo>
                    <a:pt x="0" y="143"/>
                  </a:lnTo>
                  <a:cubicBezTo>
                    <a:pt x="661" y="290"/>
                    <a:pt x="1322" y="363"/>
                    <a:pt x="1993" y="363"/>
                  </a:cubicBezTo>
                  <a:cubicBezTo>
                    <a:pt x="2105" y="363"/>
                    <a:pt x="2218" y="361"/>
                    <a:pt x="2331" y="357"/>
                  </a:cubicBezTo>
                  <a:lnTo>
                    <a:pt x="2316" y="214"/>
                  </a:lnTo>
                  <a:cubicBezTo>
                    <a:pt x="2207" y="218"/>
                    <a:pt x="2098" y="220"/>
                    <a:pt x="1989" y="220"/>
                  </a:cubicBezTo>
                  <a:cubicBezTo>
                    <a:pt x="1338" y="220"/>
                    <a:pt x="680" y="147"/>
                    <a:pt x="44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488;p62">
              <a:extLst>
                <a:ext uri="{FF2B5EF4-FFF2-40B4-BE49-F238E27FC236}">
                  <a16:creationId xmlns:a16="http://schemas.microsoft.com/office/drawing/2014/main" id="{FC4CE92D-E6C3-9452-141E-290DB607969E}"/>
                </a:ext>
              </a:extLst>
            </p:cNvPr>
            <p:cNvSpPr/>
            <p:nvPr/>
          </p:nvSpPr>
          <p:spPr>
            <a:xfrm>
              <a:off x="4468675" y="607063"/>
              <a:ext cx="44700" cy="5325"/>
            </a:xfrm>
            <a:custGeom>
              <a:avLst/>
              <a:gdLst/>
              <a:ahLst/>
              <a:cxnLst/>
              <a:rect l="l" t="t" r="r" b="b"/>
              <a:pathLst>
                <a:path w="1788" h="213" extrusionOk="0">
                  <a:moveTo>
                    <a:pt x="29" y="1"/>
                  </a:moveTo>
                  <a:lnTo>
                    <a:pt x="1" y="144"/>
                  </a:lnTo>
                  <a:cubicBezTo>
                    <a:pt x="331" y="191"/>
                    <a:pt x="662" y="212"/>
                    <a:pt x="990" y="212"/>
                  </a:cubicBezTo>
                  <a:cubicBezTo>
                    <a:pt x="1258" y="212"/>
                    <a:pt x="1524" y="198"/>
                    <a:pt x="1788" y="172"/>
                  </a:cubicBezTo>
                  <a:lnTo>
                    <a:pt x="1773" y="29"/>
                  </a:lnTo>
                  <a:cubicBezTo>
                    <a:pt x="1529" y="53"/>
                    <a:pt x="1286" y="64"/>
                    <a:pt x="1043" y="64"/>
                  </a:cubicBezTo>
                  <a:cubicBezTo>
                    <a:pt x="702" y="64"/>
                    <a:pt x="363" y="42"/>
                    <a:pt x="29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489;p62">
              <a:extLst>
                <a:ext uri="{FF2B5EF4-FFF2-40B4-BE49-F238E27FC236}">
                  <a16:creationId xmlns:a16="http://schemas.microsoft.com/office/drawing/2014/main" id="{1A6C79F4-1F02-C90F-0161-507B657ED16B}"/>
                </a:ext>
              </a:extLst>
            </p:cNvPr>
            <p:cNvSpPr/>
            <p:nvPr/>
          </p:nvSpPr>
          <p:spPr>
            <a:xfrm>
              <a:off x="4402925" y="621438"/>
              <a:ext cx="55425" cy="40325"/>
            </a:xfrm>
            <a:custGeom>
              <a:avLst/>
              <a:gdLst/>
              <a:ahLst/>
              <a:cxnLst/>
              <a:rect l="l" t="t" r="r" b="b"/>
              <a:pathLst>
                <a:path w="2217" h="1613" extrusionOk="0">
                  <a:moveTo>
                    <a:pt x="1737" y="0"/>
                  </a:moveTo>
                  <a:cubicBezTo>
                    <a:pt x="1578" y="0"/>
                    <a:pt x="1426" y="83"/>
                    <a:pt x="1330" y="198"/>
                  </a:cubicBezTo>
                  <a:cubicBezTo>
                    <a:pt x="1258" y="269"/>
                    <a:pt x="1216" y="354"/>
                    <a:pt x="1173" y="440"/>
                  </a:cubicBezTo>
                  <a:cubicBezTo>
                    <a:pt x="1008" y="199"/>
                    <a:pt x="707" y="48"/>
                    <a:pt x="411" y="48"/>
                  </a:cubicBezTo>
                  <a:cubicBezTo>
                    <a:pt x="374" y="48"/>
                    <a:pt x="338" y="50"/>
                    <a:pt x="301" y="55"/>
                  </a:cubicBezTo>
                  <a:cubicBezTo>
                    <a:pt x="258" y="68"/>
                    <a:pt x="201" y="83"/>
                    <a:pt x="158" y="112"/>
                  </a:cubicBezTo>
                  <a:cubicBezTo>
                    <a:pt x="101" y="154"/>
                    <a:pt x="73" y="211"/>
                    <a:pt x="58" y="283"/>
                  </a:cubicBezTo>
                  <a:cubicBezTo>
                    <a:pt x="1" y="497"/>
                    <a:pt x="115" y="697"/>
                    <a:pt x="216" y="869"/>
                  </a:cubicBezTo>
                  <a:cubicBezTo>
                    <a:pt x="401" y="1155"/>
                    <a:pt x="601" y="1455"/>
                    <a:pt x="944" y="1526"/>
                  </a:cubicBezTo>
                  <a:lnTo>
                    <a:pt x="1001" y="1298"/>
                  </a:lnTo>
                  <a:cubicBezTo>
                    <a:pt x="744" y="1240"/>
                    <a:pt x="572" y="998"/>
                    <a:pt x="416" y="741"/>
                  </a:cubicBezTo>
                  <a:cubicBezTo>
                    <a:pt x="330" y="598"/>
                    <a:pt x="258" y="455"/>
                    <a:pt x="286" y="341"/>
                  </a:cubicBezTo>
                  <a:cubicBezTo>
                    <a:pt x="286" y="312"/>
                    <a:pt x="301" y="312"/>
                    <a:pt x="301" y="297"/>
                  </a:cubicBezTo>
                  <a:lnTo>
                    <a:pt x="344" y="297"/>
                  </a:lnTo>
                  <a:cubicBezTo>
                    <a:pt x="376" y="291"/>
                    <a:pt x="409" y="288"/>
                    <a:pt x="442" y="288"/>
                  </a:cubicBezTo>
                  <a:cubicBezTo>
                    <a:pt x="726" y="288"/>
                    <a:pt x="1009" y="503"/>
                    <a:pt x="1073" y="798"/>
                  </a:cubicBezTo>
                  <a:lnTo>
                    <a:pt x="1173" y="1255"/>
                  </a:lnTo>
                  <a:lnTo>
                    <a:pt x="1302" y="798"/>
                  </a:lnTo>
                  <a:cubicBezTo>
                    <a:pt x="1344" y="640"/>
                    <a:pt x="1401" y="469"/>
                    <a:pt x="1502" y="354"/>
                  </a:cubicBezTo>
                  <a:cubicBezTo>
                    <a:pt x="1561" y="286"/>
                    <a:pt x="1654" y="237"/>
                    <a:pt x="1740" y="237"/>
                  </a:cubicBezTo>
                  <a:cubicBezTo>
                    <a:pt x="1778" y="237"/>
                    <a:pt x="1814" y="247"/>
                    <a:pt x="1845" y="269"/>
                  </a:cubicBezTo>
                  <a:cubicBezTo>
                    <a:pt x="1944" y="326"/>
                    <a:pt x="1973" y="484"/>
                    <a:pt x="1959" y="612"/>
                  </a:cubicBezTo>
                  <a:cubicBezTo>
                    <a:pt x="1931" y="926"/>
                    <a:pt x="1744" y="1212"/>
                    <a:pt x="1588" y="1484"/>
                  </a:cubicBezTo>
                  <a:lnTo>
                    <a:pt x="1788" y="1612"/>
                  </a:lnTo>
                  <a:cubicBezTo>
                    <a:pt x="1959" y="1326"/>
                    <a:pt x="2159" y="998"/>
                    <a:pt x="2188" y="626"/>
                  </a:cubicBezTo>
                  <a:cubicBezTo>
                    <a:pt x="2217" y="369"/>
                    <a:pt x="2131" y="169"/>
                    <a:pt x="1973" y="68"/>
                  </a:cubicBezTo>
                  <a:cubicBezTo>
                    <a:pt x="1897" y="21"/>
                    <a:pt x="1816" y="0"/>
                    <a:pt x="1737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490;p62">
              <a:extLst>
                <a:ext uri="{FF2B5EF4-FFF2-40B4-BE49-F238E27FC236}">
                  <a16:creationId xmlns:a16="http://schemas.microsoft.com/office/drawing/2014/main" id="{AEB5FE77-EE05-27E7-6B22-80D3B70879D5}"/>
                </a:ext>
              </a:extLst>
            </p:cNvPr>
            <p:cNvSpPr/>
            <p:nvPr/>
          </p:nvSpPr>
          <p:spPr>
            <a:xfrm>
              <a:off x="4355425" y="666388"/>
              <a:ext cx="96125" cy="39025"/>
            </a:xfrm>
            <a:custGeom>
              <a:avLst/>
              <a:gdLst/>
              <a:ahLst/>
              <a:cxnLst/>
              <a:rect l="l" t="t" r="r" b="b"/>
              <a:pathLst>
                <a:path w="3845" h="1561" extrusionOk="0">
                  <a:moveTo>
                    <a:pt x="100" y="1"/>
                  </a:moveTo>
                  <a:cubicBezTo>
                    <a:pt x="71" y="29"/>
                    <a:pt x="29" y="58"/>
                    <a:pt x="0" y="100"/>
                  </a:cubicBezTo>
                  <a:cubicBezTo>
                    <a:pt x="772" y="815"/>
                    <a:pt x="1729" y="1287"/>
                    <a:pt x="2744" y="1472"/>
                  </a:cubicBezTo>
                  <a:cubicBezTo>
                    <a:pt x="3053" y="1522"/>
                    <a:pt x="3373" y="1561"/>
                    <a:pt x="3686" y="1561"/>
                  </a:cubicBezTo>
                  <a:cubicBezTo>
                    <a:pt x="3734" y="1561"/>
                    <a:pt x="3783" y="1560"/>
                    <a:pt x="3831" y="1558"/>
                  </a:cubicBezTo>
                  <a:cubicBezTo>
                    <a:pt x="3844" y="1516"/>
                    <a:pt x="3844" y="1458"/>
                    <a:pt x="3844" y="1415"/>
                  </a:cubicBezTo>
                  <a:lnTo>
                    <a:pt x="3844" y="1415"/>
                  </a:lnTo>
                  <a:cubicBezTo>
                    <a:pt x="3809" y="1416"/>
                    <a:pt x="3773" y="1416"/>
                    <a:pt x="3737" y="1416"/>
                  </a:cubicBezTo>
                  <a:cubicBezTo>
                    <a:pt x="2416" y="1416"/>
                    <a:pt x="1102" y="905"/>
                    <a:pt x="100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3">
          <a:extLst>
            <a:ext uri="{FF2B5EF4-FFF2-40B4-BE49-F238E27FC236}">
              <a16:creationId xmlns:a16="http://schemas.microsoft.com/office/drawing/2014/main" id="{037A0F8C-426E-FBD0-9111-7A2958C7E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64" name="Google Shape;1764;p56">
            <a:extLst>
              <a:ext uri="{FF2B5EF4-FFF2-40B4-BE49-F238E27FC236}">
                <a16:creationId xmlns:a16="http://schemas.microsoft.com/office/drawing/2014/main" id="{ED3ADCBA-D80D-1C62-FE47-ECDCA0933B10}"/>
              </a:ext>
            </a:extLst>
          </p:cNvPr>
          <p:cNvCxnSpPr/>
          <p:nvPr/>
        </p:nvCxnSpPr>
        <p:spPr>
          <a:xfrm>
            <a:off x="703569" y="2700276"/>
            <a:ext cx="77232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dot"/>
            <a:round/>
            <a:headEnd type="oval" w="med" len="med"/>
            <a:tailEnd type="oval" w="med" len="med"/>
          </a:ln>
        </p:spPr>
      </p:cxnSp>
      <p:sp>
        <p:nvSpPr>
          <p:cNvPr id="1765" name="Google Shape;1765;p56">
            <a:extLst>
              <a:ext uri="{FF2B5EF4-FFF2-40B4-BE49-F238E27FC236}">
                <a16:creationId xmlns:a16="http://schemas.microsoft.com/office/drawing/2014/main" id="{DDA79943-AD6E-8E08-A197-202BB31E4076}"/>
              </a:ext>
            </a:extLst>
          </p:cNvPr>
          <p:cNvSpPr/>
          <p:nvPr/>
        </p:nvSpPr>
        <p:spPr>
          <a:xfrm flipH="1">
            <a:off x="1513763" y="404875"/>
            <a:ext cx="6116475" cy="843325"/>
          </a:xfrm>
          <a:custGeom>
            <a:avLst/>
            <a:gdLst/>
            <a:ahLst/>
            <a:cxnLst/>
            <a:rect l="l" t="t" r="r" b="b"/>
            <a:pathLst>
              <a:path w="244659" h="33733" extrusionOk="0">
                <a:moveTo>
                  <a:pt x="3896" y="4933"/>
                </a:moveTo>
                <a:lnTo>
                  <a:pt x="9611" y="0"/>
                </a:lnTo>
                <a:lnTo>
                  <a:pt x="97335" y="648"/>
                </a:lnTo>
                <a:lnTo>
                  <a:pt x="175247" y="1214"/>
                </a:lnTo>
                <a:lnTo>
                  <a:pt x="239843" y="931"/>
                </a:lnTo>
                <a:lnTo>
                  <a:pt x="244376" y="6881"/>
                </a:lnTo>
                <a:lnTo>
                  <a:pt x="244659" y="21330"/>
                </a:lnTo>
                <a:lnTo>
                  <a:pt x="240693" y="28979"/>
                </a:lnTo>
                <a:lnTo>
                  <a:pt x="235027" y="32946"/>
                </a:lnTo>
                <a:lnTo>
                  <a:pt x="164481" y="32946"/>
                </a:lnTo>
                <a:lnTo>
                  <a:pt x="91102" y="32662"/>
                </a:lnTo>
                <a:lnTo>
                  <a:pt x="11169" y="33733"/>
                </a:lnTo>
                <a:lnTo>
                  <a:pt x="2858" y="28482"/>
                </a:lnTo>
                <a:lnTo>
                  <a:pt x="0" y="13844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5400000" algn="bl" rotWithShape="0">
              <a:srgbClr val="9A80C1">
                <a:alpha val="8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766" name="Google Shape;1766;p56">
            <a:extLst>
              <a:ext uri="{FF2B5EF4-FFF2-40B4-BE49-F238E27FC236}">
                <a16:creationId xmlns:a16="http://schemas.microsoft.com/office/drawing/2014/main" id="{22773350-CBB2-5289-599B-9F77AD4CA8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Key</a:t>
            </a:r>
            <a:r>
              <a:rPr lang="pl-PL" dirty="0"/>
              <a:t> </a:t>
            </a:r>
            <a:r>
              <a:rPr lang="pl-PL" dirty="0" err="1"/>
              <a:t>Findings</a:t>
            </a:r>
            <a:r>
              <a:rPr lang="pl-PL" dirty="0"/>
              <a:t> (</a:t>
            </a:r>
            <a:r>
              <a:rPr lang="pl-PL" dirty="0" err="1"/>
              <a:t>Topic</a:t>
            </a:r>
            <a:r>
              <a:rPr lang="pl-PL" dirty="0"/>
              <a:t> Analysis)</a:t>
            </a:r>
            <a:endParaRPr dirty="0"/>
          </a:p>
        </p:txBody>
      </p:sp>
      <p:sp>
        <p:nvSpPr>
          <p:cNvPr id="1767" name="Google Shape;1767;p56">
            <a:extLst>
              <a:ext uri="{FF2B5EF4-FFF2-40B4-BE49-F238E27FC236}">
                <a16:creationId xmlns:a16="http://schemas.microsoft.com/office/drawing/2014/main" id="{86F1AE4C-C628-45F4-7CA4-134F6B5DAD20}"/>
              </a:ext>
            </a:extLst>
          </p:cNvPr>
          <p:cNvSpPr/>
          <p:nvPr/>
        </p:nvSpPr>
        <p:spPr>
          <a:xfrm>
            <a:off x="869706" y="4119938"/>
            <a:ext cx="1690303" cy="810222"/>
          </a:xfrm>
          <a:custGeom>
            <a:avLst/>
            <a:gdLst/>
            <a:ahLst/>
            <a:cxnLst/>
            <a:rect l="l" t="t" r="r" b="b"/>
            <a:pathLst>
              <a:path w="154049" h="17797" extrusionOk="0">
                <a:moveTo>
                  <a:pt x="3238" y="2578"/>
                </a:moveTo>
                <a:lnTo>
                  <a:pt x="7988" y="0"/>
                </a:lnTo>
                <a:lnTo>
                  <a:pt x="64769" y="249"/>
                </a:lnTo>
                <a:lnTo>
                  <a:pt x="83984" y="915"/>
                </a:lnTo>
                <a:lnTo>
                  <a:pt x="148029" y="536"/>
                </a:lnTo>
                <a:lnTo>
                  <a:pt x="151890" y="3318"/>
                </a:lnTo>
                <a:lnTo>
                  <a:pt x="154049" y="8715"/>
                </a:lnTo>
                <a:lnTo>
                  <a:pt x="151776" y="16300"/>
                </a:lnTo>
                <a:lnTo>
                  <a:pt x="144868" y="17797"/>
                </a:lnTo>
                <a:lnTo>
                  <a:pt x="110324" y="17797"/>
                </a:lnTo>
                <a:lnTo>
                  <a:pt x="80098" y="17215"/>
                </a:lnTo>
                <a:lnTo>
                  <a:pt x="9283" y="17631"/>
                </a:lnTo>
                <a:lnTo>
                  <a:pt x="2375" y="14886"/>
                </a:lnTo>
                <a:lnTo>
                  <a:pt x="0" y="7235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0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768" name="Google Shape;1768;p56">
            <a:extLst>
              <a:ext uri="{FF2B5EF4-FFF2-40B4-BE49-F238E27FC236}">
                <a16:creationId xmlns:a16="http://schemas.microsoft.com/office/drawing/2014/main" id="{B059D6AA-32AA-6B1D-E9D7-D7F4378CDAC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892012" y="3281810"/>
            <a:ext cx="1601100" cy="70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Incidents occurring while driving or near roads (keywords: road, ditch, driving).</a:t>
            </a:r>
            <a:endParaRPr sz="1100" dirty="0"/>
          </a:p>
        </p:txBody>
      </p:sp>
      <p:sp>
        <p:nvSpPr>
          <p:cNvPr id="1769" name="Google Shape;1769;p56">
            <a:extLst>
              <a:ext uri="{FF2B5EF4-FFF2-40B4-BE49-F238E27FC236}">
                <a16:creationId xmlns:a16="http://schemas.microsoft.com/office/drawing/2014/main" id="{84C8E881-A47F-5992-400A-11E7401E1B8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892012" y="4290370"/>
            <a:ext cx="1645690" cy="502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rPr>
              <a:t>Topic 0 (Dominant): "Roadside crossings"</a:t>
            </a:r>
            <a:endParaRPr sz="1400" dirty="0">
              <a:solidFill>
                <a:schemeClr val="lt1"/>
              </a:solidFill>
              <a:latin typeface="Freckle Face"/>
              <a:ea typeface="Freckle Face"/>
              <a:cs typeface="Freckle Face"/>
              <a:sym typeface="Freckle Face"/>
            </a:endParaRPr>
          </a:p>
        </p:txBody>
      </p:sp>
      <p:sp>
        <p:nvSpPr>
          <p:cNvPr id="1770" name="Google Shape;1770;p56">
            <a:extLst>
              <a:ext uri="{FF2B5EF4-FFF2-40B4-BE49-F238E27FC236}">
                <a16:creationId xmlns:a16="http://schemas.microsoft.com/office/drawing/2014/main" id="{F82C4ED4-F95D-FE02-1469-AC2C56212EAD}"/>
              </a:ext>
            </a:extLst>
          </p:cNvPr>
          <p:cNvSpPr/>
          <p:nvPr/>
        </p:nvSpPr>
        <p:spPr>
          <a:xfrm>
            <a:off x="4671319" y="4223059"/>
            <a:ext cx="1690303" cy="707100"/>
          </a:xfrm>
          <a:custGeom>
            <a:avLst/>
            <a:gdLst/>
            <a:ahLst/>
            <a:cxnLst/>
            <a:rect l="l" t="t" r="r" b="b"/>
            <a:pathLst>
              <a:path w="154049" h="17797" extrusionOk="0">
                <a:moveTo>
                  <a:pt x="3238" y="2578"/>
                </a:moveTo>
                <a:lnTo>
                  <a:pt x="7988" y="0"/>
                </a:lnTo>
                <a:lnTo>
                  <a:pt x="64769" y="249"/>
                </a:lnTo>
                <a:lnTo>
                  <a:pt x="83984" y="915"/>
                </a:lnTo>
                <a:lnTo>
                  <a:pt x="148029" y="536"/>
                </a:lnTo>
                <a:lnTo>
                  <a:pt x="151890" y="3318"/>
                </a:lnTo>
                <a:lnTo>
                  <a:pt x="154049" y="8715"/>
                </a:lnTo>
                <a:lnTo>
                  <a:pt x="151776" y="16300"/>
                </a:lnTo>
                <a:lnTo>
                  <a:pt x="144868" y="17797"/>
                </a:lnTo>
                <a:lnTo>
                  <a:pt x="110324" y="17797"/>
                </a:lnTo>
                <a:lnTo>
                  <a:pt x="80098" y="17215"/>
                </a:lnTo>
                <a:lnTo>
                  <a:pt x="9283" y="17631"/>
                </a:lnTo>
                <a:lnTo>
                  <a:pt x="2375" y="14886"/>
                </a:lnTo>
                <a:lnTo>
                  <a:pt x="0" y="7235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0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771" name="Google Shape;1771;p56">
            <a:extLst>
              <a:ext uri="{FF2B5EF4-FFF2-40B4-BE49-F238E27FC236}">
                <a16:creationId xmlns:a16="http://schemas.microsoft.com/office/drawing/2014/main" id="{2F3A01C6-1DBE-D204-C95B-7C85CBD514E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633627" y="3354422"/>
            <a:ext cx="1785809" cy="70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Encounters happening surprisingly close to homes (keywords: front yard, back yard, driveway).</a:t>
            </a:r>
            <a:endParaRPr sz="1050" dirty="0"/>
          </a:p>
        </p:txBody>
      </p:sp>
      <p:sp>
        <p:nvSpPr>
          <p:cNvPr id="1772" name="Google Shape;1772;p56">
            <a:extLst>
              <a:ext uri="{FF2B5EF4-FFF2-40B4-BE49-F238E27FC236}">
                <a16:creationId xmlns:a16="http://schemas.microsoft.com/office/drawing/2014/main" id="{8EFB1E80-91A7-0CAD-076E-4578560C654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675337" y="4401955"/>
            <a:ext cx="1682221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rPr>
              <a:t>Topic 4 (Proximity): "Residential Areas"</a:t>
            </a:r>
            <a:endParaRPr sz="1400" dirty="0">
              <a:solidFill>
                <a:schemeClr val="lt1"/>
              </a:solidFill>
              <a:latin typeface="Freckle Face"/>
              <a:ea typeface="Freckle Face"/>
              <a:cs typeface="Freckle Face"/>
              <a:sym typeface="Freckle Face"/>
            </a:endParaRPr>
          </a:p>
        </p:txBody>
      </p:sp>
      <p:sp>
        <p:nvSpPr>
          <p:cNvPr id="1773" name="Google Shape;1773;p56">
            <a:extLst>
              <a:ext uri="{FF2B5EF4-FFF2-40B4-BE49-F238E27FC236}">
                <a16:creationId xmlns:a16="http://schemas.microsoft.com/office/drawing/2014/main" id="{7A6287F6-7005-1F3A-AA9E-118FE22CE639}"/>
              </a:ext>
            </a:extLst>
          </p:cNvPr>
          <p:cNvSpPr/>
          <p:nvPr/>
        </p:nvSpPr>
        <p:spPr>
          <a:xfrm>
            <a:off x="2771406" y="4142503"/>
            <a:ext cx="1690303" cy="787655"/>
          </a:xfrm>
          <a:custGeom>
            <a:avLst/>
            <a:gdLst/>
            <a:ahLst/>
            <a:cxnLst/>
            <a:rect l="l" t="t" r="r" b="b"/>
            <a:pathLst>
              <a:path w="154049" h="17797" extrusionOk="0">
                <a:moveTo>
                  <a:pt x="3238" y="2578"/>
                </a:moveTo>
                <a:lnTo>
                  <a:pt x="7988" y="0"/>
                </a:lnTo>
                <a:lnTo>
                  <a:pt x="64769" y="249"/>
                </a:lnTo>
                <a:lnTo>
                  <a:pt x="83984" y="915"/>
                </a:lnTo>
                <a:lnTo>
                  <a:pt x="148029" y="536"/>
                </a:lnTo>
                <a:lnTo>
                  <a:pt x="151890" y="3318"/>
                </a:lnTo>
                <a:lnTo>
                  <a:pt x="154049" y="8715"/>
                </a:lnTo>
                <a:lnTo>
                  <a:pt x="151776" y="16300"/>
                </a:lnTo>
                <a:lnTo>
                  <a:pt x="144868" y="17797"/>
                </a:lnTo>
                <a:lnTo>
                  <a:pt x="110324" y="17797"/>
                </a:lnTo>
                <a:lnTo>
                  <a:pt x="80098" y="17215"/>
                </a:lnTo>
                <a:lnTo>
                  <a:pt x="9283" y="17631"/>
                </a:lnTo>
                <a:lnTo>
                  <a:pt x="2375" y="14886"/>
                </a:lnTo>
                <a:lnTo>
                  <a:pt x="0" y="7235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0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774" name="Google Shape;1774;p56">
            <a:extLst>
              <a:ext uri="{FF2B5EF4-FFF2-40B4-BE49-F238E27FC236}">
                <a16:creationId xmlns:a16="http://schemas.microsoft.com/office/drawing/2014/main" id="{E8B654BC-CE5E-B3E5-4853-F8062CD1613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725993" y="3306299"/>
            <a:ext cx="1777554" cy="70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Classic sightings in deep forests and national parks (keywords: national forest, campground, wilderness).</a:t>
            </a:r>
            <a:endParaRPr sz="1050" dirty="0"/>
          </a:p>
        </p:txBody>
      </p:sp>
      <p:sp>
        <p:nvSpPr>
          <p:cNvPr id="1775" name="Google Shape;1775;p56">
            <a:extLst>
              <a:ext uri="{FF2B5EF4-FFF2-40B4-BE49-F238E27FC236}">
                <a16:creationId xmlns:a16="http://schemas.microsoft.com/office/drawing/2014/main" id="{AD042DA3-3BC4-1A7B-6337-6F5A3641E95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2816006" y="4153061"/>
            <a:ext cx="1601100" cy="7057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 dirty="0" err="1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rPr>
              <a:t>Topic</a:t>
            </a:r>
            <a:r>
              <a:rPr lang="pl-PL" sz="1400" dirty="0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rPr>
              <a:t> 1: "Residential/Farm"</a:t>
            </a:r>
            <a:endParaRPr sz="1400" dirty="0">
              <a:solidFill>
                <a:schemeClr val="lt1"/>
              </a:solidFill>
              <a:latin typeface="Freckle Face"/>
              <a:ea typeface="Freckle Face"/>
              <a:cs typeface="Freckle Face"/>
              <a:sym typeface="Freckle Face"/>
            </a:endParaRPr>
          </a:p>
        </p:txBody>
      </p:sp>
      <p:sp>
        <p:nvSpPr>
          <p:cNvPr id="1776" name="Google Shape;1776;p56">
            <a:extLst>
              <a:ext uri="{FF2B5EF4-FFF2-40B4-BE49-F238E27FC236}">
                <a16:creationId xmlns:a16="http://schemas.microsoft.com/office/drawing/2014/main" id="{710DBC0F-4E0D-7C76-FDD9-7AECD9ED00B7}"/>
              </a:ext>
            </a:extLst>
          </p:cNvPr>
          <p:cNvSpPr/>
          <p:nvPr/>
        </p:nvSpPr>
        <p:spPr>
          <a:xfrm>
            <a:off x="6572044" y="4261775"/>
            <a:ext cx="1690303" cy="668383"/>
          </a:xfrm>
          <a:custGeom>
            <a:avLst/>
            <a:gdLst/>
            <a:ahLst/>
            <a:cxnLst/>
            <a:rect l="l" t="t" r="r" b="b"/>
            <a:pathLst>
              <a:path w="154049" h="17797" extrusionOk="0">
                <a:moveTo>
                  <a:pt x="3238" y="2578"/>
                </a:moveTo>
                <a:lnTo>
                  <a:pt x="7988" y="0"/>
                </a:lnTo>
                <a:lnTo>
                  <a:pt x="64769" y="249"/>
                </a:lnTo>
                <a:lnTo>
                  <a:pt x="83984" y="915"/>
                </a:lnTo>
                <a:lnTo>
                  <a:pt x="148029" y="536"/>
                </a:lnTo>
                <a:lnTo>
                  <a:pt x="151890" y="3318"/>
                </a:lnTo>
                <a:lnTo>
                  <a:pt x="154049" y="8715"/>
                </a:lnTo>
                <a:lnTo>
                  <a:pt x="151776" y="16300"/>
                </a:lnTo>
                <a:lnTo>
                  <a:pt x="144868" y="17797"/>
                </a:lnTo>
                <a:lnTo>
                  <a:pt x="110324" y="17797"/>
                </a:lnTo>
                <a:lnTo>
                  <a:pt x="80098" y="17215"/>
                </a:lnTo>
                <a:lnTo>
                  <a:pt x="9283" y="17631"/>
                </a:lnTo>
                <a:lnTo>
                  <a:pt x="2375" y="14886"/>
                </a:lnTo>
                <a:lnTo>
                  <a:pt x="0" y="7235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0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777" name="Google Shape;1777;p56">
            <a:extLst>
              <a:ext uri="{FF2B5EF4-FFF2-40B4-BE49-F238E27FC236}">
                <a16:creationId xmlns:a16="http://schemas.microsoft.com/office/drawing/2014/main" id="{B2600294-0868-0106-3383-77EE4A7D2B9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501709" y="3373255"/>
            <a:ext cx="1807291" cy="70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Sightings associated with specific outdoor hobbies (keywords: fished, elk, horses, boulder).</a:t>
            </a:r>
            <a:endParaRPr sz="1100" dirty="0"/>
          </a:p>
        </p:txBody>
      </p:sp>
      <p:sp>
        <p:nvSpPr>
          <p:cNvPr id="1778" name="Google Shape;1778;p56">
            <a:extLst>
              <a:ext uri="{FF2B5EF4-FFF2-40B4-BE49-F238E27FC236}">
                <a16:creationId xmlns:a16="http://schemas.microsoft.com/office/drawing/2014/main" id="{41D69E99-0AC3-932D-140F-389FFD1AE80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616645" y="4431416"/>
            <a:ext cx="1601100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 dirty="0" err="1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rPr>
              <a:t>Topic</a:t>
            </a:r>
            <a:r>
              <a:rPr lang="pl-PL" sz="1800" dirty="0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rPr>
              <a:t> 8: "River/Fishing"</a:t>
            </a:r>
          </a:p>
        </p:txBody>
      </p:sp>
      <p:sp>
        <p:nvSpPr>
          <p:cNvPr id="1779" name="Google Shape;1779;p56">
            <a:extLst>
              <a:ext uri="{FF2B5EF4-FFF2-40B4-BE49-F238E27FC236}">
                <a16:creationId xmlns:a16="http://schemas.microsoft.com/office/drawing/2014/main" id="{99EC9B23-77AF-6786-A44E-31E08B68471C}"/>
              </a:ext>
            </a:extLst>
          </p:cNvPr>
          <p:cNvSpPr/>
          <p:nvPr/>
        </p:nvSpPr>
        <p:spPr>
          <a:xfrm flipH="1">
            <a:off x="1225304" y="2258593"/>
            <a:ext cx="979130" cy="883365"/>
          </a:xfrm>
          <a:custGeom>
            <a:avLst/>
            <a:gdLst/>
            <a:ahLst/>
            <a:cxnLst/>
            <a:rect l="l" t="t" r="r" b="b"/>
            <a:pathLst>
              <a:path w="52283" h="47182" extrusionOk="0">
                <a:moveTo>
                  <a:pt x="2915" y="7287"/>
                </a:moveTo>
                <a:lnTo>
                  <a:pt x="8562" y="0"/>
                </a:lnTo>
                <a:lnTo>
                  <a:pt x="42446" y="911"/>
                </a:lnTo>
                <a:lnTo>
                  <a:pt x="50643" y="5829"/>
                </a:lnTo>
                <a:lnTo>
                  <a:pt x="52283" y="16942"/>
                </a:lnTo>
                <a:lnTo>
                  <a:pt x="49550" y="38620"/>
                </a:lnTo>
                <a:lnTo>
                  <a:pt x="44085" y="46635"/>
                </a:lnTo>
                <a:lnTo>
                  <a:pt x="9837" y="47182"/>
                </a:lnTo>
                <a:lnTo>
                  <a:pt x="2733" y="39713"/>
                </a:lnTo>
                <a:lnTo>
                  <a:pt x="0" y="19674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4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780" name="Google Shape;1780;p56">
            <a:extLst>
              <a:ext uri="{FF2B5EF4-FFF2-40B4-BE49-F238E27FC236}">
                <a16:creationId xmlns:a16="http://schemas.microsoft.com/office/drawing/2014/main" id="{C1F75F6F-F222-8738-0268-34AC4DFB0E97}"/>
              </a:ext>
            </a:extLst>
          </p:cNvPr>
          <p:cNvSpPr/>
          <p:nvPr/>
        </p:nvSpPr>
        <p:spPr>
          <a:xfrm flipH="1">
            <a:off x="5026902" y="2258534"/>
            <a:ext cx="979130" cy="883483"/>
          </a:xfrm>
          <a:custGeom>
            <a:avLst/>
            <a:gdLst/>
            <a:ahLst/>
            <a:cxnLst/>
            <a:rect l="l" t="t" r="r" b="b"/>
            <a:pathLst>
              <a:path w="52283" h="47182" extrusionOk="0">
                <a:moveTo>
                  <a:pt x="2915" y="7287"/>
                </a:moveTo>
                <a:lnTo>
                  <a:pt x="8562" y="0"/>
                </a:lnTo>
                <a:lnTo>
                  <a:pt x="42446" y="911"/>
                </a:lnTo>
                <a:lnTo>
                  <a:pt x="50643" y="5829"/>
                </a:lnTo>
                <a:lnTo>
                  <a:pt x="52283" y="16942"/>
                </a:lnTo>
                <a:lnTo>
                  <a:pt x="49550" y="38620"/>
                </a:lnTo>
                <a:lnTo>
                  <a:pt x="44085" y="46635"/>
                </a:lnTo>
                <a:lnTo>
                  <a:pt x="9837" y="47182"/>
                </a:lnTo>
                <a:lnTo>
                  <a:pt x="2733" y="39713"/>
                </a:lnTo>
                <a:lnTo>
                  <a:pt x="0" y="19674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4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781" name="Google Shape;1781;p56">
            <a:extLst>
              <a:ext uri="{FF2B5EF4-FFF2-40B4-BE49-F238E27FC236}">
                <a16:creationId xmlns:a16="http://schemas.microsoft.com/office/drawing/2014/main" id="{6254C402-B2F2-AF39-AAA6-3E1D2E5FA13A}"/>
              </a:ext>
            </a:extLst>
          </p:cNvPr>
          <p:cNvSpPr/>
          <p:nvPr/>
        </p:nvSpPr>
        <p:spPr>
          <a:xfrm>
            <a:off x="3126994" y="2258534"/>
            <a:ext cx="979130" cy="883483"/>
          </a:xfrm>
          <a:custGeom>
            <a:avLst/>
            <a:gdLst/>
            <a:ahLst/>
            <a:cxnLst/>
            <a:rect l="l" t="t" r="r" b="b"/>
            <a:pathLst>
              <a:path w="52283" h="47182" extrusionOk="0">
                <a:moveTo>
                  <a:pt x="2915" y="7287"/>
                </a:moveTo>
                <a:lnTo>
                  <a:pt x="8562" y="0"/>
                </a:lnTo>
                <a:lnTo>
                  <a:pt x="42446" y="911"/>
                </a:lnTo>
                <a:lnTo>
                  <a:pt x="50643" y="5829"/>
                </a:lnTo>
                <a:lnTo>
                  <a:pt x="52283" y="16942"/>
                </a:lnTo>
                <a:lnTo>
                  <a:pt x="49550" y="38620"/>
                </a:lnTo>
                <a:lnTo>
                  <a:pt x="44085" y="46635"/>
                </a:lnTo>
                <a:lnTo>
                  <a:pt x="9837" y="47182"/>
                </a:lnTo>
                <a:lnTo>
                  <a:pt x="2733" y="39713"/>
                </a:lnTo>
                <a:lnTo>
                  <a:pt x="0" y="19674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4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782" name="Google Shape;1782;p56">
            <a:extLst>
              <a:ext uri="{FF2B5EF4-FFF2-40B4-BE49-F238E27FC236}">
                <a16:creationId xmlns:a16="http://schemas.microsoft.com/office/drawing/2014/main" id="{155C8C1C-2DB3-991D-BB7C-516508EB688F}"/>
              </a:ext>
            </a:extLst>
          </p:cNvPr>
          <p:cNvSpPr/>
          <p:nvPr/>
        </p:nvSpPr>
        <p:spPr>
          <a:xfrm>
            <a:off x="6927694" y="2258534"/>
            <a:ext cx="979130" cy="883483"/>
          </a:xfrm>
          <a:custGeom>
            <a:avLst/>
            <a:gdLst/>
            <a:ahLst/>
            <a:cxnLst/>
            <a:rect l="l" t="t" r="r" b="b"/>
            <a:pathLst>
              <a:path w="52283" h="47182" extrusionOk="0">
                <a:moveTo>
                  <a:pt x="2915" y="7287"/>
                </a:moveTo>
                <a:lnTo>
                  <a:pt x="8562" y="0"/>
                </a:lnTo>
                <a:lnTo>
                  <a:pt x="42446" y="911"/>
                </a:lnTo>
                <a:lnTo>
                  <a:pt x="50643" y="5829"/>
                </a:lnTo>
                <a:lnTo>
                  <a:pt x="52283" y="16942"/>
                </a:lnTo>
                <a:lnTo>
                  <a:pt x="49550" y="38620"/>
                </a:lnTo>
                <a:lnTo>
                  <a:pt x="44085" y="46635"/>
                </a:lnTo>
                <a:lnTo>
                  <a:pt x="9837" y="47182"/>
                </a:lnTo>
                <a:lnTo>
                  <a:pt x="2733" y="39713"/>
                </a:lnTo>
                <a:lnTo>
                  <a:pt x="0" y="19674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4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cxnSp>
        <p:nvCxnSpPr>
          <p:cNvPr id="1811" name="Google Shape;1811;p56">
            <a:extLst>
              <a:ext uri="{FF2B5EF4-FFF2-40B4-BE49-F238E27FC236}">
                <a16:creationId xmlns:a16="http://schemas.microsoft.com/office/drawing/2014/main" id="{5FAF3B7C-F536-5DD6-C425-ABE4208F1640}"/>
              </a:ext>
            </a:extLst>
          </p:cNvPr>
          <p:cNvCxnSpPr>
            <a:cxnSpLocks/>
            <a:stCxn id="1768" idx="0"/>
          </p:cNvCxnSpPr>
          <p:nvPr/>
        </p:nvCxnSpPr>
        <p:spPr>
          <a:xfrm flipV="1">
            <a:off x="1692562" y="3150783"/>
            <a:ext cx="0" cy="131027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2" name="Google Shape;1812;p56">
            <a:extLst>
              <a:ext uri="{FF2B5EF4-FFF2-40B4-BE49-F238E27FC236}">
                <a16:creationId xmlns:a16="http://schemas.microsoft.com/office/drawing/2014/main" id="{58D9A697-DB3A-FB9A-464E-A0E521C60DBC}"/>
              </a:ext>
            </a:extLst>
          </p:cNvPr>
          <p:cNvCxnSpPr>
            <a:cxnSpLocks/>
            <a:stCxn id="1774" idx="0"/>
          </p:cNvCxnSpPr>
          <p:nvPr/>
        </p:nvCxnSpPr>
        <p:spPr>
          <a:xfrm flipV="1">
            <a:off x="3614770" y="3150783"/>
            <a:ext cx="0" cy="155516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3" name="Google Shape;1813;p56">
            <a:extLst>
              <a:ext uri="{FF2B5EF4-FFF2-40B4-BE49-F238E27FC236}">
                <a16:creationId xmlns:a16="http://schemas.microsoft.com/office/drawing/2014/main" id="{9BBA729E-0564-8AD5-C671-4870A89EF13A}"/>
              </a:ext>
            </a:extLst>
          </p:cNvPr>
          <p:cNvCxnSpPr>
            <a:cxnSpLocks/>
          </p:cNvCxnSpPr>
          <p:nvPr/>
        </p:nvCxnSpPr>
        <p:spPr>
          <a:xfrm flipV="1">
            <a:off x="5516460" y="3143283"/>
            <a:ext cx="0" cy="19828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4" name="Google Shape;1814;p56">
            <a:extLst>
              <a:ext uri="{FF2B5EF4-FFF2-40B4-BE49-F238E27FC236}">
                <a16:creationId xmlns:a16="http://schemas.microsoft.com/office/drawing/2014/main" id="{3A25AEDD-1FEF-F13B-E14F-D50F6599C004}"/>
              </a:ext>
            </a:extLst>
          </p:cNvPr>
          <p:cNvCxnSpPr>
            <a:cxnSpLocks/>
          </p:cNvCxnSpPr>
          <p:nvPr/>
        </p:nvCxnSpPr>
        <p:spPr>
          <a:xfrm flipV="1">
            <a:off x="7417256" y="3150783"/>
            <a:ext cx="0" cy="19078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5" name="Google Shape;1815;p56">
            <a:extLst>
              <a:ext uri="{FF2B5EF4-FFF2-40B4-BE49-F238E27FC236}">
                <a16:creationId xmlns:a16="http://schemas.microsoft.com/office/drawing/2014/main" id="{04B06B25-B39D-81E3-A0A7-A1F29C71BF5F}"/>
              </a:ext>
            </a:extLst>
          </p:cNvPr>
          <p:cNvCxnSpPr>
            <a:cxnSpLocks/>
            <a:stCxn id="1768" idx="2"/>
          </p:cNvCxnSpPr>
          <p:nvPr/>
        </p:nvCxnSpPr>
        <p:spPr>
          <a:xfrm>
            <a:off x="1692562" y="3988910"/>
            <a:ext cx="0" cy="153593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6" name="Google Shape;1816;p56">
            <a:extLst>
              <a:ext uri="{FF2B5EF4-FFF2-40B4-BE49-F238E27FC236}">
                <a16:creationId xmlns:a16="http://schemas.microsoft.com/office/drawing/2014/main" id="{976617AC-1016-C3EA-A411-A22153C09A6C}"/>
              </a:ext>
            </a:extLst>
          </p:cNvPr>
          <p:cNvCxnSpPr>
            <a:cxnSpLocks/>
          </p:cNvCxnSpPr>
          <p:nvPr/>
        </p:nvCxnSpPr>
        <p:spPr>
          <a:xfrm>
            <a:off x="3615665" y="4013399"/>
            <a:ext cx="0" cy="139662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7" name="Google Shape;1817;p56">
            <a:extLst>
              <a:ext uri="{FF2B5EF4-FFF2-40B4-BE49-F238E27FC236}">
                <a16:creationId xmlns:a16="http://schemas.microsoft.com/office/drawing/2014/main" id="{1F59CE6B-B79D-50DB-C167-D00E79A7D92B}"/>
              </a:ext>
            </a:extLst>
          </p:cNvPr>
          <p:cNvCxnSpPr>
            <a:cxnSpLocks/>
            <a:stCxn id="1771" idx="2"/>
          </p:cNvCxnSpPr>
          <p:nvPr/>
        </p:nvCxnSpPr>
        <p:spPr>
          <a:xfrm>
            <a:off x="5526532" y="4061522"/>
            <a:ext cx="1804" cy="178896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8" name="Google Shape;1818;p56">
            <a:extLst>
              <a:ext uri="{FF2B5EF4-FFF2-40B4-BE49-F238E27FC236}">
                <a16:creationId xmlns:a16="http://schemas.microsoft.com/office/drawing/2014/main" id="{179E3127-B52E-7085-3F11-B5BC9FCBAEBC}"/>
              </a:ext>
            </a:extLst>
          </p:cNvPr>
          <p:cNvCxnSpPr>
            <a:cxnSpLocks/>
            <a:stCxn id="1777" idx="2"/>
          </p:cNvCxnSpPr>
          <p:nvPr/>
        </p:nvCxnSpPr>
        <p:spPr>
          <a:xfrm>
            <a:off x="7405355" y="4080355"/>
            <a:ext cx="0" cy="18142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1768;p56">
            <a:extLst>
              <a:ext uri="{FF2B5EF4-FFF2-40B4-BE49-F238E27FC236}">
                <a16:creationId xmlns:a16="http://schemas.microsoft.com/office/drawing/2014/main" id="{65A8B964-C8CC-8F25-931F-180B667DC263}"/>
              </a:ext>
            </a:extLst>
          </p:cNvPr>
          <p:cNvSpPr txBox="1">
            <a:spLocks/>
          </p:cNvSpPr>
          <p:nvPr/>
        </p:nvSpPr>
        <p:spPr>
          <a:xfrm>
            <a:off x="165076" y="1462405"/>
            <a:ext cx="8593265" cy="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●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○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■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●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○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■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●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○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da"/>
              <a:buChar char="■"/>
              <a:defRPr sz="1600" b="0" i="0" u="none" strike="noStrike" cap="none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9pPr>
          </a:lstStyle>
          <a:p>
            <a:pPr marL="0" indent="0" algn="ctr">
              <a:buFont typeface="Coda"/>
              <a:buNone/>
            </a:pPr>
            <a:r>
              <a:rPr lang="en-US" dirty="0"/>
              <a:t>Semantic Separation: The model successfully distinguished distinct types of encounters based on narrative context.</a:t>
            </a:r>
          </a:p>
        </p:txBody>
      </p:sp>
      <p:grpSp>
        <p:nvGrpSpPr>
          <p:cNvPr id="6" name="Google Shape;2676;p63">
            <a:extLst>
              <a:ext uri="{FF2B5EF4-FFF2-40B4-BE49-F238E27FC236}">
                <a16:creationId xmlns:a16="http://schemas.microsoft.com/office/drawing/2014/main" id="{4BB72DAA-80F4-C218-686D-07D923ECF78B}"/>
              </a:ext>
            </a:extLst>
          </p:cNvPr>
          <p:cNvGrpSpPr/>
          <p:nvPr/>
        </p:nvGrpSpPr>
        <p:grpSpPr>
          <a:xfrm>
            <a:off x="1479654" y="2470830"/>
            <a:ext cx="470406" cy="446386"/>
            <a:chOff x="7430405" y="2067722"/>
            <a:chExt cx="393644" cy="393111"/>
          </a:xfrm>
        </p:grpSpPr>
        <p:sp>
          <p:nvSpPr>
            <p:cNvPr id="7" name="Google Shape;2677;p63">
              <a:extLst>
                <a:ext uri="{FF2B5EF4-FFF2-40B4-BE49-F238E27FC236}">
                  <a16:creationId xmlns:a16="http://schemas.microsoft.com/office/drawing/2014/main" id="{DA3EC636-397D-5A69-1870-5CE8E9C173BD}"/>
                </a:ext>
              </a:extLst>
            </p:cNvPr>
            <p:cNvSpPr/>
            <p:nvPr/>
          </p:nvSpPr>
          <p:spPr>
            <a:xfrm>
              <a:off x="7430405" y="2391604"/>
              <a:ext cx="393644" cy="69229"/>
            </a:xfrm>
            <a:custGeom>
              <a:avLst/>
              <a:gdLst/>
              <a:ahLst/>
              <a:cxnLst/>
              <a:rect l="l" t="t" r="r" b="b"/>
              <a:pathLst>
                <a:path w="9763" h="1717" extrusionOk="0">
                  <a:moveTo>
                    <a:pt x="0" y="1"/>
                  </a:moveTo>
                  <a:lnTo>
                    <a:pt x="0" y="1716"/>
                  </a:lnTo>
                  <a:lnTo>
                    <a:pt x="9763" y="1716"/>
                  </a:lnTo>
                  <a:lnTo>
                    <a:pt x="9763" y="1"/>
                  </a:ln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678;p63">
              <a:extLst>
                <a:ext uri="{FF2B5EF4-FFF2-40B4-BE49-F238E27FC236}">
                  <a16:creationId xmlns:a16="http://schemas.microsoft.com/office/drawing/2014/main" id="{7AB56089-DC85-8E69-11E6-C9BFC51A8470}"/>
                </a:ext>
              </a:extLst>
            </p:cNvPr>
            <p:cNvSpPr/>
            <p:nvPr/>
          </p:nvSpPr>
          <p:spPr>
            <a:xfrm>
              <a:off x="7430405" y="2171463"/>
              <a:ext cx="139507" cy="153337"/>
            </a:xfrm>
            <a:custGeom>
              <a:avLst/>
              <a:gdLst/>
              <a:ahLst/>
              <a:cxnLst/>
              <a:rect l="l" t="t" r="r" b="b"/>
              <a:pathLst>
                <a:path w="3460" h="3803" extrusionOk="0">
                  <a:moveTo>
                    <a:pt x="2045" y="1"/>
                  </a:moveTo>
                  <a:lnTo>
                    <a:pt x="0" y="2245"/>
                  </a:lnTo>
                  <a:lnTo>
                    <a:pt x="0" y="3803"/>
                  </a:lnTo>
                  <a:lnTo>
                    <a:pt x="1515" y="3803"/>
                  </a:lnTo>
                  <a:lnTo>
                    <a:pt x="3459" y="1559"/>
                  </a:lnTo>
                  <a:lnTo>
                    <a:pt x="2045" y="1"/>
                  </a:lnTo>
                  <a:close/>
                </a:path>
              </a:pathLst>
            </a:custGeom>
            <a:solidFill>
              <a:srgbClr val="A2B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679;p63">
              <a:extLst>
                <a:ext uri="{FF2B5EF4-FFF2-40B4-BE49-F238E27FC236}">
                  <a16:creationId xmlns:a16="http://schemas.microsoft.com/office/drawing/2014/main" id="{B619611F-827A-BA48-BADC-2E26469AD0AB}"/>
                </a:ext>
              </a:extLst>
            </p:cNvPr>
            <p:cNvSpPr/>
            <p:nvPr/>
          </p:nvSpPr>
          <p:spPr>
            <a:xfrm>
              <a:off x="7684534" y="2171463"/>
              <a:ext cx="139507" cy="153337"/>
            </a:xfrm>
            <a:custGeom>
              <a:avLst/>
              <a:gdLst/>
              <a:ahLst/>
              <a:cxnLst/>
              <a:rect l="l" t="t" r="r" b="b"/>
              <a:pathLst>
                <a:path w="3460" h="3803" extrusionOk="0">
                  <a:moveTo>
                    <a:pt x="1415" y="1"/>
                  </a:moveTo>
                  <a:lnTo>
                    <a:pt x="1" y="1559"/>
                  </a:lnTo>
                  <a:lnTo>
                    <a:pt x="1930" y="3803"/>
                  </a:lnTo>
                  <a:lnTo>
                    <a:pt x="3460" y="3803"/>
                  </a:lnTo>
                  <a:lnTo>
                    <a:pt x="3460" y="2245"/>
                  </a:lnTo>
                  <a:lnTo>
                    <a:pt x="1415" y="1"/>
                  </a:lnTo>
                  <a:close/>
                </a:path>
              </a:pathLst>
            </a:custGeom>
            <a:solidFill>
              <a:srgbClr val="A2B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680;p63">
              <a:extLst>
                <a:ext uri="{FF2B5EF4-FFF2-40B4-BE49-F238E27FC236}">
                  <a16:creationId xmlns:a16="http://schemas.microsoft.com/office/drawing/2014/main" id="{D283BC11-D4F7-92BD-149C-F185713A649D}"/>
                </a:ext>
              </a:extLst>
            </p:cNvPr>
            <p:cNvSpPr/>
            <p:nvPr/>
          </p:nvSpPr>
          <p:spPr>
            <a:xfrm>
              <a:off x="7567005" y="2131749"/>
              <a:ext cx="120436" cy="116444"/>
            </a:xfrm>
            <a:custGeom>
              <a:avLst/>
              <a:gdLst/>
              <a:ahLst/>
              <a:cxnLst/>
              <a:rect l="l" t="t" r="r" b="b"/>
              <a:pathLst>
                <a:path w="2987" h="2888" extrusionOk="0">
                  <a:moveTo>
                    <a:pt x="1487" y="0"/>
                  </a:moveTo>
                  <a:lnTo>
                    <a:pt x="0" y="1729"/>
                  </a:lnTo>
                  <a:lnTo>
                    <a:pt x="1487" y="2887"/>
                  </a:lnTo>
                  <a:lnTo>
                    <a:pt x="2987" y="1744"/>
                  </a:lnTo>
                  <a:lnTo>
                    <a:pt x="14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681;p63">
              <a:extLst>
                <a:ext uri="{FF2B5EF4-FFF2-40B4-BE49-F238E27FC236}">
                  <a16:creationId xmlns:a16="http://schemas.microsoft.com/office/drawing/2014/main" id="{418D9A49-8EF5-61AF-D35D-C87229CBE834}"/>
                </a:ext>
              </a:extLst>
            </p:cNvPr>
            <p:cNvSpPr/>
            <p:nvPr/>
          </p:nvSpPr>
          <p:spPr>
            <a:xfrm>
              <a:off x="7461490" y="2183599"/>
              <a:ext cx="331471" cy="141201"/>
            </a:xfrm>
            <a:custGeom>
              <a:avLst/>
              <a:gdLst/>
              <a:ahLst/>
              <a:cxnLst/>
              <a:rect l="l" t="t" r="r" b="b"/>
              <a:pathLst>
                <a:path w="8221" h="3502" extrusionOk="0">
                  <a:moveTo>
                    <a:pt x="3002" y="0"/>
                  </a:moveTo>
                  <a:lnTo>
                    <a:pt x="1" y="3502"/>
                  </a:lnTo>
                  <a:lnTo>
                    <a:pt x="8220" y="3502"/>
                  </a:lnTo>
                  <a:lnTo>
                    <a:pt x="5232" y="29"/>
                  </a:lnTo>
                  <a:lnTo>
                    <a:pt x="4104" y="887"/>
                  </a:lnTo>
                  <a:lnTo>
                    <a:pt x="3002" y="0"/>
                  </a:ln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682;p63">
              <a:extLst>
                <a:ext uri="{FF2B5EF4-FFF2-40B4-BE49-F238E27FC236}">
                  <a16:creationId xmlns:a16="http://schemas.microsoft.com/office/drawing/2014/main" id="{F05F4F9E-9A6C-D74C-57B5-16FAA1E7AEDF}"/>
                </a:ext>
              </a:extLst>
            </p:cNvPr>
            <p:cNvSpPr/>
            <p:nvPr/>
          </p:nvSpPr>
          <p:spPr>
            <a:xfrm>
              <a:off x="7430405" y="2301733"/>
              <a:ext cx="393644" cy="112977"/>
            </a:xfrm>
            <a:custGeom>
              <a:avLst/>
              <a:gdLst/>
              <a:ahLst/>
              <a:cxnLst/>
              <a:rect l="l" t="t" r="r" b="b"/>
              <a:pathLst>
                <a:path w="9763" h="2802" extrusionOk="0">
                  <a:moveTo>
                    <a:pt x="0" y="0"/>
                  </a:moveTo>
                  <a:lnTo>
                    <a:pt x="0" y="2802"/>
                  </a:lnTo>
                  <a:lnTo>
                    <a:pt x="9763" y="2802"/>
                  </a:lnTo>
                  <a:lnTo>
                    <a:pt x="9763" y="0"/>
                  </a:lnTo>
                  <a:close/>
                </a:path>
              </a:pathLst>
            </a:custGeom>
            <a:solidFill>
              <a:srgbClr val="2A56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683;p63">
              <a:extLst>
                <a:ext uri="{FF2B5EF4-FFF2-40B4-BE49-F238E27FC236}">
                  <a16:creationId xmlns:a16="http://schemas.microsoft.com/office/drawing/2014/main" id="{C4B83011-731F-0E35-C24D-2CB1EE92DD40}"/>
                </a:ext>
              </a:extLst>
            </p:cNvPr>
            <p:cNvSpPr/>
            <p:nvPr/>
          </p:nvSpPr>
          <p:spPr>
            <a:xfrm>
              <a:off x="7561239" y="2346648"/>
              <a:ext cx="102614" cy="23103"/>
            </a:xfrm>
            <a:custGeom>
              <a:avLst/>
              <a:gdLst/>
              <a:ahLst/>
              <a:cxnLst/>
              <a:rect l="l" t="t" r="r" b="b"/>
              <a:pathLst>
                <a:path w="2545" h="573" extrusionOk="0">
                  <a:moveTo>
                    <a:pt x="0" y="1"/>
                  </a:moveTo>
                  <a:lnTo>
                    <a:pt x="0" y="573"/>
                  </a:lnTo>
                  <a:lnTo>
                    <a:pt x="2544" y="573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684;p63">
              <a:extLst>
                <a:ext uri="{FF2B5EF4-FFF2-40B4-BE49-F238E27FC236}">
                  <a16:creationId xmlns:a16="http://schemas.microsoft.com/office/drawing/2014/main" id="{FF123549-98EE-07EB-4C46-F59BF0FD6392}"/>
                </a:ext>
              </a:extLst>
            </p:cNvPr>
            <p:cNvSpPr/>
            <p:nvPr/>
          </p:nvSpPr>
          <p:spPr>
            <a:xfrm>
              <a:off x="7702396" y="2346648"/>
              <a:ext cx="23103" cy="23103"/>
            </a:xfrm>
            <a:custGeom>
              <a:avLst/>
              <a:gdLst/>
              <a:ahLst/>
              <a:cxnLst/>
              <a:rect l="l" t="t" r="r" b="b"/>
              <a:pathLst>
                <a:path w="573" h="573" extrusionOk="0">
                  <a:moveTo>
                    <a:pt x="1" y="1"/>
                  </a:moveTo>
                  <a:lnTo>
                    <a:pt x="1" y="573"/>
                  </a:lnTo>
                  <a:lnTo>
                    <a:pt x="572" y="573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685;p63">
              <a:extLst>
                <a:ext uri="{FF2B5EF4-FFF2-40B4-BE49-F238E27FC236}">
                  <a16:creationId xmlns:a16="http://schemas.microsoft.com/office/drawing/2014/main" id="{C3753A46-7A35-1F81-801C-7C166B97D5BD}"/>
                </a:ext>
              </a:extLst>
            </p:cNvPr>
            <p:cNvSpPr/>
            <p:nvPr/>
          </p:nvSpPr>
          <p:spPr>
            <a:xfrm>
              <a:off x="7748480" y="2346648"/>
              <a:ext cx="23103" cy="23103"/>
            </a:xfrm>
            <a:custGeom>
              <a:avLst/>
              <a:gdLst/>
              <a:ahLst/>
              <a:cxnLst/>
              <a:rect l="l" t="t" r="r" b="b"/>
              <a:pathLst>
                <a:path w="573" h="573" extrusionOk="0">
                  <a:moveTo>
                    <a:pt x="1" y="1"/>
                  </a:moveTo>
                  <a:lnTo>
                    <a:pt x="1" y="573"/>
                  </a:lnTo>
                  <a:lnTo>
                    <a:pt x="573" y="573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686;p63">
              <a:extLst>
                <a:ext uri="{FF2B5EF4-FFF2-40B4-BE49-F238E27FC236}">
                  <a16:creationId xmlns:a16="http://schemas.microsoft.com/office/drawing/2014/main" id="{539C9DF1-A79B-18D1-1AF7-C1982CD45B69}"/>
                </a:ext>
              </a:extLst>
            </p:cNvPr>
            <p:cNvSpPr/>
            <p:nvPr/>
          </p:nvSpPr>
          <p:spPr>
            <a:xfrm>
              <a:off x="7496689" y="2346648"/>
              <a:ext cx="41530" cy="23103"/>
            </a:xfrm>
            <a:custGeom>
              <a:avLst/>
              <a:gdLst/>
              <a:ahLst/>
              <a:cxnLst/>
              <a:rect l="l" t="t" r="r" b="b"/>
              <a:pathLst>
                <a:path w="1030" h="573" extrusionOk="0">
                  <a:moveTo>
                    <a:pt x="0" y="1"/>
                  </a:moveTo>
                  <a:lnTo>
                    <a:pt x="0" y="573"/>
                  </a:lnTo>
                  <a:lnTo>
                    <a:pt x="1029" y="573"/>
                  </a:lnTo>
                  <a:lnTo>
                    <a:pt x="1029" y="1"/>
                  </a:ln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687;p63">
              <a:extLst>
                <a:ext uri="{FF2B5EF4-FFF2-40B4-BE49-F238E27FC236}">
                  <a16:creationId xmlns:a16="http://schemas.microsoft.com/office/drawing/2014/main" id="{607C0CCC-B2FB-158C-58A7-8A39E84D08E3}"/>
                </a:ext>
              </a:extLst>
            </p:cNvPr>
            <p:cNvSpPr/>
            <p:nvPr/>
          </p:nvSpPr>
          <p:spPr>
            <a:xfrm>
              <a:off x="7473022" y="2067722"/>
              <a:ext cx="79027" cy="79027"/>
            </a:xfrm>
            <a:custGeom>
              <a:avLst/>
              <a:gdLst/>
              <a:ahLst/>
              <a:cxnLst/>
              <a:rect l="l" t="t" r="r" b="b"/>
              <a:pathLst>
                <a:path w="1960" h="1960" extrusionOk="0">
                  <a:moveTo>
                    <a:pt x="988" y="1"/>
                  </a:moveTo>
                  <a:cubicBezTo>
                    <a:pt x="444" y="1"/>
                    <a:pt x="1" y="430"/>
                    <a:pt x="1" y="973"/>
                  </a:cubicBezTo>
                  <a:cubicBezTo>
                    <a:pt x="1" y="1516"/>
                    <a:pt x="444" y="1960"/>
                    <a:pt x="988" y="1960"/>
                  </a:cubicBezTo>
                  <a:cubicBezTo>
                    <a:pt x="1531" y="1960"/>
                    <a:pt x="1960" y="1516"/>
                    <a:pt x="1960" y="973"/>
                  </a:cubicBezTo>
                  <a:cubicBezTo>
                    <a:pt x="1960" y="430"/>
                    <a:pt x="1531" y="1"/>
                    <a:pt x="988" y="1"/>
                  </a:cubicBezTo>
                  <a:close/>
                </a:path>
              </a:pathLst>
            </a:custGeom>
            <a:solidFill>
              <a:srgbClr val="FFCC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710;p63">
            <a:extLst>
              <a:ext uri="{FF2B5EF4-FFF2-40B4-BE49-F238E27FC236}">
                <a16:creationId xmlns:a16="http://schemas.microsoft.com/office/drawing/2014/main" id="{9B99373A-7266-6CAA-2B14-DC06DF6DEFA1}"/>
              </a:ext>
            </a:extLst>
          </p:cNvPr>
          <p:cNvGrpSpPr/>
          <p:nvPr/>
        </p:nvGrpSpPr>
        <p:grpSpPr>
          <a:xfrm>
            <a:off x="7180432" y="2463764"/>
            <a:ext cx="483914" cy="416567"/>
            <a:chOff x="2677740" y="2822130"/>
            <a:chExt cx="393597" cy="312393"/>
          </a:xfrm>
        </p:grpSpPr>
        <p:sp>
          <p:nvSpPr>
            <p:cNvPr id="24" name="Google Shape;2711;p63">
              <a:extLst>
                <a:ext uri="{FF2B5EF4-FFF2-40B4-BE49-F238E27FC236}">
                  <a16:creationId xmlns:a16="http://schemas.microsoft.com/office/drawing/2014/main" id="{9E58A60A-C130-5C00-9B98-F3E81A189A4B}"/>
                </a:ext>
              </a:extLst>
            </p:cNvPr>
            <p:cNvSpPr/>
            <p:nvPr/>
          </p:nvSpPr>
          <p:spPr>
            <a:xfrm>
              <a:off x="2820630" y="2844587"/>
              <a:ext cx="121081" cy="80156"/>
            </a:xfrm>
            <a:custGeom>
              <a:avLst/>
              <a:gdLst/>
              <a:ahLst/>
              <a:cxnLst/>
              <a:rect l="l" t="t" r="r" b="b"/>
              <a:pathLst>
                <a:path w="3003" h="1988" extrusionOk="0">
                  <a:moveTo>
                    <a:pt x="1" y="0"/>
                  </a:moveTo>
                  <a:lnTo>
                    <a:pt x="1" y="572"/>
                  </a:lnTo>
                  <a:cubicBezTo>
                    <a:pt x="487" y="572"/>
                    <a:pt x="887" y="959"/>
                    <a:pt x="887" y="1445"/>
                  </a:cubicBezTo>
                  <a:lnTo>
                    <a:pt x="887" y="1988"/>
                  </a:lnTo>
                  <a:lnTo>
                    <a:pt x="3002" y="1616"/>
                  </a:lnTo>
                  <a:lnTo>
                    <a:pt x="3002" y="1315"/>
                  </a:lnTo>
                  <a:cubicBezTo>
                    <a:pt x="3002" y="587"/>
                    <a:pt x="2402" y="0"/>
                    <a:pt x="1673" y="0"/>
                  </a:cubicBezTo>
                  <a:close/>
                </a:path>
              </a:pathLst>
            </a:custGeom>
            <a:solidFill>
              <a:srgbClr val="FFCC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712;p63">
              <a:extLst>
                <a:ext uri="{FF2B5EF4-FFF2-40B4-BE49-F238E27FC236}">
                  <a16:creationId xmlns:a16="http://schemas.microsoft.com/office/drawing/2014/main" id="{E016E9B2-8B4F-A548-9F96-04AB45EC6D86}"/>
                </a:ext>
              </a:extLst>
            </p:cNvPr>
            <p:cNvSpPr/>
            <p:nvPr/>
          </p:nvSpPr>
          <p:spPr>
            <a:xfrm>
              <a:off x="2820630" y="3054366"/>
              <a:ext cx="121081" cy="80156"/>
            </a:xfrm>
            <a:custGeom>
              <a:avLst/>
              <a:gdLst/>
              <a:ahLst/>
              <a:cxnLst/>
              <a:rect l="l" t="t" r="r" b="b"/>
              <a:pathLst>
                <a:path w="3003" h="1988" extrusionOk="0">
                  <a:moveTo>
                    <a:pt x="887" y="0"/>
                  </a:moveTo>
                  <a:lnTo>
                    <a:pt x="887" y="543"/>
                  </a:lnTo>
                  <a:cubicBezTo>
                    <a:pt x="887" y="1016"/>
                    <a:pt x="487" y="1416"/>
                    <a:pt x="1" y="1416"/>
                  </a:cubicBezTo>
                  <a:lnTo>
                    <a:pt x="1" y="1988"/>
                  </a:lnTo>
                  <a:lnTo>
                    <a:pt x="1673" y="1988"/>
                  </a:lnTo>
                  <a:cubicBezTo>
                    <a:pt x="2402" y="1988"/>
                    <a:pt x="3002" y="1387"/>
                    <a:pt x="3002" y="658"/>
                  </a:cubicBezTo>
                  <a:lnTo>
                    <a:pt x="3002" y="372"/>
                  </a:lnTo>
                  <a:lnTo>
                    <a:pt x="887" y="0"/>
                  </a:lnTo>
                  <a:close/>
                </a:path>
              </a:pathLst>
            </a:custGeom>
            <a:solidFill>
              <a:srgbClr val="FFCC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713;p63">
              <a:extLst>
                <a:ext uri="{FF2B5EF4-FFF2-40B4-BE49-F238E27FC236}">
                  <a16:creationId xmlns:a16="http://schemas.microsoft.com/office/drawing/2014/main" id="{D86CA351-2572-8098-D4B0-D62FC31C1C92}"/>
                </a:ext>
              </a:extLst>
            </p:cNvPr>
            <p:cNvSpPr/>
            <p:nvPr/>
          </p:nvSpPr>
          <p:spPr>
            <a:xfrm>
              <a:off x="2677740" y="2917806"/>
              <a:ext cx="96849" cy="144104"/>
            </a:xfrm>
            <a:custGeom>
              <a:avLst/>
              <a:gdLst/>
              <a:ahLst/>
              <a:cxnLst/>
              <a:rect l="l" t="t" r="r" b="b"/>
              <a:pathLst>
                <a:path w="2402" h="3574" extrusionOk="0">
                  <a:moveTo>
                    <a:pt x="0" y="0"/>
                  </a:moveTo>
                  <a:lnTo>
                    <a:pt x="0" y="814"/>
                  </a:lnTo>
                  <a:cubicBezTo>
                    <a:pt x="0" y="1201"/>
                    <a:pt x="185" y="1558"/>
                    <a:pt x="471" y="1786"/>
                  </a:cubicBezTo>
                  <a:cubicBezTo>
                    <a:pt x="185" y="2015"/>
                    <a:pt x="0" y="2373"/>
                    <a:pt x="0" y="2758"/>
                  </a:cubicBezTo>
                  <a:lnTo>
                    <a:pt x="0" y="3574"/>
                  </a:lnTo>
                  <a:lnTo>
                    <a:pt x="1144" y="3574"/>
                  </a:lnTo>
                  <a:cubicBezTo>
                    <a:pt x="1843" y="3574"/>
                    <a:pt x="2401" y="3016"/>
                    <a:pt x="2401" y="2316"/>
                  </a:cubicBezTo>
                  <a:lnTo>
                    <a:pt x="2401" y="1258"/>
                  </a:lnTo>
                  <a:cubicBezTo>
                    <a:pt x="2401" y="557"/>
                    <a:pt x="1843" y="0"/>
                    <a:pt x="1144" y="0"/>
                  </a:cubicBezTo>
                  <a:close/>
                </a:path>
              </a:pathLst>
            </a:custGeom>
            <a:solidFill>
              <a:srgbClr val="FFCC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14;p63">
              <a:extLst>
                <a:ext uri="{FF2B5EF4-FFF2-40B4-BE49-F238E27FC236}">
                  <a16:creationId xmlns:a16="http://schemas.microsoft.com/office/drawing/2014/main" id="{5CAB3C82-DB8F-8724-8F6B-9B10A79E6CE2}"/>
                </a:ext>
              </a:extLst>
            </p:cNvPr>
            <p:cNvSpPr/>
            <p:nvPr/>
          </p:nvSpPr>
          <p:spPr>
            <a:xfrm>
              <a:off x="2931305" y="2890672"/>
              <a:ext cx="140031" cy="197770"/>
            </a:xfrm>
            <a:custGeom>
              <a:avLst/>
              <a:gdLst/>
              <a:ahLst/>
              <a:cxnLst/>
              <a:rect l="l" t="t" r="r" b="b"/>
              <a:pathLst>
                <a:path w="3473" h="4905" extrusionOk="0">
                  <a:moveTo>
                    <a:pt x="443" y="1"/>
                  </a:moveTo>
                  <a:cubicBezTo>
                    <a:pt x="157" y="816"/>
                    <a:pt x="0" y="1645"/>
                    <a:pt x="0" y="2459"/>
                  </a:cubicBezTo>
                  <a:cubicBezTo>
                    <a:pt x="0" y="3260"/>
                    <a:pt x="157" y="4089"/>
                    <a:pt x="443" y="4904"/>
                  </a:cubicBezTo>
                  <a:cubicBezTo>
                    <a:pt x="1144" y="4761"/>
                    <a:pt x="1830" y="4375"/>
                    <a:pt x="2459" y="3774"/>
                  </a:cubicBezTo>
                  <a:cubicBezTo>
                    <a:pt x="3044" y="3189"/>
                    <a:pt x="3387" y="2617"/>
                    <a:pt x="3387" y="2602"/>
                  </a:cubicBezTo>
                  <a:lnTo>
                    <a:pt x="3473" y="2459"/>
                  </a:lnTo>
                  <a:lnTo>
                    <a:pt x="3387" y="2316"/>
                  </a:lnTo>
                  <a:cubicBezTo>
                    <a:pt x="3387" y="2288"/>
                    <a:pt x="3044" y="1716"/>
                    <a:pt x="2459" y="1144"/>
                  </a:cubicBezTo>
                  <a:cubicBezTo>
                    <a:pt x="1830" y="530"/>
                    <a:pt x="1144" y="144"/>
                    <a:pt x="443" y="1"/>
                  </a:cubicBezTo>
                  <a:close/>
                </a:path>
              </a:pathLst>
            </a:custGeom>
            <a:solidFill>
              <a:srgbClr val="FFCC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715;p63">
              <a:extLst>
                <a:ext uri="{FF2B5EF4-FFF2-40B4-BE49-F238E27FC236}">
                  <a16:creationId xmlns:a16="http://schemas.microsoft.com/office/drawing/2014/main" id="{01F18D0B-2BCF-9C1F-66A4-CAEDE13B780B}"/>
                </a:ext>
              </a:extLst>
            </p:cNvPr>
            <p:cNvSpPr/>
            <p:nvPr/>
          </p:nvSpPr>
          <p:spPr>
            <a:xfrm>
              <a:off x="2748580" y="2888373"/>
              <a:ext cx="223091" cy="202366"/>
            </a:xfrm>
            <a:custGeom>
              <a:avLst/>
              <a:gdLst/>
              <a:ahLst/>
              <a:cxnLst/>
              <a:rect l="l" t="t" r="r" b="b"/>
              <a:pathLst>
                <a:path w="5533" h="5019" extrusionOk="0">
                  <a:moveTo>
                    <a:pt x="4403" y="1"/>
                  </a:moveTo>
                  <a:cubicBezTo>
                    <a:pt x="3360" y="1"/>
                    <a:pt x="2287" y="401"/>
                    <a:pt x="1316" y="1173"/>
                  </a:cubicBezTo>
                  <a:cubicBezTo>
                    <a:pt x="572" y="1745"/>
                    <a:pt x="143" y="2316"/>
                    <a:pt x="130" y="2345"/>
                  </a:cubicBezTo>
                  <a:lnTo>
                    <a:pt x="1" y="2516"/>
                  </a:lnTo>
                  <a:lnTo>
                    <a:pt x="130" y="2688"/>
                  </a:lnTo>
                  <a:cubicBezTo>
                    <a:pt x="143" y="2703"/>
                    <a:pt x="572" y="3275"/>
                    <a:pt x="1316" y="3846"/>
                  </a:cubicBezTo>
                  <a:cubicBezTo>
                    <a:pt x="2287" y="4618"/>
                    <a:pt x="3360" y="5018"/>
                    <a:pt x="4403" y="5018"/>
                  </a:cubicBezTo>
                  <a:cubicBezTo>
                    <a:pt x="4775" y="5018"/>
                    <a:pt x="5161" y="4946"/>
                    <a:pt x="5533" y="4803"/>
                  </a:cubicBezTo>
                  <a:cubicBezTo>
                    <a:pt x="5247" y="4032"/>
                    <a:pt x="5104" y="3275"/>
                    <a:pt x="5104" y="2516"/>
                  </a:cubicBezTo>
                  <a:cubicBezTo>
                    <a:pt x="5104" y="1759"/>
                    <a:pt x="5247" y="988"/>
                    <a:pt x="5533" y="216"/>
                  </a:cubicBezTo>
                  <a:cubicBezTo>
                    <a:pt x="5161" y="73"/>
                    <a:pt x="4775" y="1"/>
                    <a:pt x="4403" y="1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716;p63">
              <a:extLst>
                <a:ext uri="{FF2B5EF4-FFF2-40B4-BE49-F238E27FC236}">
                  <a16:creationId xmlns:a16="http://schemas.microsoft.com/office/drawing/2014/main" id="{08532C8B-F19B-A0B3-64CF-654CFA663B24}"/>
                </a:ext>
              </a:extLst>
            </p:cNvPr>
            <p:cNvSpPr/>
            <p:nvPr/>
          </p:nvSpPr>
          <p:spPr>
            <a:xfrm>
              <a:off x="2983720" y="2955827"/>
              <a:ext cx="23063" cy="23103"/>
            </a:xfrm>
            <a:custGeom>
              <a:avLst/>
              <a:gdLst/>
              <a:ahLst/>
              <a:cxnLst/>
              <a:rect l="l" t="t" r="r" b="b"/>
              <a:pathLst>
                <a:path w="572" h="573" extrusionOk="0">
                  <a:moveTo>
                    <a:pt x="0" y="1"/>
                  </a:moveTo>
                  <a:lnTo>
                    <a:pt x="0" y="572"/>
                  </a:lnTo>
                  <a:lnTo>
                    <a:pt x="572" y="572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717;p63">
              <a:extLst>
                <a:ext uri="{FF2B5EF4-FFF2-40B4-BE49-F238E27FC236}">
                  <a16:creationId xmlns:a16="http://schemas.microsoft.com/office/drawing/2014/main" id="{8AB78C34-DF94-A010-7753-BFE15766DC84}"/>
                </a:ext>
              </a:extLst>
            </p:cNvPr>
            <p:cNvSpPr/>
            <p:nvPr/>
          </p:nvSpPr>
          <p:spPr>
            <a:xfrm>
              <a:off x="3005048" y="2853256"/>
              <a:ext cx="23103" cy="23103"/>
            </a:xfrm>
            <a:custGeom>
              <a:avLst/>
              <a:gdLst/>
              <a:ahLst/>
              <a:cxnLst/>
              <a:rect l="l" t="t" r="r" b="b"/>
              <a:pathLst>
                <a:path w="573" h="573" extrusionOk="0">
                  <a:moveTo>
                    <a:pt x="1" y="0"/>
                  </a:moveTo>
                  <a:lnTo>
                    <a:pt x="1" y="572"/>
                  </a:lnTo>
                  <a:lnTo>
                    <a:pt x="572" y="572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A56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718;p63">
              <a:extLst>
                <a:ext uri="{FF2B5EF4-FFF2-40B4-BE49-F238E27FC236}">
                  <a16:creationId xmlns:a16="http://schemas.microsoft.com/office/drawing/2014/main" id="{02986E29-DA99-DCB9-624C-E2C8872D2510}"/>
                </a:ext>
              </a:extLst>
            </p:cNvPr>
            <p:cNvSpPr/>
            <p:nvPr/>
          </p:nvSpPr>
          <p:spPr>
            <a:xfrm>
              <a:off x="3036175" y="2883777"/>
              <a:ext cx="23103" cy="23103"/>
            </a:xfrm>
            <a:custGeom>
              <a:avLst/>
              <a:gdLst/>
              <a:ahLst/>
              <a:cxnLst/>
              <a:rect l="l" t="t" r="r" b="b"/>
              <a:pathLst>
                <a:path w="573" h="573" extrusionOk="0">
                  <a:moveTo>
                    <a:pt x="1" y="0"/>
                  </a:moveTo>
                  <a:lnTo>
                    <a:pt x="1" y="572"/>
                  </a:lnTo>
                  <a:lnTo>
                    <a:pt x="572" y="572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A56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719;p63">
              <a:extLst>
                <a:ext uri="{FF2B5EF4-FFF2-40B4-BE49-F238E27FC236}">
                  <a16:creationId xmlns:a16="http://schemas.microsoft.com/office/drawing/2014/main" id="{24A0123C-511E-AA70-A2E0-280E35D1BFEF}"/>
                </a:ext>
              </a:extLst>
            </p:cNvPr>
            <p:cNvSpPr/>
            <p:nvPr/>
          </p:nvSpPr>
          <p:spPr>
            <a:xfrm>
              <a:off x="3036175" y="2822130"/>
              <a:ext cx="23103" cy="23103"/>
            </a:xfrm>
            <a:custGeom>
              <a:avLst/>
              <a:gdLst/>
              <a:ahLst/>
              <a:cxnLst/>
              <a:rect l="l" t="t" r="r" b="b"/>
              <a:pathLst>
                <a:path w="573" h="573" extrusionOk="0">
                  <a:moveTo>
                    <a:pt x="1" y="1"/>
                  </a:moveTo>
                  <a:lnTo>
                    <a:pt x="1" y="572"/>
                  </a:lnTo>
                  <a:lnTo>
                    <a:pt x="572" y="572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rgbClr val="2A56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720;p63">
              <a:extLst>
                <a:ext uri="{FF2B5EF4-FFF2-40B4-BE49-F238E27FC236}">
                  <a16:creationId xmlns:a16="http://schemas.microsoft.com/office/drawing/2014/main" id="{6FBFB27B-6D1C-BD56-25A1-0E6F0B2C3A65}"/>
                </a:ext>
              </a:extLst>
            </p:cNvPr>
            <p:cNvSpPr/>
            <p:nvPr/>
          </p:nvSpPr>
          <p:spPr>
            <a:xfrm>
              <a:off x="2983720" y="2955827"/>
              <a:ext cx="23063" cy="23103"/>
            </a:xfrm>
            <a:custGeom>
              <a:avLst/>
              <a:gdLst/>
              <a:ahLst/>
              <a:cxnLst/>
              <a:rect l="l" t="t" r="r" b="b"/>
              <a:pathLst>
                <a:path w="572" h="573" extrusionOk="0">
                  <a:moveTo>
                    <a:pt x="0" y="1"/>
                  </a:moveTo>
                  <a:lnTo>
                    <a:pt x="0" y="572"/>
                  </a:lnTo>
                  <a:lnTo>
                    <a:pt x="572" y="572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721;p63">
              <a:extLst>
                <a:ext uri="{FF2B5EF4-FFF2-40B4-BE49-F238E27FC236}">
                  <a16:creationId xmlns:a16="http://schemas.microsoft.com/office/drawing/2014/main" id="{8F133C45-860C-ECD3-913D-815E2E857FAA}"/>
                </a:ext>
              </a:extLst>
            </p:cNvPr>
            <p:cNvSpPr/>
            <p:nvPr/>
          </p:nvSpPr>
          <p:spPr>
            <a:xfrm>
              <a:off x="3005048" y="2853256"/>
              <a:ext cx="23103" cy="23103"/>
            </a:xfrm>
            <a:custGeom>
              <a:avLst/>
              <a:gdLst/>
              <a:ahLst/>
              <a:cxnLst/>
              <a:rect l="l" t="t" r="r" b="b"/>
              <a:pathLst>
                <a:path w="573" h="573" extrusionOk="0">
                  <a:moveTo>
                    <a:pt x="1" y="0"/>
                  </a:moveTo>
                  <a:lnTo>
                    <a:pt x="1" y="572"/>
                  </a:lnTo>
                  <a:lnTo>
                    <a:pt x="572" y="572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A56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722;p63">
              <a:extLst>
                <a:ext uri="{FF2B5EF4-FFF2-40B4-BE49-F238E27FC236}">
                  <a16:creationId xmlns:a16="http://schemas.microsoft.com/office/drawing/2014/main" id="{810B78DA-EC58-C95C-6E89-274987278570}"/>
                </a:ext>
              </a:extLst>
            </p:cNvPr>
            <p:cNvSpPr/>
            <p:nvPr/>
          </p:nvSpPr>
          <p:spPr>
            <a:xfrm>
              <a:off x="3036175" y="2883777"/>
              <a:ext cx="23103" cy="23103"/>
            </a:xfrm>
            <a:custGeom>
              <a:avLst/>
              <a:gdLst/>
              <a:ahLst/>
              <a:cxnLst/>
              <a:rect l="l" t="t" r="r" b="b"/>
              <a:pathLst>
                <a:path w="573" h="573" extrusionOk="0">
                  <a:moveTo>
                    <a:pt x="1" y="0"/>
                  </a:moveTo>
                  <a:lnTo>
                    <a:pt x="1" y="572"/>
                  </a:lnTo>
                  <a:lnTo>
                    <a:pt x="572" y="572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A56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723;p63">
              <a:extLst>
                <a:ext uri="{FF2B5EF4-FFF2-40B4-BE49-F238E27FC236}">
                  <a16:creationId xmlns:a16="http://schemas.microsoft.com/office/drawing/2014/main" id="{95A8ECE3-1387-C52C-ADF4-514C4FE02388}"/>
                </a:ext>
              </a:extLst>
            </p:cNvPr>
            <p:cNvSpPr/>
            <p:nvPr/>
          </p:nvSpPr>
          <p:spPr>
            <a:xfrm>
              <a:off x="3036175" y="2822130"/>
              <a:ext cx="23103" cy="23103"/>
            </a:xfrm>
            <a:custGeom>
              <a:avLst/>
              <a:gdLst/>
              <a:ahLst/>
              <a:cxnLst/>
              <a:rect l="l" t="t" r="r" b="b"/>
              <a:pathLst>
                <a:path w="573" h="573" extrusionOk="0">
                  <a:moveTo>
                    <a:pt x="1" y="1"/>
                  </a:moveTo>
                  <a:lnTo>
                    <a:pt x="1" y="572"/>
                  </a:lnTo>
                  <a:lnTo>
                    <a:pt x="572" y="572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rgbClr val="2A56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" name="Google Shape;1808;p56">
            <a:extLst>
              <a:ext uri="{FF2B5EF4-FFF2-40B4-BE49-F238E27FC236}">
                <a16:creationId xmlns:a16="http://schemas.microsoft.com/office/drawing/2014/main" id="{799ED77D-38ED-C921-D701-670795CC0FD4}"/>
              </a:ext>
            </a:extLst>
          </p:cNvPr>
          <p:cNvGrpSpPr/>
          <p:nvPr/>
        </p:nvGrpSpPr>
        <p:grpSpPr>
          <a:xfrm>
            <a:off x="5329102" y="2479167"/>
            <a:ext cx="374689" cy="433879"/>
            <a:chOff x="4061967" y="4209866"/>
            <a:chExt cx="339454" cy="393077"/>
          </a:xfrm>
        </p:grpSpPr>
        <p:sp>
          <p:nvSpPr>
            <p:cNvPr id="45" name="Google Shape;1809;p56">
              <a:extLst>
                <a:ext uri="{FF2B5EF4-FFF2-40B4-BE49-F238E27FC236}">
                  <a16:creationId xmlns:a16="http://schemas.microsoft.com/office/drawing/2014/main" id="{5C0153E2-2EE4-247C-EE82-0A2A69E2EF21}"/>
                </a:ext>
              </a:extLst>
            </p:cNvPr>
            <p:cNvSpPr/>
            <p:nvPr/>
          </p:nvSpPr>
          <p:spPr>
            <a:xfrm>
              <a:off x="4061967" y="4209866"/>
              <a:ext cx="339454" cy="203455"/>
            </a:xfrm>
            <a:custGeom>
              <a:avLst/>
              <a:gdLst/>
              <a:ahLst/>
              <a:cxnLst/>
              <a:rect l="l" t="t" r="r" b="b"/>
              <a:pathLst>
                <a:path w="8419" h="5046" extrusionOk="0">
                  <a:moveTo>
                    <a:pt x="5404" y="0"/>
                  </a:moveTo>
                  <a:cubicBezTo>
                    <a:pt x="4989" y="0"/>
                    <a:pt x="4588" y="115"/>
                    <a:pt x="4245" y="343"/>
                  </a:cubicBezTo>
                  <a:cubicBezTo>
                    <a:pt x="3988" y="500"/>
                    <a:pt x="3774" y="700"/>
                    <a:pt x="3616" y="957"/>
                  </a:cubicBezTo>
                  <a:cubicBezTo>
                    <a:pt x="3374" y="843"/>
                    <a:pt x="3102" y="772"/>
                    <a:pt x="2831" y="772"/>
                  </a:cubicBezTo>
                  <a:cubicBezTo>
                    <a:pt x="1844" y="772"/>
                    <a:pt x="1044" y="1529"/>
                    <a:pt x="958" y="2472"/>
                  </a:cubicBezTo>
                  <a:cubicBezTo>
                    <a:pt x="401" y="2659"/>
                    <a:pt x="1" y="3216"/>
                    <a:pt x="58" y="3845"/>
                  </a:cubicBezTo>
                  <a:cubicBezTo>
                    <a:pt x="115" y="4531"/>
                    <a:pt x="701" y="5045"/>
                    <a:pt x="1387" y="5045"/>
                  </a:cubicBezTo>
                  <a:lnTo>
                    <a:pt x="6732" y="5045"/>
                  </a:lnTo>
                  <a:cubicBezTo>
                    <a:pt x="7619" y="5045"/>
                    <a:pt x="8390" y="4317"/>
                    <a:pt x="8405" y="3431"/>
                  </a:cubicBezTo>
                  <a:cubicBezTo>
                    <a:pt x="8419" y="2802"/>
                    <a:pt x="8091" y="2230"/>
                    <a:pt x="7548" y="1944"/>
                  </a:cubicBezTo>
                  <a:cubicBezTo>
                    <a:pt x="7490" y="1443"/>
                    <a:pt x="7276" y="972"/>
                    <a:pt x="6919" y="614"/>
                  </a:cubicBezTo>
                  <a:cubicBezTo>
                    <a:pt x="6504" y="214"/>
                    <a:pt x="5975" y="0"/>
                    <a:pt x="54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810;p56">
              <a:extLst>
                <a:ext uri="{FF2B5EF4-FFF2-40B4-BE49-F238E27FC236}">
                  <a16:creationId xmlns:a16="http://schemas.microsoft.com/office/drawing/2014/main" id="{9F1E70DD-BF37-42A1-2ADB-131810572DB5}"/>
                </a:ext>
              </a:extLst>
            </p:cNvPr>
            <p:cNvSpPr/>
            <p:nvPr/>
          </p:nvSpPr>
          <p:spPr>
            <a:xfrm>
              <a:off x="4159941" y="4305503"/>
              <a:ext cx="144668" cy="297441"/>
            </a:xfrm>
            <a:custGeom>
              <a:avLst/>
              <a:gdLst/>
              <a:ahLst/>
              <a:cxnLst/>
              <a:rect l="l" t="t" r="r" b="b"/>
              <a:pathLst>
                <a:path w="3588" h="7377" extrusionOk="0">
                  <a:moveTo>
                    <a:pt x="2616" y="1"/>
                  </a:moveTo>
                  <a:lnTo>
                    <a:pt x="1" y="3788"/>
                  </a:lnTo>
                  <a:lnTo>
                    <a:pt x="1272" y="4388"/>
                  </a:lnTo>
                  <a:lnTo>
                    <a:pt x="973" y="7376"/>
                  </a:lnTo>
                  <a:lnTo>
                    <a:pt x="3588" y="3603"/>
                  </a:lnTo>
                  <a:lnTo>
                    <a:pt x="2316" y="2988"/>
                  </a:lnTo>
                  <a:lnTo>
                    <a:pt x="2616" y="1"/>
                  </a:lnTo>
                  <a:close/>
                </a:path>
              </a:pathLst>
            </a:custGeom>
            <a:solidFill>
              <a:srgbClr val="FFCC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2649;p63">
            <a:extLst>
              <a:ext uri="{FF2B5EF4-FFF2-40B4-BE49-F238E27FC236}">
                <a16:creationId xmlns:a16="http://schemas.microsoft.com/office/drawing/2014/main" id="{E4C476F4-8A3C-4775-0AAA-62F9580C9BD3}"/>
              </a:ext>
            </a:extLst>
          </p:cNvPr>
          <p:cNvGrpSpPr/>
          <p:nvPr/>
        </p:nvGrpSpPr>
        <p:grpSpPr>
          <a:xfrm>
            <a:off x="3357612" y="2436673"/>
            <a:ext cx="516106" cy="527204"/>
            <a:chOff x="4714326" y="2090220"/>
            <a:chExt cx="394249" cy="348156"/>
          </a:xfrm>
        </p:grpSpPr>
        <p:sp>
          <p:nvSpPr>
            <p:cNvPr id="48" name="Google Shape;2650;p63">
              <a:extLst>
                <a:ext uri="{FF2B5EF4-FFF2-40B4-BE49-F238E27FC236}">
                  <a16:creationId xmlns:a16="http://schemas.microsoft.com/office/drawing/2014/main" id="{652014ED-E613-7B5D-595C-F83BB1487252}"/>
                </a:ext>
              </a:extLst>
            </p:cNvPr>
            <p:cNvSpPr/>
            <p:nvPr/>
          </p:nvSpPr>
          <p:spPr>
            <a:xfrm>
              <a:off x="4899913" y="2325925"/>
              <a:ext cx="23103" cy="50763"/>
            </a:xfrm>
            <a:custGeom>
              <a:avLst/>
              <a:gdLst/>
              <a:ahLst/>
              <a:cxnLst/>
              <a:rect l="l" t="t" r="r" b="b"/>
              <a:pathLst>
                <a:path w="573" h="1259" extrusionOk="0">
                  <a:moveTo>
                    <a:pt x="0" y="0"/>
                  </a:moveTo>
                  <a:lnTo>
                    <a:pt x="0" y="1258"/>
                  </a:lnTo>
                  <a:lnTo>
                    <a:pt x="572" y="1258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774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651;p63">
              <a:extLst>
                <a:ext uri="{FF2B5EF4-FFF2-40B4-BE49-F238E27FC236}">
                  <a16:creationId xmlns:a16="http://schemas.microsoft.com/office/drawing/2014/main" id="{042834EC-0B6B-897D-3F9A-CC0F83E75E8E}"/>
                </a:ext>
              </a:extLst>
            </p:cNvPr>
            <p:cNvSpPr/>
            <p:nvPr/>
          </p:nvSpPr>
          <p:spPr>
            <a:xfrm>
              <a:off x="5002484" y="2325925"/>
              <a:ext cx="23103" cy="50763"/>
            </a:xfrm>
            <a:custGeom>
              <a:avLst/>
              <a:gdLst/>
              <a:ahLst/>
              <a:cxnLst/>
              <a:rect l="l" t="t" r="r" b="b"/>
              <a:pathLst>
                <a:path w="573" h="1259" extrusionOk="0">
                  <a:moveTo>
                    <a:pt x="1" y="0"/>
                  </a:moveTo>
                  <a:lnTo>
                    <a:pt x="1" y="1258"/>
                  </a:lnTo>
                  <a:lnTo>
                    <a:pt x="572" y="1258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774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652;p63">
              <a:extLst>
                <a:ext uri="{FF2B5EF4-FFF2-40B4-BE49-F238E27FC236}">
                  <a16:creationId xmlns:a16="http://schemas.microsoft.com/office/drawing/2014/main" id="{B2FC167D-2F0E-6F08-DEE8-4589E21DEE72}"/>
                </a:ext>
              </a:extLst>
            </p:cNvPr>
            <p:cNvSpPr/>
            <p:nvPr/>
          </p:nvSpPr>
          <p:spPr>
            <a:xfrm>
              <a:off x="4797342" y="2325925"/>
              <a:ext cx="23063" cy="50763"/>
            </a:xfrm>
            <a:custGeom>
              <a:avLst/>
              <a:gdLst/>
              <a:ahLst/>
              <a:cxnLst/>
              <a:rect l="l" t="t" r="r" b="b"/>
              <a:pathLst>
                <a:path w="572" h="1259" extrusionOk="0">
                  <a:moveTo>
                    <a:pt x="0" y="0"/>
                  </a:moveTo>
                  <a:lnTo>
                    <a:pt x="0" y="1258"/>
                  </a:lnTo>
                  <a:lnTo>
                    <a:pt x="572" y="1258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774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653;p63">
              <a:extLst>
                <a:ext uri="{FF2B5EF4-FFF2-40B4-BE49-F238E27FC236}">
                  <a16:creationId xmlns:a16="http://schemas.microsoft.com/office/drawing/2014/main" id="{020AAF84-7F1B-9AB5-D2DC-421AAD45AE8C}"/>
                </a:ext>
              </a:extLst>
            </p:cNvPr>
            <p:cNvSpPr/>
            <p:nvPr/>
          </p:nvSpPr>
          <p:spPr>
            <a:xfrm>
              <a:off x="4950634" y="2090220"/>
              <a:ext cx="157329" cy="247283"/>
            </a:xfrm>
            <a:custGeom>
              <a:avLst/>
              <a:gdLst/>
              <a:ahLst/>
              <a:cxnLst/>
              <a:rect l="l" t="t" r="r" b="b"/>
              <a:pathLst>
                <a:path w="3902" h="6133" extrusionOk="0">
                  <a:moveTo>
                    <a:pt x="1572" y="1"/>
                  </a:moveTo>
                  <a:lnTo>
                    <a:pt x="0" y="3359"/>
                  </a:lnTo>
                  <a:lnTo>
                    <a:pt x="686" y="6132"/>
                  </a:lnTo>
                  <a:lnTo>
                    <a:pt x="3902" y="6132"/>
                  </a:lnTo>
                  <a:lnTo>
                    <a:pt x="3373" y="4989"/>
                  </a:lnTo>
                  <a:lnTo>
                    <a:pt x="3902" y="4989"/>
                  </a:lnTo>
                  <a:lnTo>
                    <a:pt x="1572" y="1"/>
                  </a:lnTo>
                  <a:close/>
                </a:path>
              </a:pathLst>
            </a:custGeom>
            <a:solidFill>
              <a:srgbClr val="A2B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654;p63">
              <a:extLst>
                <a:ext uri="{FF2B5EF4-FFF2-40B4-BE49-F238E27FC236}">
                  <a16:creationId xmlns:a16="http://schemas.microsoft.com/office/drawing/2014/main" id="{2F1BCEAE-25E5-5724-F281-AB4A5503CBE7}"/>
                </a:ext>
              </a:extLst>
            </p:cNvPr>
            <p:cNvSpPr/>
            <p:nvPr/>
          </p:nvSpPr>
          <p:spPr>
            <a:xfrm>
              <a:off x="4714326" y="2090220"/>
              <a:ext cx="157974" cy="247283"/>
            </a:xfrm>
            <a:custGeom>
              <a:avLst/>
              <a:gdLst/>
              <a:ahLst/>
              <a:cxnLst/>
              <a:rect l="l" t="t" r="r" b="b"/>
              <a:pathLst>
                <a:path w="3918" h="6133" extrusionOk="0">
                  <a:moveTo>
                    <a:pt x="2345" y="1"/>
                  </a:moveTo>
                  <a:lnTo>
                    <a:pt x="1" y="4989"/>
                  </a:lnTo>
                  <a:lnTo>
                    <a:pt x="544" y="4989"/>
                  </a:lnTo>
                  <a:lnTo>
                    <a:pt x="1" y="6132"/>
                  </a:lnTo>
                  <a:lnTo>
                    <a:pt x="3216" y="6132"/>
                  </a:lnTo>
                  <a:lnTo>
                    <a:pt x="3917" y="3359"/>
                  </a:lnTo>
                  <a:lnTo>
                    <a:pt x="2345" y="1"/>
                  </a:lnTo>
                  <a:close/>
                </a:path>
              </a:pathLst>
            </a:custGeom>
            <a:solidFill>
              <a:srgbClr val="A2B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655;p63">
              <a:extLst>
                <a:ext uri="{FF2B5EF4-FFF2-40B4-BE49-F238E27FC236}">
                  <a16:creationId xmlns:a16="http://schemas.microsoft.com/office/drawing/2014/main" id="{B0EDE547-D66A-DD65-ABA9-CBE6FBDEFE72}"/>
                </a:ext>
              </a:extLst>
            </p:cNvPr>
            <p:cNvSpPr/>
            <p:nvPr/>
          </p:nvSpPr>
          <p:spPr>
            <a:xfrm>
              <a:off x="4820364" y="2090220"/>
              <a:ext cx="182166" cy="247283"/>
            </a:xfrm>
            <a:custGeom>
              <a:avLst/>
              <a:gdLst/>
              <a:ahLst/>
              <a:cxnLst/>
              <a:rect l="l" t="t" r="r" b="b"/>
              <a:pathLst>
                <a:path w="4518" h="6133" extrusionOk="0">
                  <a:moveTo>
                    <a:pt x="2259" y="1"/>
                  </a:moveTo>
                  <a:lnTo>
                    <a:pt x="1" y="4989"/>
                  </a:lnTo>
                  <a:lnTo>
                    <a:pt x="529" y="4989"/>
                  </a:lnTo>
                  <a:lnTo>
                    <a:pt x="1" y="6132"/>
                  </a:lnTo>
                  <a:lnTo>
                    <a:pt x="4518" y="6132"/>
                  </a:lnTo>
                  <a:lnTo>
                    <a:pt x="3974" y="4989"/>
                  </a:lnTo>
                  <a:lnTo>
                    <a:pt x="4518" y="4989"/>
                  </a:lnTo>
                  <a:lnTo>
                    <a:pt x="2259" y="1"/>
                  </a:ln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656;p63">
              <a:extLst>
                <a:ext uri="{FF2B5EF4-FFF2-40B4-BE49-F238E27FC236}">
                  <a16:creationId xmlns:a16="http://schemas.microsoft.com/office/drawing/2014/main" id="{5B9346D8-FAFE-4C35-4E7A-561E0315FB29}"/>
                </a:ext>
              </a:extLst>
            </p:cNvPr>
            <p:cNvSpPr/>
            <p:nvPr/>
          </p:nvSpPr>
          <p:spPr>
            <a:xfrm>
              <a:off x="4714890" y="2365115"/>
              <a:ext cx="393684" cy="73261"/>
            </a:xfrm>
            <a:custGeom>
              <a:avLst/>
              <a:gdLst/>
              <a:ahLst/>
              <a:cxnLst/>
              <a:rect l="l" t="t" r="r" b="b"/>
              <a:pathLst>
                <a:path w="9764" h="1817" extrusionOk="0">
                  <a:moveTo>
                    <a:pt x="1" y="0"/>
                  </a:moveTo>
                  <a:lnTo>
                    <a:pt x="1" y="1816"/>
                  </a:lnTo>
                  <a:lnTo>
                    <a:pt x="9764" y="1816"/>
                  </a:lnTo>
                  <a:lnTo>
                    <a:pt x="9764" y="0"/>
                  </a:ln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64253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8">
          <a:extLst>
            <a:ext uri="{FF2B5EF4-FFF2-40B4-BE49-F238E27FC236}">
              <a16:creationId xmlns:a16="http://schemas.microsoft.com/office/drawing/2014/main" id="{E1D34D7D-7EA0-2E00-1A03-26C55894D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48">
            <a:extLst>
              <a:ext uri="{FF2B5EF4-FFF2-40B4-BE49-F238E27FC236}">
                <a16:creationId xmlns:a16="http://schemas.microsoft.com/office/drawing/2014/main" id="{91F0FD3C-2361-32DC-4957-BEEAC6C85AA8}"/>
              </a:ext>
            </a:extLst>
          </p:cNvPr>
          <p:cNvSpPr/>
          <p:nvPr/>
        </p:nvSpPr>
        <p:spPr>
          <a:xfrm>
            <a:off x="1513763" y="404875"/>
            <a:ext cx="6116475" cy="843325"/>
          </a:xfrm>
          <a:custGeom>
            <a:avLst/>
            <a:gdLst/>
            <a:ahLst/>
            <a:cxnLst/>
            <a:rect l="l" t="t" r="r" b="b"/>
            <a:pathLst>
              <a:path w="244659" h="33733" extrusionOk="0">
                <a:moveTo>
                  <a:pt x="3896" y="4933"/>
                </a:moveTo>
                <a:lnTo>
                  <a:pt x="9611" y="0"/>
                </a:lnTo>
                <a:lnTo>
                  <a:pt x="97335" y="648"/>
                </a:lnTo>
                <a:lnTo>
                  <a:pt x="175247" y="1214"/>
                </a:lnTo>
                <a:lnTo>
                  <a:pt x="239843" y="931"/>
                </a:lnTo>
                <a:lnTo>
                  <a:pt x="244376" y="6881"/>
                </a:lnTo>
                <a:lnTo>
                  <a:pt x="244659" y="21330"/>
                </a:lnTo>
                <a:lnTo>
                  <a:pt x="240693" y="28979"/>
                </a:lnTo>
                <a:lnTo>
                  <a:pt x="235027" y="32946"/>
                </a:lnTo>
                <a:lnTo>
                  <a:pt x="164481" y="32946"/>
                </a:lnTo>
                <a:lnTo>
                  <a:pt x="91102" y="32662"/>
                </a:lnTo>
                <a:lnTo>
                  <a:pt x="11169" y="33733"/>
                </a:lnTo>
                <a:lnTo>
                  <a:pt x="2858" y="28482"/>
                </a:lnTo>
                <a:lnTo>
                  <a:pt x="0" y="13844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5400000" algn="bl" rotWithShape="0">
              <a:srgbClr val="9A80C1">
                <a:alpha val="8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00" name="Google Shape;1400;p48">
            <a:extLst>
              <a:ext uri="{FF2B5EF4-FFF2-40B4-BE49-F238E27FC236}">
                <a16:creationId xmlns:a16="http://schemas.microsoft.com/office/drawing/2014/main" id="{3C200E6D-8814-F565-3540-55732AFB5B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Geospatial</a:t>
            </a:r>
            <a:r>
              <a:rPr lang="pl-PL" dirty="0"/>
              <a:t> </a:t>
            </a:r>
            <a:r>
              <a:rPr lang="pl-PL" dirty="0" err="1"/>
              <a:t>Insights</a:t>
            </a:r>
            <a:endParaRPr dirty="0"/>
          </a:p>
        </p:txBody>
      </p:sp>
      <p:sp>
        <p:nvSpPr>
          <p:cNvPr id="1401" name="Google Shape;1401;p48">
            <a:extLst>
              <a:ext uri="{FF2B5EF4-FFF2-40B4-BE49-F238E27FC236}">
                <a16:creationId xmlns:a16="http://schemas.microsoft.com/office/drawing/2014/main" id="{3B7497B9-373E-AC70-E48B-AB7292EBA100}"/>
              </a:ext>
            </a:extLst>
          </p:cNvPr>
          <p:cNvSpPr/>
          <p:nvPr/>
        </p:nvSpPr>
        <p:spPr>
          <a:xfrm flipH="1">
            <a:off x="654344" y="2724029"/>
            <a:ext cx="2776148" cy="471887"/>
          </a:xfrm>
          <a:custGeom>
            <a:avLst/>
            <a:gdLst/>
            <a:ahLst/>
            <a:cxnLst/>
            <a:rect l="l" t="t" r="r" b="b"/>
            <a:pathLst>
              <a:path w="154049" h="17797" extrusionOk="0">
                <a:moveTo>
                  <a:pt x="3238" y="2578"/>
                </a:moveTo>
                <a:lnTo>
                  <a:pt x="7988" y="0"/>
                </a:lnTo>
                <a:lnTo>
                  <a:pt x="64769" y="249"/>
                </a:lnTo>
                <a:lnTo>
                  <a:pt x="83984" y="915"/>
                </a:lnTo>
                <a:lnTo>
                  <a:pt x="148029" y="536"/>
                </a:lnTo>
                <a:lnTo>
                  <a:pt x="151890" y="3318"/>
                </a:lnTo>
                <a:lnTo>
                  <a:pt x="154049" y="8715"/>
                </a:lnTo>
                <a:lnTo>
                  <a:pt x="151776" y="16300"/>
                </a:lnTo>
                <a:lnTo>
                  <a:pt x="144868" y="17797"/>
                </a:lnTo>
                <a:lnTo>
                  <a:pt x="110324" y="17797"/>
                </a:lnTo>
                <a:lnTo>
                  <a:pt x="80098" y="17215"/>
                </a:lnTo>
                <a:lnTo>
                  <a:pt x="9283" y="17631"/>
                </a:lnTo>
                <a:lnTo>
                  <a:pt x="2375" y="14886"/>
                </a:lnTo>
                <a:lnTo>
                  <a:pt x="0" y="7235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0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02" name="Google Shape;1402;p48">
            <a:extLst>
              <a:ext uri="{FF2B5EF4-FFF2-40B4-BE49-F238E27FC236}">
                <a16:creationId xmlns:a16="http://schemas.microsoft.com/office/drawing/2014/main" id="{90698EFB-0DA2-AD01-AF1F-48EE833FF27C}"/>
              </a:ext>
            </a:extLst>
          </p:cNvPr>
          <p:cNvSpPr/>
          <p:nvPr/>
        </p:nvSpPr>
        <p:spPr>
          <a:xfrm flipH="1">
            <a:off x="654344" y="1464175"/>
            <a:ext cx="2776149" cy="471887"/>
          </a:xfrm>
          <a:custGeom>
            <a:avLst/>
            <a:gdLst/>
            <a:ahLst/>
            <a:cxnLst/>
            <a:rect l="l" t="t" r="r" b="b"/>
            <a:pathLst>
              <a:path w="154049" h="17797" extrusionOk="0">
                <a:moveTo>
                  <a:pt x="3238" y="2578"/>
                </a:moveTo>
                <a:lnTo>
                  <a:pt x="7988" y="0"/>
                </a:lnTo>
                <a:lnTo>
                  <a:pt x="64769" y="249"/>
                </a:lnTo>
                <a:lnTo>
                  <a:pt x="83984" y="915"/>
                </a:lnTo>
                <a:lnTo>
                  <a:pt x="148029" y="536"/>
                </a:lnTo>
                <a:lnTo>
                  <a:pt x="151890" y="3318"/>
                </a:lnTo>
                <a:lnTo>
                  <a:pt x="154049" y="8715"/>
                </a:lnTo>
                <a:lnTo>
                  <a:pt x="151776" y="16300"/>
                </a:lnTo>
                <a:lnTo>
                  <a:pt x="144868" y="17797"/>
                </a:lnTo>
                <a:lnTo>
                  <a:pt x="110324" y="17797"/>
                </a:lnTo>
                <a:lnTo>
                  <a:pt x="80098" y="17215"/>
                </a:lnTo>
                <a:lnTo>
                  <a:pt x="9283" y="17631"/>
                </a:lnTo>
                <a:lnTo>
                  <a:pt x="2375" y="14886"/>
                </a:lnTo>
                <a:lnTo>
                  <a:pt x="0" y="7235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0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03" name="Google Shape;1403;p48">
            <a:extLst>
              <a:ext uri="{FF2B5EF4-FFF2-40B4-BE49-F238E27FC236}">
                <a16:creationId xmlns:a16="http://schemas.microsoft.com/office/drawing/2014/main" id="{E80A13E3-CF33-E742-FF92-1E393F911C1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97250" y="3266976"/>
            <a:ext cx="3090020" cy="74510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High volume of Topic </a:t>
            </a:r>
            <a:r>
              <a:rPr lang="pl-PL" sz="1050" dirty="0"/>
              <a:t>3</a:t>
            </a:r>
            <a:r>
              <a:rPr lang="en-US" sz="1050" dirty="0"/>
              <a:t> („</a:t>
            </a:r>
            <a:r>
              <a:rPr lang="pl-PL" sz="1050" dirty="0" err="1"/>
              <a:t>Trails</a:t>
            </a:r>
            <a:r>
              <a:rPr lang="pl-PL" sz="1050" dirty="0"/>
              <a:t> &amp; </a:t>
            </a:r>
            <a:r>
              <a:rPr lang="pl-PL" sz="1050" dirty="0" err="1"/>
              <a:t>Tracks</a:t>
            </a:r>
            <a:r>
              <a:rPr lang="en-US" sz="1050" dirty="0"/>
              <a:t>"). </a:t>
            </a:r>
            <a:r>
              <a:rPr lang="pl-PL" sz="1050" dirty="0"/>
              <a:t>A bit less </a:t>
            </a:r>
            <a:r>
              <a:rPr lang="en-US" sz="1050" dirty="0"/>
              <a:t>"camping" </a:t>
            </a:r>
            <a:r>
              <a:rPr lang="pl-PL" sz="1050" dirty="0" err="1"/>
              <a:t>than</a:t>
            </a:r>
            <a:r>
              <a:rPr lang="pl-PL" sz="1050" dirty="0"/>
              <a:t> in WA, </a:t>
            </a:r>
            <a:r>
              <a:rPr lang="en-US" sz="1050" dirty="0"/>
              <a:t>"hiking/trails" and difficult terrain ("ravine", "steep hill"), reflecting the Sierra Nevada geography.</a:t>
            </a:r>
            <a:endParaRPr sz="1050" dirty="0"/>
          </a:p>
        </p:txBody>
      </p:sp>
      <p:sp>
        <p:nvSpPr>
          <p:cNvPr id="1404" name="Google Shape;1404;p48">
            <a:extLst>
              <a:ext uri="{FF2B5EF4-FFF2-40B4-BE49-F238E27FC236}">
                <a16:creationId xmlns:a16="http://schemas.microsoft.com/office/drawing/2014/main" id="{3664C4B4-F910-A932-CD94-B6DC8073014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2232" y="2795417"/>
            <a:ext cx="2641528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rPr>
              <a:t>California (CA) – The "Active Terrain"</a:t>
            </a:r>
            <a:endParaRPr sz="1200" dirty="0">
              <a:solidFill>
                <a:schemeClr val="lt1"/>
              </a:solidFill>
              <a:latin typeface="Freckle Face"/>
              <a:ea typeface="Freckle Face"/>
              <a:cs typeface="Freckle Face"/>
              <a:sym typeface="Freckle Face"/>
            </a:endParaRPr>
          </a:p>
        </p:txBody>
      </p:sp>
      <p:sp>
        <p:nvSpPr>
          <p:cNvPr id="1405" name="Google Shape;1405;p48">
            <a:extLst>
              <a:ext uri="{FF2B5EF4-FFF2-40B4-BE49-F238E27FC236}">
                <a16:creationId xmlns:a16="http://schemas.microsoft.com/office/drawing/2014/main" id="{1377D21F-9254-542F-73C2-A1E719ACE3E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46634" y="2007122"/>
            <a:ext cx="3140635" cy="67450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/>
              <a:t>WA shows a strong correlation with deep forest keywords ("national forest", „</a:t>
            </a:r>
            <a:r>
              <a:rPr lang="pl-PL" sz="1050" dirty="0" err="1"/>
              <a:t>campground</a:t>
            </a:r>
            <a:r>
              <a:rPr lang="en-US" sz="1050" dirty="0"/>
              <a:t>", „</a:t>
            </a:r>
            <a:r>
              <a:rPr lang="pl-PL" sz="1050" dirty="0" err="1"/>
              <a:t>wilderness</a:t>
            </a:r>
            <a:r>
              <a:rPr lang="en-US" sz="1050" dirty="0"/>
              <a:t>"), reflecting its dense Pacific Northwest geography.</a:t>
            </a:r>
            <a:endParaRPr sz="1050" dirty="0"/>
          </a:p>
        </p:txBody>
      </p:sp>
      <p:sp>
        <p:nvSpPr>
          <p:cNvPr id="1406" name="Google Shape;1406;p48">
            <a:extLst>
              <a:ext uri="{FF2B5EF4-FFF2-40B4-BE49-F238E27FC236}">
                <a16:creationId xmlns:a16="http://schemas.microsoft.com/office/drawing/2014/main" id="{E34B5A8A-48B3-3277-2DEF-A6932B202D8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2232" y="1535575"/>
            <a:ext cx="2641528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rPr>
              <a:t>Washington (WA) – The Wilderness Hub</a:t>
            </a:r>
            <a:endParaRPr sz="1100" dirty="0">
              <a:solidFill>
                <a:schemeClr val="lt1"/>
              </a:solidFill>
              <a:latin typeface="Freckle Face"/>
              <a:ea typeface="Freckle Face"/>
              <a:cs typeface="Freckle Face"/>
              <a:sym typeface="Freckle Face"/>
            </a:endParaRPr>
          </a:p>
        </p:txBody>
      </p:sp>
      <p:sp>
        <p:nvSpPr>
          <p:cNvPr id="1407" name="Google Shape;1407;p48">
            <a:extLst>
              <a:ext uri="{FF2B5EF4-FFF2-40B4-BE49-F238E27FC236}">
                <a16:creationId xmlns:a16="http://schemas.microsoft.com/office/drawing/2014/main" id="{240D6C8B-910C-C5E5-E60C-CFDECA60C52B}"/>
              </a:ext>
            </a:extLst>
          </p:cNvPr>
          <p:cNvSpPr/>
          <p:nvPr/>
        </p:nvSpPr>
        <p:spPr>
          <a:xfrm rot="10800000" flipH="1">
            <a:off x="654344" y="4036738"/>
            <a:ext cx="2832925" cy="471887"/>
          </a:xfrm>
          <a:custGeom>
            <a:avLst/>
            <a:gdLst/>
            <a:ahLst/>
            <a:cxnLst/>
            <a:rect l="l" t="t" r="r" b="b"/>
            <a:pathLst>
              <a:path w="154049" h="17797" extrusionOk="0">
                <a:moveTo>
                  <a:pt x="3238" y="2578"/>
                </a:moveTo>
                <a:lnTo>
                  <a:pt x="7988" y="0"/>
                </a:lnTo>
                <a:lnTo>
                  <a:pt x="64769" y="249"/>
                </a:lnTo>
                <a:lnTo>
                  <a:pt x="83984" y="915"/>
                </a:lnTo>
                <a:lnTo>
                  <a:pt x="148029" y="536"/>
                </a:lnTo>
                <a:lnTo>
                  <a:pt x="151890" y="3318"/>
                </a:lnTo>
                <a:lnTo>
                  <a:pt x="154049" y="8715"/>
                </a:lnTo>
                <a:lnTo>
                  <a:pt x="151776" y="16300"/>
                </a:lnTo>
                <a:lnTo>
                  <a:pt x="144868" y="17797"/>
                </a:lnTo>
                <a:lnTo>
                  <a:pt x="110324" y="17797"/>
                </a:lnTo>
                <a:lnTo>
                  <a:pt x="80098" y="17215"/>
                </a:lnTo>
                <a:lnTo>
                  <a:pt x="9283" y="17631"/>
                </a:lnTo>
                <a:lnTo>
                  <a:pt x="2375" y="14886"/>
                </a:lnTo>
                <a:lnTo>
                  <a:pt x="0" y="7235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0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08" name="Google Shape;1408;p48">
            <a:extLst>
              <a:ext uri="{FF2B5EF4-FFF2-40B4-BE49-F238E27FC236}">
                <a16:creationId xmlns:a16="http://schemas.microsoft.com/office/drawing/2014/main" id="{F3A2B493-CA5B-8E0E-4713-351B5A11AE0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97250" y="4588560"/>
            <a:ext cx="3033268" cy="42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100" dirty="0"/>
              <a:t>In </a:t>
            </a:r>
            <a:r>
              <a:rPr lang="pl-PL" sz="1100" dirty="0" err="1"/>
              <a:t>case</a:t>
            </a:r>
            <a:r>
              <a:rPr lang="pl-PL" sz="1100" dirty="0"/>
              <a:t> on Florida we </a:t>
            </a:r>
            <a:r>
              <a:rPr lang="pl-PL" sz="1100" dirty="0" err="1"/>
              <a:t>can</a:t>
            </a:r>
            <a:r>
              <a:rPr lang="pl-PL" sz="1100" dirty="0"/>
              <a:t> </a:t>
            </a:r>
            <a:r>
              <a:rPr lang="pl-PL" sz="1100" dirty="0" err="1"/>
              <a:t>see</a:t>
            </a:r>
            <a:r>
              <a:rPr lang="pl-PL" sz="1100" dirty="0"/>
              <a:t> a </a:t>
            </a:r>
            <a:r>
              <a:rPr lang="pl-PL" sz="1100" dirty="0" err="1"/>
              <a:t>dominance</a:t>
            </a:r>
            <a:r>
              <a:rPr lang="pl-PL" sz="1100" dirty="0"/>
              <a:t> of </a:t>
            </a:r>
            <a:r>
              <a:rPr lang="pl-PL" sz="1100" dirty="0" err="1"/>
              <a:t>Roadside</a:t>
            </a:r>
            <a:r>
              <a:rPr lang="pl-PL" sz="1100" dirty="0"/>
              <a:t> </a:t>
            </a:r>
            <a:r>
              <a:rPr lang="pl-PL" sz="1100" dirty="0" err="1"/>
              <a:t>crossings</a:t>
            </a:r>
            <a:endParaRPr sz="1100" dirty="0"/>
          </a:p>
        </p:txBody>
      </p:sp>
      <p:sp>
        <p:nvSpPr>
          <p:cNvPr id="1409" name="Google Shape;1409;p48">
            <a:extLst>
              <a:ext uri="{FF2B5EF4-FFF2-40B4-BE49-F238E27FC236}">
                <a16:creationId xmlns:a16="http://schemas.microsoft.com/office/drawing/2014/main" id="{81C066B4-6A32-5465-2726-9B32BFB90CC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2231" y="4108127"/>
            <a:ext cx="2775038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 dirty="0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rPr>
              <a:t>Florida (FL) – </a:t>
            </a:r>
            <a:r>
              <a:rPr lang="pl-PL" sz="1400" dirty="0" err="1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rPr>
              <a:t>Roadside</a:t>
            </a:r>
            <a:r>
              <a:rPr lang="pl-PL" sz="1400" dirty="0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rPr>
              <a:t> </a:t>
            </a:r>
            <a:r>
              <a:rPr lang="pl-PL" sz="1400" dirty="0" err="1">
                <a:solidFill>
                  <a:schemeClr val="lt1"/>
                </a:solidFill>
                <a:latin typeface="Freckle Face"/>
                <a:ea typeface="Freckle Face"/>
                <a:cs typeface="Freckle Face"/>
                <a:sym typeface="Freckle Face"/>
              </a:rPr>
              <a:t>Domination</a:t>
            </a:r>
            <a:endParaRPr sz="1400" dirty="0">
              <a:solidFill>
                <a:schemeClr val="lt1"/>
              </a:solidFill>
              <a:latin typeface="Freckle Face"/>
              <a:ea typeface="Freckle Face"/>
              <a:cs typeface="Freckle Face"/>
              <a:sym typeface="Freckle Face"/>
            </a:endParaRPr>
          </a:p>
        </p:txBody>
      </p:sp>
      <p:sp>
        <p:nvSpPr>
          <p:cNvPr id="1410" name="Google Shape;1410;p48">
            <a:extLst>
              <a:ext uri="{FF2B5EF4-FFF2-40B4-BE49-F238E27FC236}">
                <a16:creationId xmlns:a16="http://schemas.microsoft.com/office/drawing/2014/main" id="{B4503650-0CCA-4AF6-B53F-D1644C9BAB1C}"/>
              </a:ext>
            </a:extLst>
          </p:cNvPr>
          <p:cNvSpPr/>
          <p:nvPr/>
        </p:nvSpPr>
        <p:spPr>
          <a:xfrm>
            <a:off x="272555" y="1587600"/>
            <a:ext cx="249390" cy="225058"/>
          </a:xfrm>
          <a:custGeom>
            <a:avLst/>
            <a:gdLst/>
            <a:ahLst/>
            <a:cxnLst/>
            <a:rect l="l" t="t" r="r" b="b"/>
            <a:pathLst>
              <a:path w="52283" h="47182" extrusionOk="0">
                <a:moveTo>
                  <a:pt x="2915" y="7287"/>
                </a:moveTo>
                <a:lnTo>
                  <a:pt x="8562" y="0"/>
                </a:lnTo>
                <a:lnTo>
                  <a:pt x="42446" y="911"/>
                </a:lnTo>
                <a:lnTo>
                  <a:pt x="50643" y="5829"/>
                </a:lnTo>
                <a:lnTo>
                  <a:pt x="52283" y="16942"/>
                </a:lnTo>
                <a:lnTo>
                  <a:pt x="49550" y="38620"/>
                </a:lnTo>
                <a:lnTo>
                  <a:pt x="44085" y="46635"/>
                </a:lnTo>
                <a:lnTo>
                  <a:pt x="9837" y="47182"/>
                </a:lnTo>
                <a:lnTo>
                  <a:pt x="2733" y="39713"/>
                </a:lnTo>
                <a:lnTo>
                  <a:pt x="0" y="19674"/>
                </a:lnTo>
                <a:close/>
              </a:path>
            </a:pathLst>
          </a:custGeom>
          <a:solidFill>
            <a:schemeClr val="accent4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4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11" name="Google Shape;1411;p48">
            <a:extLst>
              <a:ext uri="{FF2B5EF4-FFF2-40B4-BE49-F238E27FC236}">
                <a16:creationId xmlns:a16="http://schemas.microsoft.com/office/drawing/2014/main" id="{0ACF8C72-D458-E7AC-D8D4-D49CF6FC65A2}"/>
              </a:ext>
            </a:extLst>
          </p:cNvPr>
          <p:cNvSpPr/>
          <p:nvPr/>
        </p:nvSpPr>
        <p:spPr>
          <a:xfrm>
            <a:off x="272567" y="2847441"/>
            <a:ext cx="249390" cy="225058"/>
          </a:xfrm>
          <a:custGeom>
            <a:avLst/>
            <a:gdLst/>
            <a:ahLst/>
            <a:cxnLst/>
            <a:rect l="l" t="t" r="r" b="b"/>
            <a:pathLst>
              <a:path w="52283" h="47182" extrusionOk="0">
                <a:moveTo>
                  <a:pt x="2915" y="7287"/>
                </a:moveTo>
                <a:lnTo>
                  <a:pt x="8562" y="0"/>
                </a:lnTo>
                <a:lnTo>
                  <a:pt x="42446" y="911"/>
                </a:lnTo>
                <a:lnTo>
                  <a:pt x="50643" y="5829"/>
                </a:lnTo>
                <a:lnTo>
                  <a:pt x="52283" y="16942"/>
                </a:lnTo>
                <a:lnTo>
                  <a:pt x="49550" y="38620"/>
                </a:lnTo>
                <a:lnTo>
                  <a:pt x="44085" y="46635"/>
                </a:lnTo>
                <a:lnTo>
                  <a:pt x="9837" y="47182"/>
                </a:lnTo>
                <a:lnTo>
                  <a:pt x="2733" y="39713"/>
                </a:lnTo>
                <a:lnTo>
                  <a:pt x="0" y="19674"/>
                </a:ln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4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12" name="Google Shape;1412;p48">
            <a:extLst>
              <a:ext uri="{FF2B5EF4-FFF2-40B4-BE49-F238E27FC236}">
                <a16:creationId xmlns:a16="http://schemas.microsoft.com/office/drawing/2014/main" id="{4AEA31D6-61A2-228A-78B6-FB85AD73F849}"/>
              </a:ext>
            </a:extLst>
          </p:cNvPr>
          <p:cNvSpPr/>
          <p:nvPr/>
        </p:nvSpPr>
        <p:spPr>
          <a:xfrm>
            <a:off x="272529" y="4160113"/>
            <a:ext cx="249390" cy="225176"/>
          </a:xfrm>
          <a:custGeom>
            <a:avLst/>
            <a:gdLst/>
            <a:ahLst/>
            <a:cxnLst/>
            <a:rect l="l" t="t" r="r" b="b"/>
            <a:pathLst>
              <a:path w="52283" h="47182" extrusionOk="0">
                <a:moveTo>
                  <a:pt x="2915" y="7287"/>
                </a:moveTo>
                <a:lnTo>
                  <a:pt x="8562" y="0"/>
                </a:lnTo>
                <a:lnTo>
                  <a:pt x="42446" y="911"/>
                </a:lnTo>
                <a:lnTo>
                  <a:pt x="50643" y="5829"/>
                </a:lnTo>
                <a:lnTo>
                  <a:pt x="52283" y="16942"/>
                </a:lnTo>
                <a:lnTo>
                  <a:pt x="49550" y="38620"/>
                </a:lnTo>
                <a:lnTo>
                  <a:pt x="44085" y="46635"/>
                </a:lnTo>
                <a:lnTo>
                  <a:pt x="9837" y="47182"/>
                </a:lnTo>
                <a:lnTo>
                  <a:pt x="2733" y="39713"/>
                </a:lnTo>
                <a:lnTo>
                  <a:pt x="0" y="19674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4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13" name="Google Shape;1413;p48">
            <a:extLst>
              <a:ext uri="{FF2B5EF4-FFF2-40B4-BE49-F238E27FC236}">
                <a16:creationId xmlns:a16="http://schemas.microsoft.com/office/drawing/2014/main" id="{C1B2793D-A64A-E4B6-A7AD-60F1E3C19706}"/>
              </a:ext>
            </a:extLst>
          </p:cNvPr>
          <p:cNvSpPr/>
          <p:nvPr/>
        </p:nvSpPr>
        <p:spPr>
          <a:xfrm>
            <a:off x="4899361" y="3477125"/>
            <a:ext cx="2979600" cy="1552048"/>
          </a:xfrm>
          <a:custGeom>
            <a:avLst/>
            <a:gdLst/>
            <a:ahLst/>
            <a:cxnLst/>
            <a:rect l="l" t="t" r="r" b="b"/>
            <a:pathLst>
              <a:path w="32642" h="19251" extrusionOk="0">
                <a:moveTo>
                  <a:pt x="2846" y="1"/>
                </a:moveTo>
                <a:lnTo>
                  <a:pt x="2909" y="210"/>
                </a:lnTo>
                <a:lnTo>
                  <a:pt x="3035" y="273"/>
                </a:lnTo>
                <a:lnTo>
                  <a:pt x="2993" y="356"/>
                </a:lnTo>
                <a:lnTo>
                  <a:pt x="2909" y="440"/>
                </a:lnTo>
                <a:lnTo>
                  <a:pt x="2930" y="545"/>
                </a:lnTo>
                <a:lnTo>
                  <a:pt x="2993" y="586"/>
                </a:lnTo>
                <a:lnTo>
                  <a:pt x="2972" y="649"/>
                </a:lnTo>
                <a:lnTo>
                  <a:pt x="2909" y="733"/>
                </a:lnTo>
                <a:lnTo>
                  <a:pt x="2951" y="775"/>
                </a:lnTo>
                <a:lnTo>
                  <a:pt x="2951" y="858"/>
                </a:lnTo>
                <a:lnTo>
                  <a:pt x="2993" y="900"/>
                </a:lnTo>
                <a:lnTo>
                  <a:pt x="2909" y="1047"/>
                </a:lnTo>
                <a:lnTo>
                  <a:pt x="2825" y="1089"/>
                </a:lnTo>
                <a:lnTo>
                  <a:pt x="2763" y="1256"/>
                </a:lnTo>
                <a:lnTo>
                  <a:pt x="2721" y="1298"/>
                </a:lnTo>
                <a:lnTo>
                  <a:pt x="2721" y="1423"/>
                </a:lnTo>
                <a:lnTo>
                  <a:pt x="2637" y="1486"/>
                </a:lnTo>
                <a:lnTo>
                  <a:pt x="2616" y="1591"/>
                </a:lnTo>
                <a:lnTo>
                  <a:pt x="2470" y="1674"/>
                </a:lnTo>
                <a:lnTo>
                  <a:pt x="2386" y="1633"/>
                </a:lnTo>
                <a:lnTo>
                  <a:pt x="2344" y="1570"/>
                </a:lnTo>
                <a:lnTo>
                  <a:pt x="2428" y="1465"/>
                </a:lnTo>
                <a:lnTo>
                  <a:pt x="2449" y="1507"/>
                </a:lnTo>
                <a:lnTo>
                  <a:pt x="2532" y="1465"/>
                </a:lnTo>
                <a:lnTo>
                  <a:pt x="2553" y="1528"/>
                </a:lnTo>
                <a:lnTo>
                  <a:pt x="2595" y="1486"/>
                </a:lnTo>
                <a:lnTo>
                  <a:pt x="2595" y="1361"/>
                </a:lnTo>
                <a:lnTo>
                  <a:pt x="2658" y="1214"/>
                </a:lnTo>
                <a:lnTo>
                  <a:pt x="2742" y="1151"/>
                </a:lnTo>
                <a:lnTo>
                  <a:pt x="2742" y="1047"/>
                </a:lnTo>
                <a:lnTo>
                  <a:pt x="2700" y="1068"/>
                </a:lnTo>
                <a:lnTo>
                  <a:pt x="2553" y="1172"/>
                </a:lnTo>
                <a:lnTo>
                  <a:pt x="2512" y="1214"/>
                </a:lnTo>
                <a:lnTo>
                  <a:pt x="2428" y="1214"/>
                </a:lnTo>
                <a:lnTo>
                  <a:pt x="2428" y="1172"/>
                </a:lnTo>
                <a:lnTo>
                  <a:pt x="2532" y="1068"/>
                </a:lnTo>
                <a:lnTo>
                  <a:pt x="2658" y="1005"/>
                </a:lnTo>
                <a:lnTo>
                  <a:pt x="2700" y="963"/>
                </a:lnTo>
                <a:lnTo>
                  <a:pt x="2658" y="879"/>
                </a:lnTo>
                <a:lnTo>
                  <a:pt x="2616" y="879"/>
                </a:lnTo>
                <a:lnTo>
                  <a:pt x="2532" y="900"/>
                </a:lnTo>
                <a:lnTo>
                  <a:pt x="2470" y="796"/>
                </a:lnTo>
                <a:lnTo>
                  <a:pt x="2407" y="754"/>
                </a:lnTo>
                <a:lnTo>
                  <a:pt x="2135" y="754"/>
                </a:lnTo>
                <a:lnTo>
                  <a:pt x="2009" y="649"/>
                </a:lnTo>
                <a:lnTo>
                  <a:pt x="1716" y="419"/>
                </a:lnTo>
                <a:lnTo>
                  <a:pt x="1696" y="440"/>
                </a:lnTo>
                <a:lnTo>
                  <a:pt x="1675" y="545"/>
                </a:lnTo>
                <a:lnTo>
                  <a:pt x="1591" y="754"/>
                </a:lnTo>
                <a:lnTo>
                  <a:pt x="1591" y="858"/>
                </a:lnTo>
                <a:lnTo>
                  <a:pt x="1654" y="1068"/>
                </a:lnTo>
                <a:lnTo>
                  <a:pt x="1591" y="1382"/>
                </a:lnTo>
                <a:lnTo>
                  <a:pt x="1612" y="1507"/>
                </a:lnTo>
                <a:lnTo>
                  <a:pt x="1591" y="1674"/>
                </a:lnTo>
                <a:lnTo>
                  <a:pt x="1612" y="1737"/>
                </a:lnTo>
                <a:lnTo>
                  <a:pt x="1675" y="1737"/>
                </a:lnTo>
                <a:lnTo>
                  <a:pt x="1696" y="1800"/>
                </a:lnTo>
                <a:lnTo>
                  <a:pt x="1654" y="1884"/>
                </a:lnTo>
                <a:lnTo>
                  <a:pt x="1591" y="1884"/>
                </a:lnTo>
                <a:lnTo>
                  <a:pt x="1570" y="1946"/>
                </a:lnTo>
                <a:lnTo>
                  <a:pt x="1591" y="2009"/>
                </a:lnTo>
                <a:lnTo>
                  <a:pt x="1696" y="2030"/>
                </a:lnTo>
                <a:lnTo>
                  <a:pt x="1654" y="2135"/>
                </a:lnTo>
                <a:lnTo>
                  <a:pt x="1654" y="2239"/>
                </a:lnTo>
                <a:lnTo>
                  <a:pt x="1591" y="2323"/>
                </a:lnTo>
                <a:lnTo>
                  <a:pt x="1549" y="2302"/>
                </a:lnTo>
                <a:lnTo>
                  <a:pt x="1507" y="2344"/>
                </a:lnTo>
                <a:lnTo>
                  <a:pt x="1507" y="2428"/>
                </a:lnTo>
                <a:lnTo>
                  <a:pt x="1675" y="2449"/>
                </a:lnTo>
                <a:lnTo>
                  <a:pt x="1821" y="2470"/>
                </a:lnTo>
                <a:lnTo>
                  <a:pt x="1926" y="2553"/>
                </a:lnTo>
                <a:lnTo>
                  <a:pt x="2072" y="2553"/>
                </a:lnTo>
                <a:lnTo>
                  <a:pt x="2114" y="2637"/>
                </a:lnTo>
                <a:lnTo>
                  <a:pt x="2135" y="2783"/>
                </a:lnTo>
                <a:lnTo>
                  <a:pt x="2093" y="2658"/>
                </a:lnTo>
                <a:lnTo>
                  <a:pt x="1988" y="2574"/>
                </a:lnTo>
                <a:lnTo>
                  <a:pt x="1905" y="2616"/>
                </a:lnTo>
                <a:lnTo>
                  <a:pt x="1821" y="2553"/>
                </a:lnTo>
                <a:lnTo>
                  <a:pt x="1612" y="2532"/>
                </a:lnTo>
                <a:lnTo>
                  <a:pt x="1570" y="2470"/>
                </a:lnTo>
                <a:lnTo>
                  <a:pt x="1507" y="2511"/>
                </a:lnTo>
                <a:lnTo>
                  <a:pt x="1507" y="2616"/>
                </a:lnTo>
                <a:lnTo>
                  <a:pt x="1403" y="2763"/>
                </a:lnTo>
                <a:lnTo>
                  <a:pt x="1403" y="2846"/>
                </a:lnTo>
                <a:lnTo>
                  <a:pt x="1403" y="2930"/>
                </a:lnTo>
                <a:lnTo>
                  <a:pt x="1340" y="3076"/>
                </a:lnTo>
                <a:lnTo>
                  <a:pt x="1277" y="3202"/>
                </a:lnTo>
                <a:lnTo>
                  <a:pt x="1131" y="3558"/>
                </a:lnTo>
                <a:lnTo>
                  <a:pt x="1089" y="3809"/>
                </a:lnTo>
                <a:lnTo>
                  <a:pt x="942" y="4102"/>
                </a:lnTo>
                <a:lnTo>
                  <a:pt x="921" y="4415"/>
                </a:lnTo>
                <a:lnTo>
                  <a:pt x="838" y="4541"/>
                </a:lnTo>
                <a:lnTo>
                  <a:pt x="733" y="4667"/>
                </a:lnTo>
                <a:lnTo>
                  <a:pt x="649" y="4855"/>
                </a:lnTo>
                <a:lnTo>
                  <a:pt x="608" y="4939"/>
                </a:lnTo>
                <a:lnTo>
                  <a:pt x="566" y="5043"/>
                </a:lnTo>
                <a:lnTo>
                  <a:pt x="419" y="5231"/>
                </a:lnTo>
                <a:lnTo>
                  <a:pt x="356" y="5336"/>
                </a:lnTo>
                <a:lnTo>
                  <a:pt x="398" y="5566"/>
                </a:lnTo>
                <a:lnTo>
                  <a:pt x="336" y="5776"/>
                </a:lnTo>
                <a:lnTo>
                  <a:pt x="336" y="5922"/>
                </a:lnTo>
                <a:lnTo>
                  <a:pt x="419" y="6027"/>
                </a:lnTo>
                <a:lnTo>
                  <a:pt x="356" y="6110"/>
                </a:lnTo>
                <a:lnTo>
                  <a:pt x="336" y="6194"/>
                </a:lnTo>
                <a:lnTo>
                  <a:pt x="398" y="6340"/>
                </a:lnTo>
                <a:lnTo>
                  <a:pt x="356" y="6592"/>
                </a:lnTo>
                <a:lnTo>
                  <a:pt x="315" y="6717"/>
                </a:lnTo>
                <a:lnTo>
                  <a:pt x="231" y="6759"/>
                </a:lnTo>
                <a:lnTo>
                  <a:pt x="252" y="6843"/>
                </a:lnTo>
                <a:lnTo>
                  <a:pt x="294" y="6864"/>
                </a:lnTo>
                <a:lnTo>
                  <a:pt x="231" y="7031"/>
                </a:lnTo>
                <a:lnTo>
                  <a:pt x="84" y="7136"/>
                </a:lnTo>
                <a:lnTo>
                  <a:pt x="1" y="7261"/>
                </a:lnTo>
                <a:lnTo>
                  <a:pt x="1" y="7387"/>
                </a:lnTo>
                <a:lnTo>
                  <a:pt x="105" y="7554"/>
                </a:lnTo>
                <a:lnTo>
                  <a:pt x="210" y="7763"/>
                </a:lnTo>
                <a:lnTo>
                  <a:pt x="210" y="7993"/>
                </a:lnTo>
                <a:lnTo>
                  <a:pt x="189" y="8119"/>
                </a:lnTo>
                <a:lnTo>
                  <a:pt x="126" y="8203"/>
                </a:lnTo>
                <a:lnTo>
                  <a:pt x="126" y="8286"/>
                </a:lnTo>
                <a:lnTo>
                  <a:pt x="147" y="8370"/>
                </a:lnTo>
                <a:lnTo>
                  <a:pt x="189" y="8496"/>
                </a:lnTo>
                <a:lnTo>
                  <a:pt x="126" y="8579"/>
                </a:lnTo>
                <a:lnTo>
                  <a:pt x="105" y="8642"/>
                </a:lnTo>
                <a:lnTo>
                  <a:pt x="126" y="8726"/>
                </a:lnTo>
                <a:lnTo>
                  <a:pt x="356" y="9102"/>
                </a:lnTo>
                <a:lnTo>
                  <a:pt x="398" y="9207"/>
                </a:lnTo>
                <a:lnTo>
                  <a:pt x="356" y="9270"/>
                </a:lnTo>
                <a:lnTo>
                  <a:pt x="398" y="9353"/>
                </a:lnTo>
                <a:lnTo>
                  <a:pt x="524" y="9479"/>
                </a:lnTo>
                <a:lnTo>
                  <a:pt x="545" y="9542"/>
                </a:lnTo>
                <a:lnTo>
                  <a:pt x="628" y="9542"/>
                </a:lnTo>
                <a:lnTo>
                  <a:pt x="628" y="9437"/>
                </a:lnTo>
                <a:lnTo>
                  <a:pt x="628" y="9312"/>
                </a:lnTo>
                <a:lnTo>
                  <a:pt x="712" y="9333"/>
                </a:lnTo>
                <a:lnTo>
                  <a:pt x="733" y="9312"/>
                </a:lnTo>
                <a:lnTo>
                  <a:pt x="733" y="9353"/>
                </a:lnTo>
                <a:lnTo>
                  <a:pt x="838" y="9353"/>
                </a:lnTo>
                <a:lnTo>
                  <a:pt x="859" y="9416"/>
                </a:lnTo>
                <a:lnTo>
                  <a:pt x="984" y="9437"/>
                </a:lnTo>
                <a:lnTo>
                  <a:pt x="880" y="9437"/>
                </a:lnTo>
                <a:lnTo>
                  <a:pt x="817" y="9479"/>
                </a:lnTo>
                <a:lnTo>
                  <a:pt x="754" y="9437"/>
                </a:lnTo>
                <a:lnTo>
                  <a:pt x="712" y="9437"/>
                </a:lnTo>
                <a:lnTo>
                  <a:pt x="712" y="9521"/>
                </a:lnTo>
                <a:lnTo>
                  <a:pt x="754" y="9542"/>
                </a:lnTo>
                <a:lnTo>
                  <a:pt x="754" y="9688"/>
                </a:lnTo>
                <a:lnTo>
                  <a:pt x="817" y="9793"/>
                </a:lnTo>
                <a:lnTo>
                  <a:pt x="838" y="9835"/>
                </a:lnTo>
                <a:lnTo>
                  <a:pt x="733" y="9793"/>
                </a:lnTo>
                <a:lnTo>
                  <a:pt x="670" y="9688"/>
                </a:lnTo>
                <a:lnTo>
                  <a:pt x="649" y="9646"/>
                </a:lnTo>
                <a:lnTo>
                  <a:pt x="608" y="9688"/>
                </a:lnTo>
                <a:lnTo>
                  <a:pt x="608" y="9772"/>
                </a:lnTo>
                <a:lnTo>
                  <a:pt x="545" y="9835"/>
                </a:lnTo>
                <a:lnTo>
                  <a:pt x="566" y="9877"/>
                </a:lnTo>
                <a:lnTo>
                  <a:pt x="545" y="9981"/>
                </a:lnTo>
                <a:lnTo>
                  <a:pt x="545" y="10086"/>
                </a:lnTo>
                <a:lnTo>
                  <a:pt x="608" y="10107"/>
                </a:lnTo>
                <a:lnTo>
                  <a:pt x="628" y="10211"/>
                </a:lnTo>
                <a:lnTo>
                  <a:pt x="733" y="10274"/>
                </a:lnTo>
                <a:lnTo>
                  <a:pt x="775" y="10358"/>
                </a:lnTo>
                <a:lnTo>
                  <a:pt x="775" y="10421"/>
                </a:lnTo>
                <a:lnTo>
                  <a:pt x="712" y="10504"/>
                </a:lnTo>
                <a:lnTo>
                  <a:pt x="649" y="10504"/>
                </a:lnTo>
                <a:lnTo>
                  <a:pt x="649" y="10567"/>
                </a:lnTo>
                <a:lnTo>
                  <a:pt x="670" y="10672"/>
                </a:lnTo>
                <a:lnTo>
                  <a:pt x="670" y="10797"/>
                </a:lnTo>
                <a:lnTo>
                  <a:pt x="712" y="10839"/>
                </a:lnTo>
                <a:lnTo>
                  <a:pt x="775" y="10923"/>
                </a:lnTo>
                <a:lnTo>
                  <a:pt x="817" y="11111"/>
                </a:lnTo>
                <a:lnTo>
                  <a:pt x="942" y="11362"/>
                </a:lnTo>
                <a:lnTo>
                  <a:pt x="1026" y="11509"/>
                </a:lnTo>
                <a:lnTo>
                  <a:pt x="1068" y="11530"/>
                </a:lnTo>
                <a:lnTo>
                  <a:pt x="1047" y="11571"/>
                </a:lnTo>
                <a:lnTo>
                  <a:pt x="1047" y="11613"/>
                </a:lnTo>
                <a:lnTo>
                  <a:pt x="1152" y="11718"/>
                </a:lnTo>
                <a:lnTo>
                  <a:pt x="1172" y="11843"/>
                </a:lnTo>
                <a:lnTo>
                  <a:pt x="1152" y="11990"/>
                </a:lnTo>
                <a:lnTo>
                  <a:pt x="1131" y="12094"/>
                </a:lnTo>
                <a:lnTo>
                  <a:pt x="1089" y="12136"/>
                </a:lnTo>
                <a:lnTo>
                  <a:pt x="1131" y="12199"/>
                </a:lnTo>
                <a:lnTo>
                  <a:pt x="1172" y="12262"/>
                </a:lnTo>
                <a:lnTo>
                  <a:pt x="1382" y="12262"/>
                </a:lnTo>
                <a:lnTo>
                  <a:pt x="1486" y="12283"/>
                </a:lnTo>
                <a:lnTo>
                  <a:pt x="1591" y="12346"/>
                </a:lnTo>
                <a:lnTo>
                  <a:pt x="1675" y="12366"/>
                </a:lnTo>
                <a:lnTo>
                  <a:pt x="1821" y="12366"/>
                </a:lnTo>
                <a:lnTo>
                  <a:pt x="1884" y="12450"/>
                </a:lnTo>
                <a:lnTo>
                  <a:pt x="1884" y="12555"/>
                </a:lnTo>
                <a:lnTo>
                  <a:pt x="2030" y="12618"/>
                </a:lnTo>
                <a:lnTo>
                  <a:pt x="2135" y="12618"/>
                </a:lnTo>
                <a:lnTo>
                  <a:pt x="2281" y="12680"/>
                </a:lnTo>
                <a:lnTo>
                  <a:pt x="2302" y="12722"/>
                </a:lnTo>
                <a:lnTo>
                  <a:pt x="2302" y="12827"/>
                </a:lnTo>
                <a:lnTo>
                  <a:pt x="2344" y="12869"/>
                </a:lnTo>
                <a:lnTo>
                  <a:pt x="2407" y="12827"/>
                </a:lnTo>
                <a:lnTo>
                  <a:pt x="2470" y="12827"/>
                </a:lnTo>
                <a:lnTo>
                  <a:pt x="2616" y="12973"/>
                </a:lnTo>
                <a:lnTo>
                  <a:pt x="2805" y="13245"/>
                </a:lnTo>
                <a:lnTo>
                  <a:pt x="2825" y="13434"/>
                </a:lnTo>
                <a:lnTo>
                  <a:pt x="2805" y="13559"/>
                </a:lnTo>
                <a:lnTo>
                  <a:pt x="2805" y="13664"/>
                </a:lnTo>
                <a:lnTo>
                  <a:pt x="4185" y="13643"/>
                </a:lnTo>
                <a:lnTo>
                  <a:pt x="4206" y="13706"/>
                </a:lnTo>
                <a:lnTo>
                  <a:pt x="4206" y="13747"/>
                </a:lnTo>
                <a:lnTo>
                  <a:pt x="6131" y="14647"/>
                </a:lnTo>
                <a:lnTo>
                  <a:pt x="7784" y="14689"/>
                </a:lnTo>
                <a:lnTo>
                  <a:pt x="7826" y="14480"/>
                </a:lnTo>
                <a:lnTo>
                  <a:pt x="8747" y="14501"/>
                </a:lnTo>
                <a:lnTo>
                  <a:pt x="8872" y="14584"/>
                </a:lnTo>
                <a:lnTo>
                  <a:pt x="8935" y="14710"/>
                </a:lnTo>
                <a:lnTo>
                  <a:pt x="8998" y="14773"/>
                </a:lnTo>
                <a:lnTo>
                  <a:pt x="9019" y="14815"/>
                </a:lnTo>
                <a:lnTo>
                  <a:pt x="9082" y="14815"/>
                </a:lnTo>
                <a:lnTo>
                  <a:pt x="9123" y="14898"/>
                </a:lnTo>
                <a:lnTo>
                  <a:pt x="9103" y="14961"/>
                </a:lnTo>
                <a:lnTo>
                  <a:pt x="9207" y="14982"/>
                </a:lnTo>
                <a:lnTo>
                  <a:pt x="9270" y="15066"/>
                </a:lnTo>
                <a:lnTo>
                  <a:pt x="9270" y="15107"/>
                </a:lnTo>
                <a:lnTo>
                  <a:pt x="9228" y="15170"/>
                </a:lnTo>
                <a:lnTo>
                  <a:pt x="9312" y="15191"/>
                </a:lnTo>
                <a:lnTo>
                  <a:pt x="9395" y="15233"/>
                </a:lnTo>
                <a:lnTo>
                  <a:pt x="9437" y="15317"/>
                </a:lnTo>
                <a:lnTo>
                  <a:pt x="9458" y="15442"/>
                </a:lnTo>
                <a:lnTo>
                  <a:pt x="9500" y="15484"/>
                </a:lnTo>
                <a:lnTo>
                  <a:pt x="9521" y="15505"/>
                </a:lnTo>
                <a:lnTo>
                  <a:pt x="9542" y="15526"/>
                </a:lnTo>
                <a:lnTo>
                  <a:pt x="9626" y="15610"/>
                </a:lnTo>
                <a:lnTo>
                  <a:pt x="9626" y="15693"/>
                </a:lnTo>
                <a:lnTo>
                  <a:pt x="9605" y="15714"/>
                </a:lnTo>
                <a:lnTo>
                  <a:pt x="9521" y="15735"/>
                </a:lnTo>
                <a:lnTo>
                  <a:pt x="9521" y="15756"/>
                </a:lnTo>
                <a:lnTo>
                  <a:pt x="9626" y="15903"/>
                </a:lnTo>
                <a:lnTo>
                  <a:pt x="9709" y="15965"/>
                </a:lnTo>
                <a:lnTo>
                  <a:pt x="9730" y="16070"/>
                </a:lnTo>
                <a:lnTo>
                  <a:pt x="9730" y="16112"/>
                </a:lnTo>
                <a:lnTo>
                  <a:pt x="9751" y="16112"/>
                </a:lnTo>
                <a:lnTo>
                  <a:pt x="9793" y="16133"/>
                </a:lnTo>
                <a:lnTo>
                  <a:pt x="9835" y="16133"/>
                </a:lnTo>
                <a:lnTo>
                  <a:pt x="9877" y="16154"/>
                </a:lnTo>
                <a:lnTo>
                  <a:pt x="9919" y="16216"/>
                </a:lnTo>
                <a:lnTo>
                  <a:pt x="9919" y="16237"/>
                </a:lnTo>
                <a:lnTo>
                  <a:pt x="9960" y="16279"/>
                </a:lnTo>
                <a:lnTo>
                  <a:pt x="10023" y="16279"/>
                </a:lnTo>
                <a:lnTo>
                  <a:pt x="10149" y="16342"/>
                </a:lnTo>
                <a:lnTo>
                  <a:pt x="10170" y="16384"/>
                </a:lnTo>
                <a:lnTo>
                  <a:pt x="10253" y="16426"/>
                </a:lnTo>
                <a:lnTo>
                  <a:pt x="10379" y="16467"/>
                </a:lnTo>
                <a:lnTo>
                  <a:pt x="10400" y="16530"/>
                </a:lnTo>
                <a:lnTo>
                  <a:pt x="10463" y="16530"/>
                </a:lnTo>
                <a:lnTo>
                  <a:pt x="10504" y="16488"/>
                </a:lnTo>
                <a:lnTo>
                  <a:pt x="10504" y="16467"/>
                </a:lnTo>
                <a:lnTo>
                  <a:pt x="10609" y="16384"/>
                </a:lnTo>
                <a:lnTo>
                  <a:pt x="10672" y="16384"/>
                </a:lnTo>
                <a:lnTo>
                  <a:pt x="10672" y="16342"/>
                </a:lnTo>
                <a:lnTo>
                  <a:pt x="10672" y="16321"/>
                </a:lnTo>
                <a:lnTo>
                  <a:pt x="10714" y="16237"/>
                </a:lnTo>
                <a:lnTo>
                  <a:pt x="10797" y="16070"/>
                </a:lnTo>
                <a:lnTo>
                  <a:pt x="10839" y="16028"/>
                </a:lnTo>
                <a:lnTo>
                  <a:pt x="10923" y="16007"/>
                </a:lnTo>
                <a:lnTo>
                  <a:pt x="10965" y="16007"/>
                </a:lnTo>
                <a:lnTo>
                  <a:pt x="10986" y="16028"/>
                </a:lnTo>
                <a:lnTo>
                  <a:pt x="11027" y="16028"/>
                </a:lnTo>
                <a:lnTo>
                  <a:pt x="11069" y="15944"/>
                </a:lnTo>
                <a:lnTo>
                  <a:pt x="11174" y="15944"/>
                </a:lnTo>
                <a:lnTo>
                  <a:pt x="11279" y="15965"/>
                </a:lnTo>
                <a:lnTo>
                  <a:pt x="11383" y="15944"/>
                </a:lnTo>
                <a:lnTo>
                  <a:pt x="11404" y="15965"/>
                </a:lnTo>
                <a:lnTo>
                  <a:pt x="11425" y="16007"/>
                </a:lnTo>
                <a:lnTo>
                  <a:pt x="11509" y="16007"/>
                </a:lnTo>
                <a:lnTo>
                  <a:pt x="11592" y="16028"/>
                </a:lnTo>
                <a:lnTo>
                  <a:pt x="11634" y="16133"/>
                </a:lnTo>
                <a:lnTo>
                  <a:pt x="11739" y="16216"/>
                </a:lnTo>
                <a:lnTo>
                  <a:pt x="11844" y="16363"/>
                </a:lnTo>
                <a:lnTo>
                  <a:pt x="11864" y="16467"/>
                </a:lnTo>
                <a:lnTo>
                  <a:pt x="11927" y="16530"/>
                </a:lnTo>
                <a:lnTo>
                  <a:pt x="11927" y="16593"/>
                </a:lnTo>
                <a:lnTo>
                  <a:pt x="11927" y="16760"/>
                </a:lnTo>
                <a:lnTo>
                  <a:pt x="12011" y="16781"/>
                </a:lnTo>
                <a:lnTo>
                  <a:pt x="12032" y="16865"/>
                </a:lnTo>
                <a:lnTo>
                  <a:pt x="12116" y="17074"/>
                </a:lnTo>
                <a:lnTo>
                  <a:pt x="12157" y="17095"/>
                </a:lnTo>
                <a:lnTo>
                  <a:pt x="12178" y="17179"/>
                </a:lnTo>
                <a:lnTo>
                  <a:pt x="12262" y="17221"/>
                </a:lnTo>
                <a:lnTo>
                  <a:pt x="12283" y="17325"/>
                </a:lnTo>
                <a:lnTo>
                  <a:pt x="12346" y="17430"/>
                </a:lnTo>
                <a:lnTo>
                  <a:pt x="12450" y="17514"/>
                </a:lnTo>
                <a:lnTo>
                  <a:pt x="12429" y="17618"/>
                </a:lnTo>
                <a:lnTo>
                  <a:pt x="12429" y="17723"/>
                </a:lnTo>
                <a:lnTo>
                  <a:pt x="12429" y="17786"/>
                </a:lnTo>
                <a:lnTo>
                  <a:pt x="12429" y="17807"/>
                </a:lnTo>
                <a:lnTo>
                  <a:pt x="12555" y="18141"/>
                </a:lnTo>
                <a:lnTo>
                  <a:pt x="12534" y="18309"/>
                </a:lnTo>
                <a:lnTo>
                  <a:pt x="12576" y="18351"/>
                </a:lnTo>
                <a:lnTo>
                  <a:pt x="12597" y="18351"/>
                </a:lnTo>
                <a:lnTo>
                  <a:pt x="12660" y="18372"/>
                </a:lnTo>
                <a:lnTo>
                  <a:pt x="12743" y="18372"/>
                </a:lnTo>
                <a:lnTo>
                  <a:pt x="12806" y="18413"/>
                </a:lnTo>
                <a:lnTo>
                  <a:pt x="12911" y="18518"/>
                </a:lnTo>
                <a:lnTo>
                  <a:pt x="13099" y="18560"/>
                </a:lnTo>
                <a:lnTo>
                  <a:pt x="13204" y="18644"/>
                </a:lnTo>
                <a:lnTo>
                  <a:pt x="13308" y="18644"/>
                </a:lnTo>
                <a:lnTo>
                  <a:pt x="13329" y="18727"/>
                </a:lnTo>
                <a:lnTo>
                  <a:pt x="13392" y="18748"/>
                </a:lnTo>
                <a:lnTo>
                  <a:pt x="13476" y="18581"/>
                </a:lnTo>
                <a:lnTo>
                  <a:pt x="13496" y="18455"/>
                </a:lnTo>
                <a:lnTo>
                  <a:pt x="13476" y="18372"/>
                </a:lnTo>
                <a:lnTo>
                  <a:pt x="13476" y="18120"/>
                </a:lnTo>
                <a:lnTo>
                  <a:pt x="13413" y="18037"/>
                </a:lnTo>
                <a:lnTo>
                  <a:pt x="13496" y="17911"/>
                </a:lnTo>
                <a:lnTo>
                  <a:pt x="13538" y="17723"/>
                </a:lnTo>
                <a:lnTo>
                  <a:pt x="13622" y="17618"/>
                </a:lnTo>
                <a:lnTo>
                  <a:pt x="13580" y="17409"/>
                </a:lnTo>
                <a:lnTo>
                  <a:pt x="13685" y="17367"/>
                </a:lnTo>
                <a:lnTo>
                  <a:pt x="13789" y="17284"/>
                </a:lnTo>
                <a:lnTo>
                  <a:pt x="13727" y="17200"/>
                </a:lnTo>
                <a:lnTo>
                  <a:pt x="13831" y="17074"/>
                </a:lnTo>
                <a:lnTo>
                  <a:pt x="13894" y="17095"/>
                </a:lnTo>
                <a:lnTo>
                  <a:pt x="13999" y="17053"/>
                </a:lnTo>
                <a:lnTo>
                  <a:pt x="13957" y="16907"/>
                </a:lnTo>
                <a:lnTo>
                  <a:pt x="13957" y="16907"/>
                </a:lnTo>
                <a:lnTo>
                  <a:pt x="14040" y="16970"/>
                </a:lnTo>
                <a:lnTo>
                  <a:pt x="14145" y="16907"/>
                </a:lnTo>
                <a:lnTo>
                  <a:pt x="14103" y="16865"/>
                </a:lnTo>
                <a:lnTo>
                  <a:pt x="14208" y="16781"/>
                </a:lnTo>
                <a:lnTo>
                  <a:pt x="14250" y="16802"/>
                </a:lnTo>
                <a:lnTo>
                  <a:pt x="14312" y="16781"/>
                </a:lnTo>
                <a:lnTo>
                  <a:pt x="14375" y="16865"/>
                </a:lnTo>
                <a:lnTo>
                  <a:pt x="14271" y="16949"/>
                </a:lnTo>
                <a:lnTo>
                  <a:pt x="14354" y="16949"/>
                </a:lnTo>
                <a:lnTo>
                  <a:pt x="14459" y="16844"/>
                </a:lnTo>
                <a:lnTo>
                  <a:pt x="14543" y="16844"/>
                </a:lnTo>
                <a:lnTo>
                  <a:pt x="14794" y="16739"/>
                </a:lnTo>
                <a:lnTo>
                  <a:pt x="14982" y="16551"/>
                </a:lnTo>
                <a:lnTo>
                  <a:pt x="15066" y="16551"/>
                </a:lnTo>
                <a:lnTo>
                  <a:pt x="15108" y="16488"/>
                </a:lnTo>
                <a:lnTo>
                  <a:pt x="15087" y="16384"/>
                </a:lnTo>
                <a:lnTo>
                  <a:pt x="15108" y="16258"/>
                </a:lnTo>
                <a:lnTo>
                  <a:pt x="15045" y="16112"/>
                </a:lnTo>
                <a:lnTo>
                  <a:pt x="15087" y="16175"/>
                </a:lnTo>
                <a:lnTo>
                  <a:pt x="15170" y="16175"/>
                </a:lnTo>
                <a:lnTo>
                  <a:pt x="15275" y="16070"/>
                </a:lnTo>
                <a:lnTo>
                  <a:pt x="15275" y="16028"/>
                </a:lnTo>
                <a:lnTo>
                  <a:pt x="15317" y="16133"/>
                </a:lnTo>
                <a:lnTo>
                  <a:pt x="15254" y="16237"/>
                </a:lnTo>
                <a:lnTo>
                  <a:pt x="15275" y="16321"/>
                </a:lnTo>
                <a:lnTo>
                  <a:pt x="15275" y="16426"/>
                </a:lnTo>
                <a:lnTo>
                  <a:pt x="15401" y="16384"/>
                </a:lnTo>
                <a:lnTo>
                  <a:pt x="15484" y="16258"/>
                </a:lnTo>
                <a:lnTo>
                  <a:pt x="15568" y="16258"/>
                </a:lnTo>
                <a:lnTo>
                  <a:pt x="15631" y="16216"/>
                </a:lnTo>
                <a:lnTo>
                  <a:pt x="15840" y="16154"/>
                </a:lnTo>
                <a:lnTo>
                  <a:pt x="16007" y="16154"/>
                </a:lnTo>
                <a:lnTo>
                  <a:pt x="16258" y="16237"/>
                </a:lnTo>
                <a:lnTo>
                  <a:pt x="16321" y="16279"/>
                </a:lnTo>
                <a:lnTo>
                  <a:pt x="16635" y="16321"/>
                </a:lnTo>
                <a:lnTo>
                  <a:pt x="16740" y="16279"/>
                </a:lnTo>
                <a:lnTo>
                  <a:pt x="16740" y="16237"/>
                </a:lnTo>
                <a:lnTo>
                  <a:pt x="16740" y="16154"/>
                </a:lnTo>
                <a:lnTo>
                  <a:pt x="16844" y="16133"/>
                </a:lnTo>
                <a:lnTo>
                  <a:pt x="16928" y="16154"/>
                </a:lnTo>
                <a:lnTo>
                  <a:pt x="16865" y="16216"/>
                </a:lnTo>
                <a:lnTo>
                  <a:pt x="16928" y="16237"/>
                </a:lnTo>
                <a:lnTo>
                  <a:pt x="16991" y="16216"/>
                </a:lnTo>
                <a:lnTo>
                  <a:pt x="17053" y="16258"/>
                </a:lnTo>
                <a:lnTo>
                  <a:pt x="17053" y="16342"/>
                </a:lnTo>
                <a:lnTo>
                  <a:pt x="17074" y="16384"/>
                </a:lnTo>
                <a:lnTo>
                  <a:pt x="17200" y="16363"/>
                </a:lnTo>
                <a:lnTo>
                  <a:pt x="17242" y="16426"/>
                </a:lnTo>
                <a:lnTo>
                  <a:pt x="17158" y="16488"/>
                </a:lnTo>
                <a:lnTo>
                  <a:pt x="17095" y="16551"/>
                </a:lnTo>
                <a:lnTo>
                  <a:pt x="17179" y="16572"/>
                </a:lnTo>
                <a:lnTo>
                  <a:pt x="17263" y="16551"/>
                </a:lnTo>
                <a:lnTo>
                  <a:pt x="17346" y="16593"/>
                </a:lnTo>
                <a:lnTo>
                  <a:pt x="17493" y="16656"/>
                </a:lnTo>
                <a:lnTo>
                  <a:pt x="17556" y="16572"/>
                </a:lnTo>
                <a:lnTo>
                  <a:pt x="17618" y="16530"/>
                </a:lnTo>
                <a:lnTo>
                  <a:pt x="17723" y="16593"/>
                </a:lnTo>
                <a:lnTo>
                  <a:pt x="17786" y="16656"/>
                </a:lnTo>
                <a:lnTo>
                  <a:pt x="17870" y="16635"/>
                </a:lnTo>
                <a:lnTo>
                  <a:pt x="17870" y="16467"/>
                </a:lnTo>
                <a:lnTo>
                  <a:pt x="17807" y="16363"/>
                </a:lnTo>
                <a:lnTo>
                  <a:pt x="17911" y="16363"/>
                </a:lnTo>
                <a:lnTo>
                  <a:pt x="18016" y="16488"/>
                </a:lnTo>
                <a:lnTo>
                  <a:pt x="18100" y="16530"/>
                </a:lnTo>
                <a:lnTo>
                  <a:pt x="18142" y="16593"/>
                </a:lnTo>
                <a:lnTo>
                  <a:pt x="18204" y="16593"/>
                </a:lnTo>
                <a:lnTo>
                  <a:pt x="18288" y="16635"/>
                </a:lnTo>
                <a:lnTo>
                  <a:pt x="18288" y="16760"/>
                </a:lnTo>
                <a:lnTo>
                  <a:pt x="18309" y="16677"/>
                </a:lnTo>
                <a:lnTo>
                  <a:pt x="18414" y="16656"/>
                </a:lnTo>
                <a:lnTo>
                  <a:pt x="18414" y="16635"/>
                </a:lnTo>
                <a:lnTo>
                  <a:pt x="18288" y="16530"/>
                </a:lnTo>
                <a:lnTo>
                  <a:pt x="18100" y="16447"/>
                </a:lnTo>
                <a:lnTo>
                  <a:pt x="18037" y="16363"/>
                </a:lnTo>
                <a:lnTo>
                  <a:pt x="18037" y="16258"/>
                </a:lnTo>
                <a:lnTo>
                  <a:pt x="18225" y="16175"/>
                </a:lnTo>
                <a:lnTo>
                  <a:pt x="18288" y="16154"/>
                </a:lnTo>
                <a:lnTo>
                  <a:pt x="18183" y="16112"/>
                </a:lnTo>
                <a:lnTo>
                  <a:pt x="18121" y="16049"/>
                </a:lnTo>
                <a:lnTo>
                  <a:pt x="18100" y="16049"/>
                </a:lnTo>
                <a:lnTo>
                  <a:pt x="18016" y="16112"/>
                </a:lnTo>
                <a:lnTo>
                  <a:pt x="17932" y="16154"/>
                </a:lnTo>
                <a:lnTo>
                  <a:pt x="17932" y="16070"/>
                </a:lnTo>
                <a:lnTo>
                  <a:pt x="18037" y="15944"/>
                </a:lnTo>
                <a:lnTo>
                  <a:pt x="18246" y="15861"/>
                </a:lnTo>
                <a:lnTo>
                  <a:pt x="18330" y="15798"/>
                </a:lnTo>
                <a:lnTo>
                  <a:pt x="18665" y="15735"/>
                </a:lnTo>
                <a:lnTo>
                  <a:pt x="18811" y="15756"/>
                </a:lnTo>
                <a:lnTo>
                  <a:pt x="18874" y="15735"/>
                </a:lnTo>
                <a:lnTo>
                  <a:pt x="18958" y="15735"/>
                </a:lnTo>
                <a:lnTo>
                  <a:pt x="19020" y="15651"/>
                </a:lnTo>
                <a:lnTo>
                  <a:pt x="19062" y="15547"/>
                </a:lnTo>
                <a:lnTo>
                  <a:pt x="19146" y="15547"/>
                </a:lnTo>
                <a:lnTo>
                  <a:pt x="19125" y="15631"/>
                </a:lnTo>
                <a:lnTo>
                  <a:pt x="19125" y="15714"/>
                </a:lnTo>
                <a:lnTo>
                  <a:pt x="19250" y="15819"/>
                </a:lnTo>
                <a:lnTo>
                  <a:pt x="19334" y="15756"/>
                </a:lnTo>
                <a:lnTo>
                  <a:pt x="19481" y="15756"/>
                </a:lnTo>
                <a:lnTo>
                  <a:pt x="19585" y="15735"/>
                </a:lnTo>
                <a:lnTo>
                  <a:pt x="19648" y="15798"/>
                </a:lnTo>
                <a:lnTo>
                  <a:pt x="19815" y="15756"/>
                </a:lnTo>
                <a:lnTo>
                  <a:pt x="19878" y="15798"/>
                </a:lnTo>
                <a:lnTo>
                  <a:pt x="20004" y="15714"/>
                </a:lnTo>
                <a:lnTo>
                  <a:pt x="20108" y="15714"/>
                </a:lnTo>
                <a:lnTo>
                  <a:pt x="20129" y="15735"/>
                </a:lnTo>
                <a:lnTo>
                  <a:pt x="20087" y="15756"/>
                </a:lnTo>
                <a:lnTo>
                  <a:pt x="19962" y="15756"/>
                </a:lnTo>
                <a:lnTo>
                  <a:pt x="19920" y="15798"/>
                </a:lnTo>
                <a:lnTo>
                  <a:pt x="20087" y="15819"/>
                </a:lnTo>
                <a:lnTo>
                  <a:pt x="20213" y="15819"/>
                </a:lnTo>
                <a:lnTo>
                  <a:pt x="20318" y="15903"/>
                </a:lnTo>
                <a:lnTo>
                  <a:pt x="20401" y="15944"/>
                </a:lnTo>
                <a:lnTo>
                  <a:pt x="20338" y="15861"/>
                </a:lnTo>
                <a:lnTo>
                  <a:pt x="20338" y="15819"/>
                </a:lnTo>
                <a:lnTo>
                  <a:pt x="20401" y="15819"/>
                </a:lnTo>
                <a:lnTo>
                  <a:pt x="20422" y="15861"/>
                </a:lnTo>
                <a:lnTo>
                  <a:pt x="20527" y="15944"/>
                </a:lnTo>
                <a:lnTo>
                  <a:pt x="20506" y="16007"/>
                </a:lnTo>
                <a:lnTo>
                  <a:pt x="20443" y="15944"/>
                </a:lnTo>
                <a:lnTo>
                  <a:pt x="20422" y="15965"/>
                </a:lnTo>
                <a:lnTo>
                  <a:pt x="20548" y="16049"/>
                </a:lnTo>
                <a:lnTo>
                  <a:pt x="20610" y="16133"/>
                </a:lnTo>
                <a:lnTo>
                  <a:pt x="20652" y="16175"/>
                </a:lnTo>
                <a:lnTo>
                  <a:pt x="20631" y="16216"/>
                </a:lnTo>
                <a:lnTo>
                  <a:pt x="20610" y="16154"/>
                </a:lnTo>
                <a:lnTo>
                  <a:pt x="20590" y="16216"/>
                </a:lnTo>
                <a:lnTo>
                  <a:pt x="20610" y="16258"/>
                </a:lnTo>
                <a:lnTo>
                  <a:pt x="20799" y="16237"/>
                </a:lnTo>
                <a:lnTo>
                  <a:pt x="20903" y="16216"/>
                </a:lnTo>
                <a:lnTo>
                  <a:pt x="21029" y="16070"/>
                </a:lnTo>
                <a:lnTo>
                  <a:pt x="21113" y="16070"/>
                </a:lnTo>
                <a:lnTo>
                  <a:pt x="21113" y="16049"/>
                </a:lnTo>
                <a:lnTo>
                  <a:pt x="21175" y="15965"/>
                </a:lnTo>
                <a:lnTo>
                  <a:pt x="21280" y="15965"/>
                </a:lnTo>
                <a:lnTo>
                  <a:pt x="21364" y="16007"/>
                </a:lnTo>
                <a:lnTo>
                  <a:pt x="21489" y="16049"/>
                </a:lnTo>
                <a:lnTo>
                  <a:pt x="21552" y="16258"/>
                </a:lnTo>
                <a:lnTo>
                  <a:pt x="21636" y="16321"/>
                </a:lnTo>
                <a:lnTo>
                  <a:pt x="21657" y="16321"/>
                </a:lnTo>
                <a:lnTo>
                  <a:pt x="21678" y="16447"/>
                </a:lnTo>
                <a:lnTo>
                  <a:pt x="21761" y="16488"/>
                </a:lnTo>
                <a:lnTo>
                  <a:pt x="21803" y="16488"/>
                </a:lnTo>
                <a:lnTo>
                  <a:pt x="21803" y="16551"/>
                </a:lnTo>
                <a:lnTo>
                  <a:pt x="21866" y="16635"/>
                </a:lnTo>
                <a:lnTo>
                  <a:pt x="21950" y="16656"/>
                </a:lnTo>
                <a:lnTo>
                  <a:pt x="22012" y="16781"/>
                </a:lnTo>
                <a:lnTo>
                  <a:pt x="21991" y="16907"/>
                </a:lnTo>
                <a:lnTo>
                  <a:pt x="21908" y="17179"/>
                </a:lnTo>
                <a:lnTo>
                  <a:pt x="21803" y="17409"/>
                </a:lnTo>
                <a:lnTo>
                  <a:pt x="21803" y="17493"/>
                </a:lnTo>
                <a:lnTo>
                  <a:pt x="21887" y="17597"/>
                </a:lnTo>
                <a:lnTo>
                  <a:pt x="21908" y="17576"/>
                </a:lnTo>
                <a:lnTo>
                  <a:pt x="21971" y="17493"/>
                </a:lnTo>
                <a:lnTo>
                  <a:pt x="21971" y="17430"/>
                </a:lnTo>
                <a:lnTo>
                  <a:pt x="21991" y="17388"/>
                </a:lnTo>
                <a:lnTo>
                  <a:pt x="22075" y="17430"/>
                </a:lnTo>
                <a:lnTo>
                  <a:pt x="22096" y="17535"/>
                </a:lnTo>
                <a:lnTo>
                  <a:pt x="21950" y="17744"/>
                </a:lnTo>
                <a:lnTo>
                  <a:pt x="21971" y="17807"/>
                </a:lnTo>
                <a:lnTo>
                  <a:pt x="21991" y="17911"/>
                </a:lnTo>
                <a:lnTo>
                  <a:pt x="22054" y="18016"/>
                </a:lnTo>
                <a:lnTo>
                  <a:pt x="22075" y="18058"/>
                </a:lnTo>
                <a:lnTo>
                  <a:pt x="22117" y="18037"/>
                </a:lnTo>
                <a:lnTo>
                  <a:pt x="22159" y="18141"/>
                </a:lnTo>
                <a:lnTo>
                  <a:pt x="22201" y="18100"/>
                </a:lnTo>
                <a:lnTo>
                  <a:pt x="22201" y="18058"/>
                </a:lnTo>
                <a:lnTo>
                  <a:pt x="22222" y="18100"/>
                </a:lnTo>
                <a:lnTo>
                  <a:pt x="22368" y="18058"/>
                </a:lnTo>
                <a:lnTo>
                  <a:pt x="22368" y="18058"/>
                </a:lnTo>
                <a:lnTo>
                  <a:pt x="22263" y="18141"/>
                </a:lnTo>
                <a:lnTo>
                  <a:pt x="22222" y="18246"/>
                </a:lnTo>
                <a:lnTo>
                  <a:pt x="22201" y="18309"/>
                </a:lnTo>
                <a:lnTo>
                  <a:pt x="22201" y="18351"/>
                </a:lnTo>
                <a:lnTo>
                  <a:pt x="22368" y="18455"/>
                </a:lnTo>
                <a:lnTo>
                  <a:pt x="22368" y="18581"/>
                </a:lnTo>
                <a:lnTo>
                  <a:pt x="22368" y="18748"/>
                </a:lnTo>
                <a:lnTo>
                  <a:pt x="22410" y="18769"/>
                </a:lnTo>
                <a:lnTo>
                  <a:pt x="22494" y="18769"/>
                </a:lnTo>
                <a:lnTo>
                  <a:pt x="22535" y="18853"/>
                </a:lnTo>
                <a:lnTo>
                  <a:pt x="22515" y="18957"/>
                </a:lnTo>
                <a:lnTo>
                  <a:pt x="22682" y="19062"/>
                </a:lnTo>
                <a:lnTo>
                  <a:pt x="22598" y="19083"/>
                </a:lnTo>
                <a:lnTo>
                  <a:pt x="22724" y="19146"/>
                </a:lnTo>
                <a:lnTo>
                  <a:pt x="22787" y="19188"/>
                </a:lnTo>
                <a:lnTo>
                  <a:pt x="22891" y="19250"/>
                </a:lnTo>
                <a:lnTo>
                  <a:pt x="22996" y="19188"/>
                </a:lnTo>
                <a:lnTo>
                  <a:pt x="23100" y="19167"/>
                </a:lnTo>
                <a:lnTo>
                  <a:pt x="23100" y="18999"/>
                </a:lnTo>
                <a:lnTo>
                  <a:pt x="23163" y="18895"/>
                </a:lnTo>
                <a:lnTo>
                  <a:pt x="23226" y="18769"/>
                </a:lnTo>
                <a:lnTo>
                  <a:pt x="23331" y="18560"/>
                </a:lnTo>
                <a:lnTo>
                  <a:pt x="23310" y="18455"/>
                </a:lnTo>
                <a:lnTo>
                  <a:pt x="23351" y="18413"/>
                </a:lnTo>
                <a:lnTo>
                  <a:pt x="23351" y="18225"/>
                </a:lnTo>
                <a:lnTo>
                  <a:pt x="23331" y="18162"/>
                </a:lnTo>
                <a:lnTo>
                  <a:pt x="23414" y="18120"/>
                </a:lnTo>
                <a:lnTo>
                  <a:pt x="23351" y="17932"/>
                </a:lnTo>
                <a:lnTo>
                  <a:pt x="23247" y="17848"/>
                </a:lnTo>
                <a:lnTo>
                  <a:pt x="23205" y="17493"/>
                </a:lnTo>
                <a:lnTo>
                  <a:pt x="23142" y="17430"/>
                </a:lnTo>
                <a:lnTo>
                  <a:pt x="23163" y="17263"/>
                </a:lnTo>
                <a:lnTo>
                  <a:pt x="23205" y="17116"/>
                </a:lnTo>
                <a:lnTo>
                  <a:pt x="23163" y="17011"/>
                </a:lnTo>
                <a:lnTo>
                  <a:pt x="23100" y="16907"/>
                </a:lnTo>
                <a:lnTo>
                  <a:pt x="23038" y="16656"/>
                </a:lnTo>
                <a:lnTo>
                  <a:pt x="22996" y="16551"/>
                </a:lnTo>
                <a:lnTo>
                  <a:pt x="22954" y="16279"/>
                </a:lnTo>
                <a:lnTo>
                  <a:pt x="22912" y="16133"/>
                </a:lnTo>
                <a:lnTo>
                  <a:pt x="22933" y="15903"/>
                </a:lnTo>
                <a:lnTo>
                  <a:pt x="22912" y="15714"/>
                </a:lnTo>
                <a:lnTo>
                  <a:pt x="22933" y="15379"/>
                </a:lnTo>
                <a:lnTo>
                  <a:pt x="22933" y="15170"/>
                </a:lnTo>
                <a:lnTo>
                  <a:pt x="23038" y="15003"/>
                </a:lnTo>
                <a:lnTo>
                  <a:pt x="23121" y="14856"/>
                </a:lnTo>
                <a:lnTo>
                  <a:pt x="23226" y="14815"/>
                </a:lnTo>
                <a:lnTo>
                  <a:pt x="23268" y="14752"/>
                </a:lnTo>
                <a:lnTo>
                  <a:pt x="23331" y="14752"/>
                </a:lnTo>
                <a:lnTo>
                  <a:pt x="23414" y="14605"/>
                </a:lnTo>
                <a:lnTo>
                  <a:pt x="23414" y="14543"/>
                </a:lnTo>
                <a:lnTo>
                  <a:pt x="23372" y="14501"/>
                </a:lnTo>
                <a:lnTo>
                  <a:pt x="23414" y="14480"/>
                </a:lnTo>
                <a:lnTo>
                  <a:pt x="23540" y="14480"/>
                </a:lnTo>
                <a:lnTo>
                  <a:pt x="23561" y="14396"/>
                </a:lnTo>
                <a:lnTo>
                  <a:pt x="23665" y="14396"/>
                </a:lnTo>
                <a:lnTo>
                  <a:pt x="23686" y="14354"/>
                </a:lnTo>
                <a:lnTo>
                  <a:pt x="23875" y="14333"/>
                </a:lnTo>
                <a:lnTo>
                  <a:pt x="23937" y="14250"/>
                </a:lnTo>
                <a:lnTo>
                  <a:pt x="24063" y="14250"/>
                </a:lnTo>
                <a:lnTo>
                  <a:pt x="24084" y="14187"/>
                </a:lnTo>
                <a:lnTo>
                  <a:pt x="24168" y="14187"/>
                </a:lnTo>
                <a:lnTo>
                  <a:pt x="24209" y="14229"/>
                </a:lnTo>
                <a:lnTo>
                  <a:pt x="24314" y="14082"/>
                </a:lnTo>
                <a:lnTo>
                  <a:pt x="24314" y="14040"/>
                </a:lnTo>
                <a:lnTo>
                  <a:pt x="24377" y="14040"/>
                </a:lnTo>
                <a:lnTo>
                  <a:pt x="24481" y="13957"/>
                </a:lnTo>
                <a:lnTo>
                  <a:pt x="24481" y="13873"/>
                </a:lnTo>
                <a:lnTo>
                  <a:pt x="24691" y="13601"/>
                </a:lnTo>
                <a:lnTo>
                  <a:pt x="24795" y="13496"/>
                </a:lnTo>
                <a:lnTo>
                  <a:pt x="24984" y="13496"/>
                </a:lnTo>
                <a:lnTo>
                  <a:pt x="25025" y="13517"/>
                </a:lnTo>
                <a:lnTo>
                  <a:pt x="25088" y="13517"/>
                </a:lnTo>
                <a:lnTo>
                  <a:pt x="25193" y="13329"/>
                </a:lnTo>
                <a:lnTo>
                  <a:pt x="25465" y="13099"/>
                </a:lnTo>
                <a:lnTo>
                  <a:pt x="25737" y="12931"/>
                </a:lnTo>
                <a:lnTo>
                  <a:pt x="25862" y="12910"/>
                </a:lnTo>
                <a:lnTo>
                  <a:pt x="25925" y="12890"/>
                </a:lnTo>
                <a:lnTo>
                  <a:pt x="25988" y="12890"/>
                </a:lnTo>
                <a:lnTo>
                  <a:pt x="25988" y="12910"/>
                </a:lnTo>
                <a:lnTo>
                  <a:pt x="26092" y="12910"/>
                </a:lnTo>
                <a:lnTo>
                  <a:pt x="26197" y="12785"/>
                </a:lnTo>
                <a:lnTo>
                  <a:pt x="26155" y="12785"/>
                </a:lnTo>
                <a:lnTo>
                  <a:pt x="26134" y="12722"/>
                </a:lnTo>
                <a:lnTo>
                  <a:pt x="26030" y="12827"/>
                </a:lnTo>
                <a:lnTo>
                  <a:pt x="25883" y="12806"/>
                </a:lnTo>
                <a:lnTo>
                  <a:pt x="25820" y="12722"/>
                </a:lnTo>
                <a:lnTo>
                  <a:pt x="25925" y="12785"/>
                </a:lnTo>
                <a:lnTo>
                  <a:pt x="26051" y="12701"/>
                </a:lnTo>
                <a:lnTo>
                  <a:pt x="26030" y="12680"/>
                </a:lnTo>
                <a:lnTo>
                  <a:pt x="26092" y="12618"/>
                </a:lnTo>
                <a:lnTo>
                  <a:pt x="26051" y="12555"/>
                </a:lnTo>
                <a:lnTo>
                  <a:pt x="25925" y="12513"/>
                </a:lnTo>
                <a:lnTo>
                  <a:pt x="25862" y="12471"/>
                </a:lnTo>
                <a:lnTo>
                  <a:pt x="25946" y="12471"/>
                </a:lnTo>
                <a:lnTo>
                  <a:pt x="26030" y="12492"/>
                </a:lnTo>
                <a:lnTo>
                  <a:pt x="26092" y="12471"/>
                </a:lnTo>
                <a:lnTo>
                  <a:pt x="26092" y="12387"/>
                </a:lnTo>
                <a:lnTo>
                  <a:pt x="26155" y="12513"/>
                </a:lnTo>
                <a:lnTo>
                  <a:pt x="26239" y="12492"/>
                </a:lnTo>
                <a:lnTo>
                  <a:pt x="26302" y="12555"/>
                </a:lnTo>
                <a:lnTo>
                  <a:pt x="26364" y="12513"/>
                </a:lnTo>
                <a:lnTo>
                  <a:pt x="26385" y="12408"/>
                </a:lnTo>
                <a:lnTo>
                  <a:pt x="26511" y="12304"/>
                </a:lnTo>
                <a:lnTo>
                  <a:pt x="26553" y="12304"/>
                </a:lnTo>
                <a:lnTo>
                  <a:pt x="26574" y="12199"/>
                </a:lnTo>
                <a:lnTo>
                  <a:pt x="26553" y="12094"/>
                </a:lnTo>
                <a:lnTo>
                  <a:pt x="26511" y="12094"/>
                </a:lnTo>
                <a:lnTo>
                  <a:pt x="26448" y="12241"/>
                </a:lnTo>
                <a:lnTo>
                  <a:pt x="26448" y="12283"/>
                </a:lnTo>
                <a:lnTo>
                  <a:pt x="26385" y="12262"/>
                </a:lnTo>
                <a:lnTo>
                  <a:pt x="26364" y="12094"/>
                </a:lnTo>
                <a:lnTo>
                  <a:pt x="26344" y="12074"/>
                </a:lnTo>
                <a:lnTo>
                  <a:pt x="26092" y="12094"/>
                </a:lnTo>
                <a:lnTo>
                  <a:pt x="25967" y="12157"/>
                </a:lnTo>
                <a:lnTo>
                  <a:pt x="25988" y="12074"/>
                </a:lnTo>
                <a:lnTo>
                  <a:pt x="25988" y="11927"/>
                </a:lnTo>
                <a:lnTo>
                  <a:pt x="26051" y="11885"/>
                </a:lnTo>
                <a:lnTo>
                  <a:pt x="26092" y="11990"/>
                </a:lnTo>
                <a:lnTo>
                  <a:pt x="26176" y="12032"/>
                </a:lnTo>
                <a:lnTo>
                  <a:pt x="26239" y="11969"/>
                </a:lnTo>
                <a:lnTo>
                  <a:pt x="26385" y="11948"/>
                </a:lnTo>
                <a:lnTo>
                  <a:pt x="26406" y="11885"/>
                </a:lnTo>
                <a:lnTo>
                  <a:pt x="26490" y="11885"/>
                </a:lnTo>
                <a:lnTo>
                  <a:pt x="26511" y="11843"/>
                </a:lnTo>
                <a:lnTo>
                  <a:pt x="26490" y="11718"/>
                </a:lnTo>
                <a:lnTo>
                  <a:pt x="26448" y="11655"/>
                </a:lnTo>
                <a:lnTo>
                  <a:pt x="26469" y="11613"/>
                </a:lnTo>
                <a:lnTo>
                  <a:pt x="26511" y="11634"/>
                </a:lnTo>
                <a:lnTo>
                  <a:pt x="26574" y="11530"/>
                </a:lnTo>
                <a:lnTo>
                  <a:pt x="26511" y="11425"/>
                </a:lnTo>
                <a:lnTo>
                  <a:pt x="26469" y="11362"/>
                </a:lnTo>
                <a:lnTo>
                  <a:pt x="26385" y="11404"/>
                </a:lnTo>
                <a:lnTo>
                  <a:pt x="26302" y="11362"/>
                </a:lnTo>
                <a:lnTo>
                  <a:pt x="26260" y="11237"/>
                </a:lnTo>
                <a:lnTo>
                  <a:pt x="26176" y="11237"/>
                </a:lnTo>
                <a:lnTo>
                  <a:pt x="26092" y="11195"/>
                </a:lnTo>
                <a:lnTo>
                  <a:pt x="26030" y="11111"/>
                </a:lnTo>
                <a:lnTo>
                  <a:pt x="26030" y="11111"/>
                </a:lnTo>
                <a:lnTo>
                  <a:pt x="26092" y="11153"/>
                </a:lnTo>
                <a:lnTo>
                  <a:pt x="26260" y="11153"/>
                </a:lnTo>
                <a:lnTo>
                  <a:pt x="26302" y="11257"/>
                </a:lnTo>
                <a:lnTo>
                  <a:pt x="26385" y="11299"/>
                </a:lnTo>
                <a:lnTo>
                  <a:pt x="26406" y="11216"/>
                </a:lnTo>
                <a:lnTo>
                  <a:pt x="26281" y="11090"/>
                </a:lnTo>
                <a:lnTo>
                  <a:pt x="26385" y="11111"/>
                </a:lnTo>
                <a:lnTo>
                  <a:pt x="26406" y="11048"/>
                </a:lnTo>
                <a:lnTo>
                  <a:pt x="26448" y="11027"/>
                </a:lnTo>
                <a:lnTo>
                  <a:pt x="26406" y="10944"/>
                </a:lnTo>
                <a:lnTo>
                  <a:pt x="26281" y="10881"/>
                </a:lnTo>
                <a:lnTo>
                  <a:pt x="26239" y="10713"/>
                </a:lnTo>
                <a:lnTo>
                  <a:pt x="26281" y="10734"/>
                </a:lnTo>
                <a:lnTo>
                  <a:pt x="26344" y="10839"/>
                </a:lnTo>
                <a:lnTo>
                  <a:pt x="26406" y="10839"/>
                </a:lnTo>
                <a:lnTo>
                  <a:pt x="26448" y="10734"/>
                </a:lnTo>
                <a:lnTo>
                  <a:pt x="26448" y="10630"/>
                </a:lnTo>
                <a:lnTo>
                  <a:pt x="26344" y="10588"/>
                </a:lnTo>
                <a:lnTo>
                  <a:pt x="26197" y="10421"/>
                </a:lnTo>
                <a:lnTo>
                  <a:pt x="26092" y="10379"/>
                </a:lnTo>
                <a:lnTo>
                  <a:pt x="26030" y="10274"/>
                </a:lnTo>
                <a:lnTo>
                  <a:pt x="25946" y="10253"/>
                </a:lnTo>
                <a:lnTo>
                  <a:pt x="25946" y="10149"/>
                </a:lnTo>
                <a:lnTo>
                  <a:pt x="26030" y="10044"/>
                </a:lnTo>
                <a:lnTo>
                  <a:pt x="25967" y="10149"/>
                </a:lnTo>
                <a:lnTo>
                  <a:pt x="25988" y="10190"/>
                </a:lnTo>
                <a:lnTo>
                  <a:pt x="26051" y="10211"/>
                </a:lnTo>
                <a:lnTo>
                  <a:pt x="26134" y="10316"/>
                </a:lnTo>
                <a:lnTo>
                  <a:pt x="26239" y="10358"/>
                </a:lnTo>
                <a:lnTo>
                  <a:pt x="26364" y="10504"/>
                </a:lnTo>
                <a:lnTo>
                  <a:pt x="26385" y="10504"/>
                </a:lnTo>
                <a:lnTo>
                  <a:pt x="26406" y="10274"/>
                </a:lnTo>
                <a:lnTo>
                  <a:pt x="26406" y="10169"/>
                </a:lnTo>
                <a:lnTo>
                  <a:pt x="26406" y="10086"/>
                </a:lnTo>
                <a:lnTo>
                  <a:pt x="26385" y="10044"/>
                </a:lnTo>
                <a:lnTo>
                  <a:pt x="26406" y="9856"/>
                </a:lnTo>
                <a:lnTo>
                  <a:pt x="26448" y="9793"/>
                </a:lnTo>
                <a:lnTo>
                  <a:pt x="26409" y="9728"/>
                </a:lnTo>
                <a:lnTo>
                  <a:pt x="26409" y="9728"/>
                </a:lnTo>
                <a:lnTo>
                  <a:pt x="26490" y="9667"/>
                </a:lnTo>
                <a:lnTo>
                  <a:pt x="26616" y="9563"/>
                </a:lnTo>
                <a:lnTo>
                  <a:pt x="26657" y="9458"/>
                </a:lnTo>
                <a:lnTo>
                  <a:pt x="26657" y="9437"/>
                </a:lnTo>
                <a:lnTo>
                  <a:pt x="26678" y="9458"/>
                </a:lnTo>
                <a:lnTo>
                  <a:pt x="26657" y="9584"/>
                </a:lnTo>
                <a:lnTo>
                  <a:pt x="26678" y="9625"/>
                </a:lnTo>
                <a:lnTo>
                  <a:pt x="26574" y="9667"/>
                </a:lnTo>
                <a:lnTo>
                  <a:pt x="26511" y="9793"/>
                </a:lnTo>
                <a:lnTo>
                  <a:pt x="26595" y="9960"/>
                </a:lnTo>
                <a:lnTo>
                  <a:pt x="26574" y="10107"/>
                </a:lnTo>
                <a:lnTo>
                  <a:pt x="26490" y="10253"/>
                </a:lnTo>
                <a:lnTo>
                  <a:pt x="26490" y="10358"/>
                </a:lnTo>
                <a:lnTo>
                  <a:pt x="26595" y="10462"/>
                </a:lnTo>
                <a:lnTo>
                  <a:pt x="26616" y="10400"/>
                </a:lnTo>
                <a:lnTo>
                  <a:pt x="26657" y="10462"/>
                </a:lnTo>
                <a:lnTo>
                  <a:pt x="26699" y="10462"/>
                </a:lnTo>
                <a:lnTo>
                  <a:pt x="26699" y="10483"/>
                </a:lnTo>
                <a:lnTo>
                  <a:pt x="26678" y="10525"/>
                </a:lnTo>
                <a:lnTo>
                  <a:pt x="26699" y="10609"/>
                </a:lnTo>
                <a:lnTo>
                  <a:pt x="26825" y="10609"/>
                </a:lnTo>
                <a:lnTo>
                  <a:pt x="26762" y="10672"/>
                </a:lnTo>
                <a:lnTo>
                  <a:pt x="26762" y="10693"/>
                </a:lnTo>
                <a:lnTo>
                  <a:pt x="26699" y="10797"/>
                </a:lnTo>
                <a:lnTo>
                  <a:pt x="26699" y="10881"/>
                </a:lnTo>
                <a:lnTo>
                  <a:pt x="26657" y="10985"/>
                </a:lnTo>
                <a:lnTo>
                  <a:pt x="26616" y="11111"/>
                </a:lnTo>
                <a:lnTo>
                  <a:pt x="26616" y="11216"/>
                </a:lnTo>
                <a:lnTo>
                  <a:pt x="26657" y="11153"/>
                </a:lnTo>
                <a:lnTo>
                  <a:pt x="26678" y="11111"/>
                </a:lnTo>
                <a:lnTo>
                  <a:pt x="26783" y="10902"/>
                </a:lnTo>
                <a:lnTo>
                  <a:pt x="26804" y="10944"/>
                </a:lnTo>
                <a:lnTo>
                  <a:pt x="26804" y="11006"/>
                </a:lnTo>
                <a:lnTo>
                  <a:pt x="26825" y="10944"/>
                </a:lnTo>
                <a:lnTo>
                  <a:pt x="26825" y="10881"/>
                </a:lnTo>
                <a:lnTo>
                  <a:pt x="26909" y="10776"/>
                </a:lnTo>
                <a:lnTo>
                  <a:pt x="26992" y="10525"/>
                </a:lnTo>
                <a:lnTo>
                  <a:pt x="27118" y="10462"/>
                </a:lnTo>
                <a:lnTo>
                  <a:pt x="27222" y="10253"/>
                </a:lnTo>
                <a:lnTo>
                  <a:pt x="27222" y="10086"/>
                </a:lnTo>
                <a:lnTo>
                  <a:pt x="27139" y="9897"/>
                </a:lnTo>
                <a:lnTo>
                  <a:pt x="27097" y="9856"/>
                </a:lnTo>
                <a:lnTo>
                  <a:pt x="27076" y="9688"/>
                </a:lnTo>
                <a:lnTo>
                  <a:pt x="27013" y="9625"/>
                </a:lnTo>
                <a:lnTo>
                  <a:pt x="27013" y="9521"/>
                </a:lnTo>
                <a:lnTo>
                  <a:pt x="27076" y="9416"/>
                </a:lnTo>
                <a:lnTo>
                  <a:pt x="27181" y="9312"/>
                </a:lnTo>
                <a:lnTo>
                  <a:pt x="27306" y="9249"/>
                </a:lnTo>
                <a:lnTo>
                  <a:pt x="27118" y="9458"/>
                </a:lnTo>
                <a:lnTo>
                  <a:pt x="27076" y="9542"/>
                </a:lnTo>
                <a:lnTo>
                  <a:pt x="27118" y="9625"/>
                </a:lnTo>
                <a:lnTo>
                  <a:pt x="27243" y="9751"/>
                </a:lnTo>
                <a:lnTo>
                  <a:pt x="27327" y="9730"/>
                </a:lnTo>
                <a:lnTo>
                  <a:pt x="27390" y="9772"/>
                </a:lnTo>
                <a:lnTo>
                  <a:pt x="27327" y="9939"/>
                </a:lnTo>
                <a:lnTo>
                  <a:pt x="27327" y="9939"/>
                </a:lnTo>
                <a:lnTo>
                  <a:pt x="27411" y="9877"/>
                </a:lnTo>
                <a:lnTo>
                  <a:pt x="27432" y="9897"/>
                </a:lnTo>
                <a:lnTo>
                  <a:pt x="27515" y="9793"/>
                </a:lnTo>
                <a:lnTo>
                  <a:pt x="27515" y="9730"/>
                </a:lnTo>
                <a:lnTo>
                  <a:pt x="27557" y="9730"/>
                </a:lnTo>
                <a:lnTo>
                  <a:pt x="27620" y="9646"/>
                </a:lnTo>
                <a:lnTo>
                  <a:pt x="27704" y="9625"/>
                </a:lnTo>
                <a:lnTo>
                  <a:pt x="27745" y="9458"/>
                </a:lnTo>
                <a:lnTo>
                  <a:pt x="27808" y="9374"/>
                </a:lnTo>
                <a:lnTo>
                  <a:pt x="27850" y="9374"/>
                </a:lnTo>
                <a:lnTo>
                  <a:pt x="27913" y="9270"/>
                </a:lnTo>
                <a:lnTo>
                  <a:pt x="27934" y="9207"/>
                </a:lnTo>
                <a:lnTo>
                  <a:pt x="27934" y="9144"/>
                </a:lnTo>
                <a:lnTo>
                  <a:pt x="27976" y="9040"/>
                </a:lnTo>
                <a:lnTo>
                  <a:pt x="27976" y="8998"/>
                </a:lnTo>
                <a:lnTo>
                  <a:pt x="28038" y="8914"/>
                </a:lnTo>
                <a:lnTo>
                  <a:pt x="28017" y="8830"/>
                </a:lnTo>
                <a:lnTo>
                  <a:pt x="27955" y="8789"/>
                </a:lnTo>
                <a:lnTo>
                  <a:pt x="27913" y="8705"/>
                </a:lnTo>
                <a:lnTo>
                  <a:pt x="28059" y="8621"/>
                </a:lnTo>
                <a:lnTo>
                  <a:pt x="28059" y="8537"/>
                </a:lnTo>
                <a:lnTo>
                  <a:pt x="28164" y="8475"/>
                </a:lnTo>
                <a:lnTo>
                  <a:pt x="28248" y="8433"/>
                </a:lnTo>
                <a:lnTo>
                  <a:pt x="28436" y="8328"/>
                </a:lnTo>
                <a:lnTo>
                  <a:pt x="28561" y="8328"/>
                </a:lnTo>
                <a:lnTo>
                  <a:pt x="28750" y="8203"/>
                </a:lnTo>
                <a:lnTo>
                  <a:pt x="28813" y="8203"/>
                </a:lnTo>
                <a:lnTo>
                  <a:pt x="28854" y="8224"/>
                </a:lnTo>
                <a:lnTo>
                  <a:pt x="29085" y="8203"/>
                </a:lnTo>
                <a:lnTo>
                  <a:pt x="29189" y="8265"/>
                </a:lnTo>
                <a:lnTo>
                  <a:pt x="29336" y="8203"/>
                </a:lnTo>
                <a:lnTo>
                  <a:pt x="29587" y="8203"/>
                </a:lnTo>
                <a:lnTo>
                  <a:pt x="29629" y="8182"/>
                </a:lnTo>
                <a:lnTo>
                  <a:pt x="29608" y="8119"/>
                </a:lnTo>
                <a:lnTo>
                  <a:pt x="29608" y="7972"/>
                </a:lnTo>
                <a:lnTo>
                  <a:pt x="29608" y="7847"/>
                </a:lnTo>
                <a:lnTo>
                  <a:pt x="29733" y="7952"/>
                </a:lnTo>
                <a:lnTo>
                  <a:pt x="29733" y="8077"/>
                </a:lnTo>
                <a:lnTo>
                  <a:pt x="29712" y="8161"/>
                </a:lnTo>
                <a:lnTo>
                  <a:pt x="29796" y="8161"/>
                </a:lnTo>
                <a:lnTo>
                  <a:pt x="29901" y="8056"/>
                </a:lnTo>
                <a:lnTo>
                  <a:pt x="30005" y="7868"/>
                </a:lnTo>
                <a:lnTo>
                  <a:pt x="30047" y="7972"/>
                </a:lnTo>
                <a:lnTo>
                  <a:pt x="30047" y="8056"/>
                </a:lnTo>
                <a:lnTo>
                  <a:pt x="30131" y="8077"/>
                </a:lnTo>
                <a:lnTo>
                  <a:pt x="30382" y="7952"/>
                </a:lnTo>
                <a:lnTo>
                  <a:pt x="30466" y="7805"/>
                </a:lnTo>
                <a:lnTo>
                  <a:pt x="30424" y="7596"/>
                </a:lnTo>
                <a:lnTo>
                  <a:pt x="30361" y="7638"/>
                </a:lnTo>
                <a:lnTo>
                  <a:pt x="30361" y="7742"/>
                </a:lnTo>
                <a:lnTo>
                  <a:pt x="30319" y="7868"/>
                </a:lnTo>
                <a:lnTo>
                  <a:pt x="30152" y="7868"/>
                </a:lnTo>
                <a:lnTo>
                  <a:pt x="30131" y="7763"/>
                </a:lnTo>
                <a:lnTo>
                  <a:pt x="30068" y="7575"/>
                </a:lnTo>
                <a:lnTo>
                  <a:pt x="29922" y="7491"/>
                </a:lnTo>
                <a:lnTo>
                  <a:pt x="29922" y="7449"/>
                </a:lnTo>
                <a:lnTo>
                  <a:pt x="30131" y="7261"/>
                </a:lnTo>
                <a:lnTo>
                  <a:pt x="30131" y="7177"/>
                </a:lnTo>
                <a:lnTo>
                  <a:pt x="30047" y="7177"/>
                </a:lnTo>
                <a:lnTo>
                  <a:pt x="30047" y="7115"/>
                </a:lnTo>
                <a:lnTo>
                  <a:pt x="30131" y="7052"/>
                </a:lnTo>
                <a:lnTo>
                  <a:pt x="30152" y="6968"/>
                </a:lnTo>
                <a:lnTo>
                  <a:pt x="30214" y="6905"/>
                </a:lnTo>
                <a:lnTo>
                  <a:pt x="30277" y="6696"/>
                </a:lnTo>
                <a:lnTo>
                  <a:pt x="30486" y="6529"/>
                </a:lnTo>
                <a:lnTo>
                  <a:pt x="30570" y="6382"/>
                </a:lnTo>
                <a:lnTo>
                  <a:pt x="30633" y="6382"/>
                </a:lnTo>
                <a:lnTo>
                  <a:pt x="30696" y="6278"/>
                </a:lnTo>
                <a:lnTo>
                  <a:pt x="30696" y="6340"/>
                </a:lnTo>
                <a:lnTo>
                  <a:pt x="30779" y="6382"/>
                </a:lnTo>
                <a:lnTo>
                  <a:pt x="30842" y="6299"/>
                </a:lnTo>
                <a:lnTo>
                  <a:pt x="30905" y="6173"/>
                </a:lnTo>
                <a:lnTo>
                  <a:pt x="30905" y="6299"/>
                </a:lnTo>
                <a:lnTo>
                  <a:pt x="30989" y="6299"/>
                </a:lnTo>
                <a:lnTo>
                  <a:pt x="31051" y="6173"/>
                </a:lnTo>
                <a:lnTo>
                  <a:pt x="31093" y="6215"/>
                </a:lnTo>
                <a:lnTo>
                  <a:pt x="31156" y="6173"/>
                </a:lnTo>
                <a:lnTo>
                  <a:pt x="31261" y="6006"/>
                </a:lnTo>
                <a:lnTo>
                  <a:pt x="31407" y="5796"/>
                </a:lnTo>
                <a:lnTo>
                  <a:pt x="31386" y="5922"/>
                </a:lnTo>
                <a:lnTo>
                  <a:pt x="31407" y="6006"/>
                </a:lnTo>
                <a:lnTo>
                  <a:pt x="31512" y="6006"/>
                </a:lnTo>
                <a:lnTo>
                  <a:pt x="31616" y="5880"/>
                </a:lnTo>
                <a:lnTo>
                  <a:pt x="31742" y="5880"/>
                </a:lnTo>
                <a:lnTo>
                  <a:pt x="31784" y="6006"/>
                </a:lnTo>
                <a:lnTo>
                  <a:pt x="31846" y="6006"/>
                </a:lnTo>
                <a:lnTo>
                  <a:pt x="31951" y="5880"/>
                </a:lnTo>
                <a:lnTo>
                  <a:pt x="32035" y="5922"/>
                </a:lnTo>
                <a:lnTo>
                  <a:pt x="32098" y="5901"/>
                </a:lnTo>
                <a:lnTo>
                  <a:pt x="32202" y="5817"/>
                </a:lnTo>
                <a:lnTo>
                  <a:pt x="32307" y="5817"/>
                </a:lnTo>
                <a:lnTo>
                  <a:pt x="32432" y="5755"/>
                </a:lnTo>
                <a:lnTo>
                  <a:pt x="32474" y="5817"/>
                </a:lnTo>
                <a:lnTo>
                  <a:pt x="32558" y="5796"/>
                </a:lnTo>
                <a:lnTo>
                  <a:pt x="32642" y="5713"/>
                </a:lnTo>
                <a:lnTo>
                  <a:pt x="32537" y="5650"/>
                </a:lnTo>
                <a:lnTo>
                  <a:pt x="32474" y="5713"/>
                </a:lnTo>
                <a:lnTo>
                  <a:pt x="32411" y="5650"/>
                </a:lnTo>
                <a:lnTo>
                  <a:pt x="32453" y="5504"/>
                </a:lnTo>
                <a:lnTo>
                  <a:pt x="32223" y="5378"/>
                </a:lnTo>
                <a:lnTo>
                  <a:pt x="32202" y="5357"/>
                </a:lnTo>
                <a:lnTo>
                  <a:pt x="32223" y="5294"/>
                </a:lnTo>
                <a:lnTo>
                  <a:pt x="32223" y="5252"/>
                </a:lnTo>
                <a:lnTo>
                  <a:pt x="32223" y="5169"/>
                </a:lnTo>
                <a:lnTo>
                  <a:pt x="32244" y="5085"/>
                </a:lnTo>
                <a:lnTo>
                  <a:pt x="32202" y="5022"/>
                </a:lnTo>
                <a:lnTo>
                  <a:pt x="32139" y="4959"/>
                </a:lnTo>
                <a:lnTo>
                  <a:pt x="32098" y="4939"/>
                </a:lnTo>
                <a:lnTo>
                  <a:pt x="32118" y="4855"/>
                </a:lnTo>
                <a:lnTo>
                  <a:pt x="32244" y="4123"/>
                </a:lnTo>
                <a:lnTo>
                  <a:pt x="32244" y="3934"/>
                </a:lnTo>
                <a:lnTo>
                  <a:pt x="32014" y="3725"/>
                </a:lnTo>
                <a:lnTo>
                  <a:pt x="31951" y="3788"/>
                </a:lnTo>
                <a:lnTo>
                  <a:pt x="31805" y="3725"/>
                </a:lnTo>
                <a:lnTo>
                  <a:pt x="31700" y="3767"/>
                </a:lnTo>
                <a:lnTo>
                  <a:pt x="31616" y="3683"/>
                </a:lnTo>
                <a:lnTo>
                  <a:pt x="31533" y="3662"/>
                </a:lnTo>
                <a:lnTo>
                  <a:pt x="31512" y="3662"/>
                </a:lnTo>
                <a:lnTo>
                  <a:pt x="31407" y="3767"/>
                </a:lnTo>
                <a:lnTo>
                  <a:pt x="31365" y="3830"/>
                </a:lnTo>
                <a:lnTo>
                  <a:pt x="31156" y="4081"/>
                </a:lnTo>
                <a:lnTo>
                  <a:pt x="31072" y="4206"/>
                </a:lnTo>
                <a:lnTo>
                  <a:pt x="31072" y="4311"/>
                </a:lnTo>
                <a:lnTo>
                  <a:pt x="30905" y="4395"/>
                </a:lnTo>
                <a:lnTo>
                  <a:pt x="30905" y="4520"/>
                </a:lnTo>
                <a:lnTo>
                  <a:pt x="30863" y="4625"/>
                </a:lnTo>
                <a:lnTo>
                  <a:pt x="30696" y="4813"/>
                </a:lnTo>
                <a:lnTo>
                  <a:pt x="30633" y="4834"/>
                </a:lnTo>
                <a:lnTo>
                  <a:pt x="30445" y="5043"/>
                </a:lnTo>
                <a:lnTo>
                  <a:pt x="30424" y="5127"/>
                </a:lnTo>
                <a:lnTo>
                  <a:pt x="30340" y="5169"/>
                </a:lnTo>
                <a:lnTo>
                  <a:pt x="30235" y="5148"/>
                </a:lnTo>
                <a:lnTo>
                  <a:pt x="30173" y="5148"/>
                </a:lnTo>
                <a:lnTo>
                  <a:pt x="30131" y="5190"/>
                </a:lnTo>
                <a:lnTo>
                  <a:pt x="30068" y="5190"/>
                </a:lnTo>
                <a:lnTo>
                  <a:pt x="29942" y="5336"/>
                </a:lnTo>
                <a:lnTo>
                  <a:pt x="28269" y="5294"/>
                </a:lnTo>
                <a:lnTo>
                  <a:pt x="28059" y="5336"/>
                </a:lnTo>
                <a:lnTo>
                  <a:pt x="27955" y="5441"/>
                </a:lnTo>
                <a:lnTo>
                  <a:pt x="27829" y="5483"/>
                </a:lnTo>
                <a:lnTo>
                  <a:pt x="27704" y="5566"/>
                </a:lnTo>
                <a:lnTo>
                  <a:pt x="27453" y="5817"/>
                </a:lnTo>
                <a:lnTo>
                  <a:pt x="27285" y="5859"/>
                </a:lnTo>
                <a:lnTo>
                  <a:pt x="27181" y="5922"/>
                </a:lnTo>
                <a:lnTo>
                  <a:pt x="26699" y="6299"/>
                </a:lnTo>
                <a:lnTo>
                  <a:pt x="25611" y="6612"/>
                </a:lnTo>
                <a:lnTo>
                  <a:pt x="25569" y="6864"/>
                </a:lnTo>
                <a:lnTo>
                  <a:pt x="25318" y="6968"/>
                </a:lnTo>
                <a:lnTo>
                  <a:pt x="23331" y="7491"/>
                </a:lnTo>
                <a:lnTo>
                  <a:pt x="23247" y="7324"/>
                </a:lnTo>
                <a:lnTo>
                  <a:pt x="23351" y="7177"/>
                </a:lnTo>
                <a:lnTo>
                  <a:pt x="23561" y="7073"/>
                </a:lnTo>
                <a:lnTo>
                  <a:pt x="23665" y="6947"/>
                </a:lnTo>
                <a:lnTo>
                  <a:pt x="23728" y="6822"/>
                </a:lnTo>
                <a:lnTo>
                  <a:pt x="23770" y="6696"/>
                </a:lnTo>
                <a:lnTo>
                  <a:pt x="23833" y="5922"/>
                </a:lnTo>
                <a:lnTo>
                  <a:pt x="23456" y="4143"/>
                </a:lnTo>
                <a:lnTo>
                  <a:pt x="23100" y="3871"/>
                </a:lnTo>
                <a:lnTo>
                  <a:pt x="22954" y="3683"/>
                </a:lnTo>
                <a:lnTo>
                  <a:pt x="20652" y="2616"/>
                </a:lnTo>
                <a:lnTo>
                  <a:pt x="20548" y="2553"/>
                </a:lnTo>
                <a:lnTo>
                  <a:pt x="20422" y="2511"/>
                </a:lnTo>
                <a:lnTo>
                  <a:pt x="20380" y="2449"/>
                </a:lnTo>
                <a:lnTo>
                  <a:pt x="20087" y="2449"/>
                </a:lnTo>
                <a:lnTo>
                  <a:pt x="20066" y="2344"/>
                </a:lnTo>
                <a:lnTo>
                  <a:pt x="19983" y="2302"/>
                </a:lnTo>
                <a:lnTo>
                  <a:pt x="19899" y="2344"/>
                </a:lnTo>
                <a:lnTo>
                  <a:pt x="19711" y="2344"/>
                </a:lnTo>
                <a:lnTo>
                  <a:pt x="19606" y="2323"/>
                </a:lnTo>
                <a:lnTo>
                  <a:pt x="19543" y="2239"/>
                </a:lnTo>
                <a:lnTo>
                  <a:pt x="19439" y="2198"/>
                </a:lnTo>
                <a:lnTo>
                  <a:pt x="19230" y="2135"/>
                </a:lnTo>
                <a:lnTo>
                  <a:pt x="19167" y="2009"/>
                </a:lnTo>
                <a:lnTo>
                  <a:pt x="19083" y="2009"/>
                </a:lnTo>
                <a:lnTo>
                  <a:pt x="18958" y="1905"/>
                </a:lnTo>
                <a:lnTo>
                  <a:pt x="18853" y="1905"/>
                </a:lnTo>
                <a:lnTo>
                  <a:pt x="18769" y="1884"/>
                </a:lnTo>
                <a:lnTo>
                  <a:pt x="18644" y="1905"/>
                </a:lnTo>
                <a:lnTo>
                  <a:pt x="18623" y="1926"/>
                </a:lnTo>
                <a:lnTo>
                  <a:pt x="18560" y="1842"/>
                </a:lnTo>
                <a:lnTo>
                  <a:pt x="18434" y="1821"/>
                </a:lnTo>
                <a:lnTo>
                  <a:pt x="18414" y="1800"/>
                </a:lnTo>
                <a:lnTo>
                  <a:pt x="18309" y="1737"/>
                </a:lnTo>
                <a:lnTo>
                  <a:pt x="18288" y="1716"/>
                </a:lnTo>
                <a:lnTo>
                  <a:pt x="18204" y="1633"/>
                </a:lnTo>
                <a:lnTo>
                  <a:pt x="18204" y="1612"/>
                </a:lnTo>
                <a:lnTo>
                  <a:pt x="18079" y="1507"/>
                </a:lnTo>
                <a:lnTo>
                  <a:pt x="17932" y="1507"/>
                </a:lnTo>
                <a:lnTo>
                  <a:pt x="17807" y="1486"/>
                </a:lnTo>
                <a:lnTo>
                  <a:pt x="2846" y="1"/>
                </a:lnTo>
                <a:close/>
              </a:path>
            </a:pathLst>
          </a:custGeom>
          <a:solidFill>
            <a:srgbClr val="FFFFFF">
              <a:alpha val="656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4" name="Google Shape;1414;p48">
            <a:extLst>
              <a:ext uri="{FF2B5EF4-FFF2-40B4-BE49-F238E27FC236}">
                <a16:creationId xmlns:a16="http://schemas.microsoft.com/office/drawing/2014/main" id="{54A46441-7F0D-E864-A432-738F3328F966}"/>
              </a:ext>
            </a:extLst>
          </p:cNvPr>
          <p:cNvSpPr/>
          <p:nvPr/>
        </p:nvSpPr>
        <p:spPr>
          <a:xfrm>
            <a:off x="5129231" y="3654465"/>
            <a:ext cx="134322" cy="115252"/>
          </a:xfrm>
          <a:custGeom>
            <a:avLst/>
            <a:gdLst/>
            <a:ahLst/>
            <a:cxnLst/>
            <a:rect l="l" t="t" r="r" b="b"/>
            <a:pathLst>
              <a:path w="52283" h="47182" extrusionOk="0">
                <a:moveTo>
                  <a:pt x="2915" y="7287"/>
                </a:moveTo>
                <a:lnTo>
                  <a:pt x="8562" y="0"/>
                </a:lnTo>
                <a:lnTo>
                  <a:pt x="42446" y="911"/>
                </a:lnTo>
                <a:lnTo>
                  <a:pt x="50643" y="5829"/>
                </a:lnTo>
                <a:lnTo>
                  <a:pt x="52283" y="16942"/>
                </a:lnTo>
                <a:lnTo>
                  <a:pt x="49550" y="38620"/>
                </a:lnTo>
                <a:lnTo>
                  <a:pt x="44085" y="46635"/>
                </a:lnTo>
                <a:lnTo>
                  <a:pt x="9837" y="47182"/>
                </a:lnTo>
                <a:lnTo>
                  <a:pt x="2733" y="39713"/>
                </a:lnTo>
                <a:lnTo>
                  <a:pt x="0" y="19674"/>
                </a:lnTo>
                <a:close/>
              </a:path>
            </a:pathLst>
          </a:custGeom>
          <a:solidFill>
            <a:schemeClr val="accent4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4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15" name="Google Shape;1415;p48">
            <a:extLst>
              <a:ext uri="{FF2B5EF4-FFF2-40B4-BE49-F238E27FC236}">
                <a16:creationId xmlns:a16="http://schemas.microsoft.com/office/drawing/2014/main" id="{7D49CD38-13C0-2A50-DAA8-F1C9CC3B540D}"/>
              </a:ext>
            </a:extLst>
          </p:cNvPr>
          <p:cNvSpPr/>
          <p:nvPr/>
        </p:nvSpPr>
        <p:spPr>
          <a:xfrm>
            <a:off x="5062070" y="4195523"/>
            <a:ext cx="134322" cy="115252"/>
          </a:xfrm>
          <a:custGeom>
            <a:avLst/>
            <a:gdLst/>
            <a:ahLst/>
            <a:cxnLst/>
            <a:rect l="l" t="t" r="r" b="b"/>
            <a:pathLst>
              <a:path w="52283" h="47182" extrusionOk="0">
                <a:moveTo>
                  <a:pt x="2915" y="7287"/>
                </a:moveTo>
                <a:lnTo>
                  <a:pt x="8562" y="0"/>
                </a:lnTo>
                <a:lnTo>
                  <a:pt x="42446" y="911"/>
                </a:lnTo>
                <a:lnTo>
                  <a:pt x="50643" y="5829"/>
                </a:lnTo>
                <a:lnTo>
                  <a:pt x="52283" y="16942"/>
                </a:lnTo>
                <a:lnTo>
                  <a:pt x="49550" y="38620"/>
                </a:lnTo>
                <a:lnTo>
                  <a:pt x="44085" y="46635"/>
                </a:lnTo>
                <a:lnTo>
                  <a:pt x="9837" y="47182"/>
                </a:lnTo>
                <a:lnTo>
                  <a:pt x="2733" y="39713"/>
                </a:lnTo>
                <a:lnTo>
                  <a:pt x="0" y="19674"/>
                </a:ln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4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17" name="Google Shape;1417;p48">
            <a:extLst>
              <a:ext uri="{FF2B5EF4-FFF2-40B4-BE49-F238E27FC236}">
                <a16:creationId xmlns:a16="http://schemas.microsoft.com/office/drawing/2014/main" id="{354F23E6-1994-2128-6A6C-459B8A5DEDCE}"/>
              </a:ext>
            </a:extLst>
          </p:cNvPr>
          <p:cNvSpPr/>
          <p:nvPr/>
        </p:nvSpPr>
        <p:spPr>
          <a:xfrm>
            <a:off x="6891479" y="4811326"/>
            <a:ext cx="134322" cy="115252"/>
          </a:xfrm>
          <a:custGeom>
            <a:avLst/>
            <a:gdLst/>
            <a:ahLst/>
            <a:cxnLst/>
            <a:rect l="l" t="t" r="r" b="b"/>
            <a:pathLst>
              <a:path w="52283" h="47182" extrusionOk="0">
                <a:moveTo>
                  <a:pt x="2915" y="7287"/>
                </a:moveTo>
                <a:lnTo>
                  <a:pt x="8562" y="0"/>
                </a:lnTo>
                <a:lnTo>
                  <a:pt x="42446" y="911"/>
                </a:lnTo>
                <a:lnTo>
                  <a:pt x="50643" y="5829"/>
                </a:lnTo>
                <a:lnTo>
                  <a:pt x="52283" y="16942"/>
                </a:lnTo>
                <a:lnTo>
                  <a:pt x="49550" y="38620"/>
                </a:lnTo>
                <a:lnTo>
                  <a:pt x="44085" y="46635"/>
                </a:lnTo>
                <a:lnTo>
                  <a:pt x="9837" y="47182"/>
                </a:lnTo>
                <a:lnTo>
                  <a:pt x="2733" y="39713"/>
                </a:lnTo>
                <a:lnTo>
                  <a:pt x="0" y="19674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4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3" name="Obraz 2" descr="Obraz zawierający tekst, Wielobarwność, design, zrzut ekranu&#10;&#10;Zawartość wygenerowana przez AI może być niepoprawna.">
            <a:extLst>
              <a:ext uri="{FF2B5EF4-FFF2-40B4-BE49-F238E27FC236}">
                <a16:creationId xmlns:a16="http://schemas.microsoft.com/office/drawing/2014/main" id="{C90189AC-7AB3-C085-731A-E2BA1392D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047" y="1387651"/>
            <a:ext cx="5530882" cy="196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912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2">
          <a:extLst>
            <a:ext uri="{FF2B5EF4-FFF2-40B4-BE49-F238E27FC236}">
              <a16:creationId xmlns:a16="http://schemas.microsoft.com/office/drawing/2014/main" id="{FEF0BF0F-24E5-7E95-BFD2-3D51B99B6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p57">
            <a:extLst>
              <a:ext uri="{FF2B5EF4-FFF2-40B4-BE49-F238E27FC236}">
                <a16:creationId xmlns:a16="http://schemas.microsoft.com/office/drawing/2014/main" id="{B9097FDC-59E1-CBE4-0B45-118B00707432}"/>
              </a:ext>
            </a:extLst>
          </p:cNvPr>
          <p:cNvSpPr/>
          <p:nvPr/>
        </p:nvSpPr>
        <p:spPr>
          <a:xfrm>
            <a:off x="6577780" y="1242718"/>
            <a:ext cx="2242721" cy="471887"/>
          </a:xfrm>
          <a:custGeom>
            <a:avLst/>
            <a:gdLst/>
            <a:ahLst/>
            <a:cxnLst/>
            <a:rect l="l" t="t" r="r" b="b"/>
            <a:pathLst>
              <a:path w="154049" h="17797" extrusionOk="0">
                <a:moveTo>
                  <a:pt x="3238" y="2578"/>
                </a:moveTo>
                <a:lnTo>
                  <a:pt x="7988" y="0"/>
                </a:lnTo>
                <a:lnTo>
                  <a:pt x="64769" y="249"/>
                </a:lnTo>
                <a:lnTo>
                  <a:pt x="83984" y="915"/>
                </a:lnTo>
                <a:lnTo>
                  <a:pt x="148029" y="536"/>
                </a:lnTo>
                <a:lnTo>
                  <a:pt x="151890" y="3318"/>
                </a:lnTo>
                <a:lnTo>
                  <a:pt x="154049" y="8715"/>
                </a:lnTo>
                <a:lnTo>
                  <a:pt x="151776" y="16300"/>
                </a:lnTo>
                <a:lnTo>
                  <a:pt x="144868" y="17797"/>
                </a:lnTo>
                <a:lnTo>
                  <a:pt x="110324" y="17797"/>
                </a:lnTo>
                <a:lnTo>
                  <a:pt x="80098" y="17215"/>
                </a:lnTo>
                <a:lnTo>
                  <a:pt x="9283" y="17631"/>
                </a:lnTo>
                <a:lnTo>
                  <a:pt x="2375" y="14886"/>
                </a:lnTo>
                <a:lnTo>
                  <a:pt x="0" y="7235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0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24" name="Google Shape;1824;p57">
            <a:extLst>
              <a:ext uri="{FF2B5EF4-FFF2-40B4-BE49-F238E27FC236}">
                <a16:creationId xmlns:a16="http://schemas.microsoft.com/office/drawing/2014/main" id="{A0AB9529-DC27-05C9-198E-DF1E95631732}"/>
              </a:ext>
            </a:extLst>
          </p:cNvPr>
          <p:cNvSpPr/>
          <p:nvPr/>
        </p:nvSpPr>
        <p:spPr>
          <a:xfrm flipH="1">
            <a:off x="6356252" y="3052007"/>
            <a:ext cx="2547970" cy="471887"/>
          </a:xfrm>
          <a:custGeom>
            <a:avLst/>
            <a:gdLst/>
            <a:ahLst/>
            <a:cxnLst/>
            <a:rect l="l" t="t" r="r" b="b"/>
            <a:pathLst>
              <a:path w="154049" h="17797" extrusionOk="0">
                <a:moveTo>
                  <a:pt x="3238" y="2578"/>
                </a:moveTo>
                <a:lnTo>
                  <a:pt x="7988" y="0"/>
                </a:lnTo>
                <a:lnTo>
                  <a:pt x="64769" y="249"/>
                </a:lnTo>
                <a:lnTo>
                  <a:pt x="83984" y="915"/>
                </a:lnTo>
                <a:lnTo>
                  <a:pt x="148029" y="536"/>
                </a:lnTo>
                <a:lnTo>
                  <a:pt x="151890" y="3318"/>
                </a:lnTo>
                <a:lnTo>
                  <a:pt x="154049" y="8715"/>
                </a:lnTo>
                <a:lnTo>
                  <a:pt x="151776" y="16300"/>
                </a:lnTo>
                <a:lnTo>
                  <a:pt x="144868" y="17797"/>
                </a:lnTo>
                <a:lnTo>
                  <a:pt x="110324" y="17797"/>
                </a:lnTo>
                <a:lnTo>
                  <a:pt x="80098" y="17215"/>
                </a:lnTo>
                <a:lnTo>
                  <a:pt x="9283" y="17631"/>
                </a:lnTo>
                <a:lnTo>
                  <a:pt x="2375" y="14886"/>
                </a:lnTo>
                <a:lnTo>
                  <a:pt x="0" y="7235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0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25" name="Google Shape;1825;p57">
            <a:extLst>
              <a:ext uri="{FF2B5EF4-FFF2-40B4-BE49-F238E27FC236}">
                <a16:creationId xmlns:a16="http://schemas.microsoft.com/office/drawing/2014/main" id="{2CB030C0-F755-6F44-1DB4-A632602E5957}"/>
              </a:ext>
            </a:extLst>
          </p:cNvPr>
          <p:cNvSpPr/>
          <p:nvPr/>
        </p:nvSpPr>
        <p:spPr>
          <a:xfrm>
            <a:off x="1513762" y="171715"/>
            <a:ext cx="6116475" cy="843325"/>
          </a:xfrm>
          <a:custGeom>
            <a:avLst/>
            <a:gdLst/>
            <a:ahLst/>
            <a:cxnLst/>
            <a:rect l="l" t="t" r="r" b="b"/>
            <a:pathLst>
              <a:path w="244659" h="33733" extrusionOk="0">
                <a:moveTo>
                  <a:pt x="3896" y="4933"/>
                </a:moveTo>
                <a:lnTo>
                  <a:pt x="9611" y="0"/>
                </a:lnTo>
                <a:lnTo>
                  <a:pt x="97335" y="648"/>
                </a:lnTo>
                <a:lnTo>
                  <a:pt x="175247" y="1214"/>
                </a:lnTo>
                <a:lnTo>
                  <a:pt x="239843" y="931"/>
                </a:lnTo>
                <a:lnTo>
                  <a:pt x="244376" y="6881"/>
                </a:lnTo>
                <a:lnTo>
                  <a:pt x="244659" y="21330"/>
                </a:lnTo>
                <a:lnTo>
                  <a:pt x="240693" y="28979"/>
                </a:lnTo>
                <a:lnTo>
                  <a:pt x="235027" y="32946"/>
                </a:lnTo>
                <a:lnTo>
                  <a:pt x="164481" y="32946"/>
                </a:lnTo>
                <a:lnTo>
                  <a:pt x="91102" y="32662"/>
                </a:lnTo>
                <a:lnTo>
                  <a:pt x="11169" y="33733"/>
                </a:lnTo>
                <a:lnTo>
                  <a:pt x="2858" y="28482"/>
                </a:lnTo>
                <a:lnTo>
                  <a:pt x="0" y="13844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5400000" algn="bl" rotWithShape="0">
              <a:srgbClr val="9A80C1">
                <a:alpha val="8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826" name="Google Shape;1826;p57">
            <a:extLst>
              <a:ext uri="{FF2B5EF4-FFF2-40B4-BE49-F238E27FC236}">
                <a16:creationId xmlns:a16="http://schemas.microsoft.com/office/drawing/2014/main" id="{70AC9A63-778D-724C-F1E9-4A9081BAE7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230074"/>
            <a:ext cx="7704000" cy="7420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Seasonality</a:t>
            </a:r>
            <a:r>
              <a:rPr lang="pl-PL" dirty="0"/>
              <a:t> &amp; </a:t>
            </a:r>
            <a:r>
              <a:rPr lang="pl-PL" dirty="0" err="1"/>
              <a:t>Timeline</a:t>
            </a:r>
            <a:endParaRPr dirty="0"/>
          </a:p>
        </p:txBody>
      </p:sp>
      <p:sp>
        <p:nvSpPr>
          <p:cNvPr id="1827" name="Google Shape;1827;p57">
            <a:extLst>
              <a:ext uri="{FF2B5EF4-FFF2-40B4-BE49-F238E27FC236}">
                <a16:creationId xmlns:a16="http://schemas.microsoft.com/office/drawing/2014/main" id="{A8BEE99C-EE97-0F5F-F291-32D700C108B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72533" y="1784299"/>
            <a:ext cx="2510700" cy="10400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l-PL" sz="1200" dirty="0" err="1"/>
              <a:t>Significant</a:t>
            </a:r>
            <a:r>
              <a:rPr lang="pl-PL" sz="1200" dirty="0"/>
              <a:t> </a:t>
            </a:r>
            <a:r>
              <a:rPr lang="pl-PL" sz="1200" dirty="0" err="1"/>
              <a:t>peak</a:t>
            </a:r>
            <a:r>
              <a:rPr lang="pl-PL" sz="1200" dirty="0"/>
              <a:t> of </a:t>
            </a:r>
            <a:r>
              <a:rPr lang="pl-PL" sz="1200" dirty="0" err="1"/>
              <a:t>all</a:t>
            </a:r>
            <a:r>
              <a:rPr lang="pl-PL" sz="1200" dirty="0"/>
              <a:t> </a:t>
            </a:r>
            <a:r>
              <a:rPr lang="pl-PL" sz="1200" dirty="0" err="1"/>
              <a:t>observations</a:t>
            </a:r>
            <a:r>
              <a:rPr lang="pl-PL" sz="1200" dirty="0"/>
              <a:t> in 2000s - </a:t>
            </a:r>
            <a:r>
              <a:rPr lang="pl-PL" sz="1200" dirty="0" err="1"/>
              <a:t>Sasquatch</a:t>
            </a:r>
            <a:r>
              <a:rPr lang="pl-PL" sz="1200" dirty="0"/>
              <a:t>: Legend </a:t>
            </a:r>
            <a:r>
              <a:rPr lang="pl-PL" sz="1200" dirty="0" err="1"/>
              <a:t>Meets</a:t>
            </a:r>
            <a:r>
              <a:rPr lang="pl-PL" sz="1200" dirty="0"/>
              <a:t> Science and Internet </a:t>
            </a:r>
            <a:r>
              <a:rPr lang="pl-PL" sz="1200" dirty="0" err="1"/>
              <a:t>Effect</a:t>
            </a:r>
            <a:endParaRPr sz="1200" dirty="0"/>
          </a:p>
        </p:txBody>
      </p:sp>
      <p:sp>
        <p:nvSpPr>
          <p:cNvPr id="1828" name="Google Shape;1828;p57">
            <a:extLst>
              <a:ext uri="{FF2B5EF4-FFF2-40B4-BE49-F238E27FC236}">
                <a16:creationId xmlns:a16="http://schemas.microsoft.com/office/drawing/2014/main" id="{75C0F59D-B929-9C45-C73E-84B4C388FEB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374889" y="3656320"/>
            <a:ext cx="25107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l-PL" sz="1200" dirty="0" err="1"/>
              <a:t>Trails</a:t>
            </a:r>
            <a:r>
              <a:rPr lang="pl-PL" sz="1200" dirty="0"/>
              <a:t> </a:t>
            </a:r>
            <a:r>
              <a:rPr lang="pl-PL" sz="1200" dirty="0" err="1"/>
              <a:t>related</a:t>
            </a:r>
            <a:r>
              <a:rPr lang="pl-PL" sz="1200" dirty="0"/>
              <a:t> </a:t>
            </a:r>
            <a:r>
              <a:rPr lang="pl-PL" sz="1200" dirty="0" err="1"/>
              <a:t>topic</a:t>
            </a:r>
            <a:r>
              <a:rPr lang="pl-PL" sz="1200" dirty="0"/>
              <a:t> with </a:t>
            </a:r>
            <a:r>
              <a:rPr lang="pl-PL" sz="1200" dirty="0" err="1"/>
              <a:t>winter</a:t>
            </a:r>
            <a:r>
              <a:rPr lang="pl-PL" sz="1200" dirty="0"/>
              <a:t> </a:t>
            </a:r>
            <a:r>
              <a:rPr lang="pl-PL" sz="1200" dirty="0" err="1"/>
              <a:t>dominance</a:t>
            </a:r>
            <a:endParaRPr lang="pl-PL" sz="1200" dirty="0"/>
          </a:p>
          <a:p>
            <a:pPr marL="171450" lvl="0" indent="-171450" algn="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l-PL" sz="1200" dirty="0"/>
              <a:t>Fishing </a:t>
            </a:r>
            <a:r>
              <a:rPr lang="pl-PL" sz="1200" dirty="0" err="1"/>
              <a:t>topic</a:t>
            </a:r>
            <a:r>
              <a:rPr lang="pl-PL" sz="1200" dirty="0"/>
              <a:t> </a:t>
            </a:r>
            <a:r>
              <a:rPr lang="pl-PL" sz="1200" dirty="0" err="1"/>
              <a:t>mostly</a:t>
            </a:r>
            <a:r>
              <a:rPr lang="pl-PL" sz="1200" dirty="0"/>
              <a:t> in </a:t>
            </a:r>
            <a:r>
              <a:rPr lang="pl-PL" sz="1200" dirty="0" err="1"/>
              <a:t>summer</a:t>
            </a:r>
            <a:endParaRPr lang="pl-PL" sz="1200" dirty="0"/>
          </a:p>
          <a:p>
            <a:pPr marL="171450" lvl="0" indent="-171450" algn="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l-PL" sz="1200" dirty="0" err="1"/>
              <a:t>Generally</a:t>
            </a:r>
            <a:r>
              <a:rPr lang="pl-PL" sz="1200" dirty="0"/>
              <a:t> </a:t>
            </a:r>
            <a:r>
              <a:rPr lang="pl-PL" sz="1200" dirty="0" err="1"/>
              <a:t>mostly</a:t>
            </a:r>
            <a:r>
              <a:rPr lang="pl-PL" sz="1200" dirty="0"/>
              <a:t> </a:t>
            </a:r>
            <a:r>
              <a:rPr lang="pl-PL" sz="1200" dirty="0" err="1"/>
              <a:t>summer</a:t>
            </a:r>
            <a:r>
              <a:rPr lang="pl-PL" sz="1200" dirty="0"/>
              <a:t> and spring</a:t>
            </a:r>
            <a:endParaRPr sz="1200" dirty="0"/>
          </a:p>
        </p:txBody>
      </p:sp>
      <p:sp>
        <p:nvSpPr>
          <p:cNvPr id="1829" name="Google Shape;1829;p57">
            <a:extLst>
              <a:ext uri="{FF2B5EF4-FFF2-40B4-BE49-F238E27FC236}">
                <a16:creationId xmlns:a16="http://schemas.microsoft.com/office/drawing/2014/main" id="{ADB1EB49-8792-03F6-59C6-49B93DB3509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6651433" y="1312412"/>
            <a:ext cx="2131800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Timeline</a:t>
            </a:r>
            <a:endParaRPr dirty="0"/>
          </a:p>
        </p:txBody>
      </p:sp>
      <p:sp>
        <p:nvSpPr>
          <p:cNvPr id="1830" name="Google Shape;1830;p57">
            <a:extLst>
              <a:ext uri="{FF2B5EF4-FFF2-40B4-BE49-F238E27FC236}">
                <a16:creationId xmlns:a16="http://schemas.microsoft.com/office/drawing/2014/main" id="{420A7793-2A15-4D4E-5883-43AA073A644F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6411938" y="3123395"/>
            <a:ext cx="2408561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Seasonality</a:t>
            </a:r>
            <a:endParaRPr dirty="0"/>
          </a:p>
        </p:txBody>
      </p:sp>
      <p:pic>
        <p:nvPicPr>
          <p:cNvPr id="5" name="Obraz 4" descr="Obraz zawierający tekst, Wykres, zrzut ekranu&#10;&#10;Zawartość wygenerowana przez AI może być niepoprawna.">
            <a:extLst>
              <a:ext uri="{FF2B5EF4-FFF2-40B4-BE49-F238E27FC236}">
                <a16:creationId xmlns:a16="http://schemas.microsoft.com/office/drawing/2014/main" id="{923D0311-FD1D-E5EC-799B-26F04DF846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50" t="6051" b="4441"/>
          <a:stretch>
            <a:fillRect/>
          </a:stretch>
        </p:blipFill>
        <p:spPr>
          <a:xfrm>
            <a:off x="58995" y="1223998"/>
            <a:ext cx="6158926" cy="1692428"/>
          </a:xfrm>
          <a:prstGeom prst="rect">
            <a:avLst/>
          </a:prstGeom>
        </p:spPr>
      </p:pic>
      <p:pic>
        <p:nvPicPr>
          <p:cNvPr id="7" name="Obraz 6" descr="Obraz zawierający linia, zrzut ekranu, Wykres, diagram&#10;&#10;Zawartość wygenerowana przez AI może być niepoprawna.">
            <a:extLst>
              <a:ext uri="{FF2B5EF4-FFF2-40B4-BE49-F238E27FC236}">
                <a16:creationId xmlns:a16="http://schemas.microsoft.com/office/drawing/2014/main" id="{D5C80461-12F8-1715-5968-179EED6A3E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305"/>
          <a:stretch>
            <a:fillRect/>
          </a:stretch>
        </p:blipFill>
        <p:spPr>
          <a:xfrm>
            <a:off x="58995" y="3004627"/>
            <a:ext cx="6158926" cy="162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88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7">
          <a:extLst>
            <a:ext uri="{FF2B5EF4-FFF2-40B4-BE49-F238E27FC236}">
              <a16:creationId xmlns:a16="http://schemas.microsoft.com/office/drawing/2014/main" id="{3C1C345F-7CFD-B766-1494-1CB40EE3A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42">
            <a:extLst>
              <a:ext uri="{FF2B5EF4-FFF2-40B4-BE49-F238E27FC236}">
                <a16:creationId xmlns:a16="http://schemas.microsoft.com/office/drawing/2014/main" id="{C85052A6-A17C-8CA9-4706-D4B1F2B7DBF8}"/>
              </a:ext>
            </a:extLst>
          </p:cNvPr>
          <p:cNvSpPr/>
          <p:nvPr/>
        </p:nvSpPr>
        <p:spPr>
          <a:xfrm>
            <a:off x="4898827" y="2561150"/>
            <a:ext cx="2623758" cy="841737"/>
          </a:xfrm>
          <a:custGeom>
            <a:avLst/>
            <a:gdLst/>
            <a:ahLst/>
            <a:cxnLst/>
            <a:rect l="l" t="t" r="r" b="b"/>
            <a:pathLst>
              <a:path w="241821" h="61195" extrusionOk="0">
                <a:moveTo>
                  <a:pt x="237970" y="8681"/>
                </a:moveTo>
                <a:lnTo>
                  <a:pt x="229202" y="0"/>
                </a:lnTo>
                <a:lnTo>
                  <a:pt x="145615" y="868"/>
                </a:lnTo>
                <a:lnTo>
                  <a:pt x="68607" y="1900"/>
                </a:lnTo>
                <a:lnTo>
                  <a:pt x="7083" y="2550"/>
                </a:lnTo>
                <a:lnTo>
                  <a:pt x="280" y="12233"/>
                </a:lnTo>
                <a:lnTo>
                  <a:pt x="0" y="38579"/>
                </a:lnTo>
                <a:lnTo>
                  <a:pt x="3920" y="52526"/>
                </a:lnTo>
                <a:lnTo>
                  <a:pt x="13883" y="59779"/>
                </a:lnTo>
                <a:lnTo>
                  <a:pt x="79248" y="59760"/>
                </a:lnTo>
                <a:lnTo>
                  <a:pt x="151776" y="59242"/>
                </a:lnTo>
                <a:lnTo>
                  <a:pt x="230782" y="61195"/>
                </a:lnTo>
                <a:lnTo>
                  <a:pt x="238996" y="51620"/>
                </a:lnTo>
                <a:lnTo>
                  <a:pt x="241821" y="24929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5400000" algn="bl" rotWithShape="0">
              <a:srgbClr val="9A80C1">
                <a:alpha val="8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029" name="Google Shape;1029;p42">
            <a:extLst>
              <a:ext uri="{FF2B5EF4-FFF2-40B4-BE49-F238E27FC236}">
                <a16:creationId xmlns:a16="http://schemas.microsoft.com/office/drawing/2014/main" id="{7EDF813B-3378-C2DF-C376-099C0B1073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34175" y="2720150"/>
            <a:ext cx="2955000" cy="46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Conclusions</a:t>
            </a:r>
            <a:endParaRPr dirty="0"/>
          </a:p>
        </p:txBody>
      </p:sp>
      <p:sp>
        <p:nvSpPr>
          <p:cNvPr id="1030" name="Google Shape;1030;p42">
            <a:extLst>
              <a:ext uri="{FF2B5EF4-FFF2-40B4-BE49-F238E27FC236}">
                <a16:creationId xmlns:a16="http://schemas.microsoft.com/office/drawing/2014/main" id="{827549FB-0468-9102-F6AB-A8E0D2D8005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734186" y="540000"/>
            <a:ext cx="2955000" cy="19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</a:t>
            </a:r>
            <a:r>
              <a:rPr lang="pl-PL" dirty="0"/>
              <a:t>4</a:t>
            </a:r>
            <a:endParaRPr dirty="0"/>
          </a:p>
        </p:txBody>
      </p:sp>
      <p:sp>
        <p:nvSpPr>
          <p:cNvPr id="1031" name="Google Shape;1031;p42">
            <a:extLst>
              <a:ext uri="{FF2B5EF4-FFF2-40B4-BE49-F238E27FC236}">
                <a16:creationId xmlns:a16="http://schemas.microsoft.com/office/drawing/2014/main" id="{5F401353-3155-B3EE-BD5D-A00CDF2576E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865050" y="3726475"/>
            <a:ext cx="2691300" cy="46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Projects</a:t>
            </a:r>
            <a:r>
              <a:rPr lang="pl-PL" dirty="0"/>
              <a:t>’ </a:t>
            </a:r>
            <a:r>
              <a:rPr lang="pl-PL" dirty="0" err="1"/>
              <a:t>achievements</a:t>
            </a:r>
            <a:r>
              <a:rPr lang="pl-PL" dirty="0"/>
              <a:t> and </a:t>
            </a:r>
            <a:r>
              <a:rPr lang="pl-PL" dirty="0" err="1"/>
              <a:t>future</a:t>
            </a:r>
            <a:r>
              <a:rPr lang="pl-PL" dirty="0"/>
              <a:t> </a:t>
            </a:r>
            <a:r>
              <a:rPr lang="pl-PL" dirty="0" err="1"/>
              <a:t>posibilities</a:t>
            </a:r>
            <a:endParaRPr dirty="0"/>
          </a:p>
        </p:txBody>
      </p:sp>
      <p:grpSp>
        <p:nvGrpSpPr>
          <p:cNvPr id="2" name="Google Shape;2227;p62">
            <a:extLst>
              <a:ext uri="{FF2B5EF4-FFF2-40B4-BE49-F238E27FC236}">
                <a16:creationId xmlns:a16="http://schemas.microsoft.com/office/drawing/2014/main" id="{B785DA8A-81C1-9C8E-BFC2-1B4AFF4DEBD8}"/>
              </a:ext>
            </a:extLst>
          </p:cNvPr>
          <p:cNvGrpSpPr/>
          <p:nvPr/>
        </p:nvGrpSpPr>
        <p:grpSpPr>
          <a:xfrm>
            <a:off x="2142678" y="1018517"/>
            <a:ext cx="2358530" cy="3842551"/>
            <a:chOff x="2690750" y="3912800"/>
            <a:chExt cx="566875" cy="898050"/>
          </a:xfrm>
        </p:grpSpPr>
        <p:sp>
          <p:nvSpPr>
            <p:cNvPr id="3" name="Google Shape;2228;p62">
              <a:extLst>
                <a:ext uri="{FF2B5EF4-FFF2-40B4-BE49-F238E27FC236}">
                  <a16:creationId xmlns:a16="http://schemas.microsoft.com/office/drawing/2014/main" id="{A40F1479-C944-ED8C-ECA6-CF499AC78DBC}"/>
                </a:ext>
              </a:extLst>
            </p:cNvPr>
            <p:cNvSpPr/>
            <p:nvPr/>
          </p:nvSpPr>
          <p:spPr>
            <a:xfrm>
              <a:off x="2690750" y="4643325"/>
              <a:ext cx="221100" cy="119050"/>
            </a:xfrm>
            <a:custGeom>
              <a:avLst/>
              <a:gdLst/>
              <a:ahLst/>
              <a:cxnLst/>
              <a:rect l="l" t="t" r="r" b="b"/>
              <a:pathLst>
                <a:path w="8844" h="4762" extrusionOk="0">
                  <a:moveTo>
                    <a:pt x="6655" y="1"/>
                  </a:moveTo>
                  <a:cubicBezTo>
                    <a:pt x="6363" y="1"/>
                    <a:pt x="6037" y="124"/>
                    <a:pt x="5711" y="219"/>
                  </a:cubicBezTo>
                  <a:cubicBezTo>
                    <a:pt x="6022" y="807"/>
                    <a:pt x="6300" y="1407"/>
                    <a:pt x="6533" y="2019"/>
                  </a:cubicBezTo>
                  <a:cubicBezTo>
                    <a:pt x="4067" y="2229"/>
                    <a:pt x="3701" y="2896"/>
                    <a:pt x="1279" y="3374"/>
                  </a:cubicBezTo>
                  <a:cubicBezTo>
                    <a:pt x="956" y="3440"/>
                    <a:pt x="612" y="3496"/>
                    <a:pt x="356" y="3707"/>
                  </a:cubicBezTo>
                  <a:cubicBezTo>
                    <a:pt x="101" y="3918"/>
                    <a:pt x="1" y="4340"/>
                    <a:pt x="223" y="4584"/>
                  </a:cubicBezTo>
                  <a:cubicBezTo>
                    <a:pt x="401" y="4751"/>
                    <a:pt x="667" y="4762"/>
                    <a:pt x="912" y="4762"/>
                  </a:cubicBezTo>
                  <a:cubicBezTo>
                    <a:pt x="1434" y="4751"/>
                    <a:pt x="1956" y="4740"/>
                    <a:pt x="2467" y="4640"/>
                  </a:cubicBezTo>
                  <a:cubicBezTo>
                    <a:pt x="3445" y="4451"/>
                    <a:pt x="4367" y="4073"/>
                    <a:pt x="5378" y="3996"/>
                  </a:cubicBezTo>
                  <a:cubicBezTo>
                    <a:pt x="6200" y="3929"/>
                    <a:pt x="7033" y="3974"/>
                    <a:pt x="7855" y="3829"/>
                  </a:cubicBezTo>
                  <a:cubicBezTo>
                    <a:pt x="8088" y="3784"/>
                    <a:pt x="8333" y="3729"/>
                    <a:pt x="8522" y="3584"/>
                  </a:cubicBezTo>
                  <a:cubicBezTo>
                    <a:pt x="8710" y="3451"/>
                    <a:pt x="8844" y="3218"/>
                    <a:pt x="8811" y="2985"/>
                  </a:cubicBezTo>
                  <a:cubicBezTo>
                    <a:pt x="8788" y="2863"/>
                    <a:pt x="8722" y="2752"/>
                    <a:pt x="8655" y="2651"/>
                  </a:cubicBezTo>
                  <a:cubicBezTo>
                    <a:pt x="8211" y="1896"/>
                    <a:pt x="7789" y="1130"/>
                    <a:pt x="7322" y="385"/>
                  </a:cubicBezTo>
                  <a:cubicBezTo>
                    <a:pt x="7141" y="95"/>
                    <a:pt x="6911" y="1"/>
                    <a:pt x="6655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229;p62">
              <a:extLst>
                <a:ext uri="{FF2B5EF4-FFF2-40B4-BE49-F238E27FC236}">
                  <a16:creationId xmlns:a16="http://schemas.microsoft.com/office/drawing/2014/main" id="{742F039E-6B52-FFA8-5BC9-93D601019FB7}"/>
                </a:ext>
              </a:extLst>
            </p:cNvPr>
            <p:cNvSpPr/>
            <p:nvPr/>
          </p:nvSpPr>
          <p:spPr>
            <a:xfrm>
              <a:off x="2728825" y="4329100"/>
              <a:ext cx="170250" cy="354700"/>
            </a:xfrm>
            <a:custGeom>
              <a:avLst/>
              <a:gdLst/>
              <a:ahLst/>
              <a:cxnLst/>
              <a:rect l="l" t="t" r="r" b="b"/>
              <a:pathLst>
                <a:path w="6810" h="14188" extrusionOk="0">
                  <a:moveTo>
                    <a:pt x="4759" y="0"/>
                  </a:moveTo>
                  <a:cubicBezTo>
                    <a:pt x="3314" y="0"/>
                    <a:pt x="2377" y="2499"/>
                    <a:pt x="1933" y="3556"/>
                  </a:cubicBezTo>
                  <a:cubicBezTo>
                    <a:pt x="1400" y="4812"/>
                    <a:pt x="789" y="6034"/>
                    <a:pt x="289" y="7311"/>
                  </a:cubicBezTo>
                  <a:cubicBezTo>
                    <a:pt x="134" y="7711"/>
                    <a:pt x="0" y="8211"/>
                    <a:pt x="278" y="8533"/>
                  </a:cubicBezTo>
                  <a:cubicBezTo>
                    <a:pt x="400" y="8288"/>
                    <a:pt x="477" y="8022"/>
                    <a:pt x="533" y="7755"/>
                  </a:cubicBezTo>
                  <a:lnTo>
                    <a:pt x="533" y="7755"/>
                  </a:lnTo>
                  <a:cubicBezTo>
                    <a:pt x="522" y="8355"/>
                    <a:pt x="489" y="9088"/>
                    <a:pt x="1100" y="9733"/>
                  </a:cubicBezTo>
                  <a:cubicBezTo>
                    <a:pt x="1100" y="9477"/>
                    <a:pt x="1100" y="9233"/>
                    <a:pt x="1111" y="8977"/>
                  </a:cubicBezTo>
                  <a:cubicBezTo>
                    <a:pt x="1111" y="8977"/>
                    <a:pt x="2666" y="12799"/>
                    <a:pt x="3777" y="14188"/>
                  </a:cubicBezTo>
                  <a:cubicBezTo>
                    <a:pt x="3777" y="14032"/>
                    <a:pt x="4022" y="13788"/>
                    <a:pt x="4022" y="13643"/>
                  </a:cubicBezTo>
                  <a:cubicBezTo>
                    <a:pt x="4343" y="13798"/>
                    <a:pt x="4677" y="13954"/>
                    <a:pt x="4999" y="14121"/>
                  </a:cubicBezTo>
                  <a:cubicBezTo>
                    <a:pt x="4933" y="13709"/>
                    <a:pt x="4866" y="13310"/>
                    <a:pt x="4799" y="12910"/>
                  </a:cubicBezTo>
                  <a:cubicBezTo>
                    <a:pt x="4805" y="12909"/>
                    <a:pt x="4812" y="12909"/>
                    <a:pt x="4818" y="12909"/>
                  </a:cubicBezTo>
                  <a:cubicBezTo>
                    <a:pt x="5164" y="12909"/>
                    <a:pt x="5600" y="13188"/>
                    <a:pt x="5936" y="13188"/>
                  </a:cubicBezTo>
                  <a:cubicBezTo>
                    <a:pt x="5942" y="13188"/>
                    <a:pt x="5949" y="13188"/>
                    <a:pt x="5955" y="13188"/>
                  </a:cubicBezTo>
                  <a:cubicBezTo>
                    <a:pt x="5876" y="12988"/>
                    <a:pt x="5699" y="12488"/>
                    <a:pt x="5621" y="12299"/>
                  </a:cubicBezTo>
                  <a:lnTo>
                    <a:pt x="5621" y="12299"/>
                  </a:lnTo>
                  <a:lnTo>
                    <a:pt x="6476" y="12521"/>
                  </a:lnTo>
                  <a:cubicBezTo>
                    <a:pt x="5666" y="11344"/>
                    <a:pt x="4622" y="9777"/>
                    <a:pt x="3377" y="7955"/>
                  </a:cubicBezTo>
                  <a:cubicBezTo>
                    <a:pt x="4355" y="6700"/>
                    <a:pt x="4788" y="5656"/>
                    <a:pt x="5854" y="4234"/>
                  </a:cubicBezTo>
                  <a:cubicBezTo>
                    <a:pt x="5858" y="4259"/>
                    <a:pt x="5868" y="4271"/>
                    <a:pt x="5884" y="4271"/>
                  </a:cubicBezTo>
                  <a:cubicBezTo>
                    <a:pt x="6050" y="4271"/>
                    <a:pt x="6810" y="2958"/>
                    <a:pt x="6688" y="2035"/>
                  </a:cubicBezTo>
                  <a:cubicBezTo>
                    <a:pt x="6587" y="1245"/>
                    <a:pt x="6066" y="446"/>
                    <a:pt x="5321" y="124"/>
                  </a:cubicBezTo>
                  <a:cubicBezTo>
                    <a:pt x="5126" y="39"/>
                    <a:pt x="4938" y="0"/>
                    <a:pt x="4759" y="0"/>
                  </a:cubicBezTo>
                  <a:close/>
                </a:path>
              </a:pathLst>
            </a:custGeom>
            <a:solidFill>
              <a:srgbClr val="774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230;p62">
              <a:extLst>
                <a:ext uri="{FF2B5EF4-FFF2-40B4-BE49-F238E27FC236}">
                  <a16:creationId xmlns:a16="http://schemas.microsoft.com/office/drawing/2014/main" id="{E45F0D59-AEE1-FB53-B80C-959AE517E0E0}"/>
                </a:ext>
              </a:extLst>
            </p:cNvPr>
            <p:cNvSpPr/>
            <p:nvPr/>
          </p:nvSpPr>
          <p:spPr>
            <a:xfrm>
              <a:off x="2813800" y="4382725"/>
              <a:ext cx="9175" cy="18625"/>
            </a:xfrm>
            <a:custGeom>
              <a:avLst/>
              <a:gdLst/>
              <a:ahLst/>
              <a:cxnLst/>
              <a:rect l="l" t="t" r="r" b="b"/>
              <a:pathLst>
                <a:path w="367" h="745" extrusionOk="0">
                  <a:moveTo>
                    <a:pt x="367" y="1"/>
                  </a:moveTo>
                  <a:lnTo>
                    <a:pt x="367" y="1"/>
                  </a:lnTo>
                  <a:cubicBezTo>
                    <a:pt x="256" y="100"/>
                    <a:pt x="178" y="211"/>
                    <a:pt x="112" y="334"/>
                  </a:cubicBezTo>
                  <a:cubicBezTo>
                    <a:pt x="56" y="467"/>
                    <a:pt x="1" y="589"/>
                    <a:pt x="1" y="744"/>
                  </a:cubicBezTo>
                  <a:cubicBezTo>
                    <a:pt x="122" y="645"/>
                    <a:pt x="189" y="534"/>
                    <a:pt x="256" y="411"/>
                  </a:cubicBezTo>
                  <a:cubicBezTo>
                    <a:pt x="312" y="278"/>
                    <a:pt x="367" y="156"/>
                    <a:pt x="367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231;p62">
              <a:extLst>
                <a:ext uri="{FF2B5EF4-FFF2-40B4-BE49-F238E27FC236}">
                  <a16:creationId xmlns:a16="http://schemas.microsoft.com/office/drawing/2014/main" id="{F315EAA4-D6BB-6885-E394-EF9CA4C0E0AC}"/>
                </a:ext>
              </a:extLst>
            </p:cNvPr>
            <p:cNvSpPr/>
            <p:nvPr/>
          </p:nvSpPr>
          <p:spPr>
            <a:xfrm>
              <a:off x="2844050" y="4407175"/>
              <a:ext cx="6425" cy="14450"/>
            </a:xfrm>
            <a:custGeom>
              <a:avLst/>
              <a:gdLst/>
              <a:ahLst/>
              <a:cxnLst/>
              <a:rect l="l" t="t" r="r" b="b"/>
              <a:pathLst>
                <a:path w="257" h="578" extrusionOk="0">
                  <a:moveTo>
                    <a:pt x="235" y="0"/>
                  </a:moveTo>
                  <a:lnTo>
                    <a:pt x="235" y="0"/>
                  </a:lnTo>
                  <a:cubicBezTo>
                    <a:pt x="146" y="78"/>
                    <a:pt x="90" y="166"/>
                    <a:pt x="57" y="267"/>
                  </a:cubicBezTo>
                  <a:cubicBezTo>
                    <a:pt x="23" y="356"/>
                    <a:pt x="1" y="455"/>
                    <a:pt x="35" y="578"/>
                  </a:cubicBezTo>
                  <a:cubicBezTo>
                    <a:pt x="124" y="500"/>
                    <a:pt x="168" y="411"/>
                    <a:pt x="201" y="322"/>
                  </a:cubicBezTo>
                  <a:cubicBezTo>
                    <a:pt x="235" y="222"/>
                    <a:pt x="257" y="122"/>
                    <a:pt x="235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232;p62">
              <a:extLst>
                <a:ext uri="{FF2B5EF4-FFF2-40B4-BE49-F238E27FC236}">
                  <a16:creationId xmlns:a16="http://schemas.microsoft.com/office/drawing/2014/main" id="{2FE8EEC9-7413-0F96-B02C-D18DCDBBE23D}"/>
                </a:ext>
              </a:extLst>
            </p:cNvPr>
            <p:cNvSpPr/>
            <p:nvPr/>
          </p:nvSpPr>
          <p:spPr>
            <a:xfrm>
              <a:off x="2779075" y="4448825"/>
              <a:ext cx="4750" cy="10850"/>
            </a:xfrm>
            <a:custGeom>
              <a:avLst/>
              <a:gdLst/>
              <a:ahLst/>
              <a:cxnLst/>
              <a:rect l="l" t="t" r="r" b="b"/>
              <a:pathLst>
                <a:path w="190" h="434" extrusionOk="0">
                  <a:moveTo>
                    <a:pt x="145" y="1"/>
                  </a:moveTo>
                  <a:cubicBezTo>
                    <a:pt x="67" y="56"/>
                    <a:pt x="34" y="122"/>
                    <a:pt x="12" y="200"/>
                  </a:cubicBezTo>
                  <a:cubicBezTo>
                    <a:pt x="0" y="278"/>
                    <a:pt x="0" y="356"/>
                    <a:pt x="34" y="433"/>
                  </a:cubicBezTo>
                  <a:cubicBezTo>
                    <a:pt x="112" y="378"/>
                    <a:pt x="145" y="312"/>
                    <a:pt x="168" y="233"/>
                  </a:cubicBezTo>
                  <a:cubicBezTo>
                    <a:pt x="178" y="167"/>
                    <a:pt x="190" y="89"/>
                    <a:pt x="145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233;p62">
              <a:extLst>
                <a:ext uri="{FF2B5EF4-FFF2-40B4-BE49-F238E27FC236}">
                  <a16:creationId xmlns:a16="http://schemas.microsoft.com/office/drawing/2014/main" id="{7B0F278A-0385-DA7E-53FA-8CBE5AE76982}"/>
                </a:ext>
              </a:extLst>
            </p:cNvPr>
            <p:cNvSpPr/>
            <p:nvPr/>
          </p:nvSpPr>
          <p:spPr>
            <a:xfrm>
              <a:off x="2779075" y="4477975"/>
              <a:ext cx="6975" cy="20300"/>
            </a:xfrm>
            <a:custGeom>
              <a:avLst/>
              <a:gdLst/>
              <a:ahLst/>
              <a:cxnLst/>
              <a:rect l="l" t="t" r="r" b="b"/>
              <a:pathLst>
                <a:path w="279" h="812" extrusionOk="0">
                  <a:moveTo>
                    <a:pt x="245" y="1"/>
                  </a:moveTo>
                  <a:lnTo>
                    <a:pt x="245" y="1"/>
                  </a:lnTo>
                  <a:cubicBezTo>
                    <a:pt x="156" y="123"/>
                    <a:pt x="101" y="256"/>
                    <a:pt x="67" y="390"/>
                  </a:cubicBezTo>
                  <a:cubicBezTo>
                    <a:pt x="23" y="523"/>
                    <a:pt x="0" y="656"/>
                    <a:pt x="23" y="812"/>
                  </a:cubicBezTo>
                  <a:cubicBezTo>
                    <a:pt x="123" y="689"/>
                    <a:pt x="178" y="568"/>
                    <a:pt x="212" y="423"/>
                  </a:cubicBezTo>
                  <a:cubicBezTo>
                    <a:pt x="245" y="289"/>
                    <a:pt x="279" y="156"/>
                    <a:pt x="245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234;p62">
              <a:extLst>
                <a:ext uri="{FF2B5EF4-FFF2-40B4-BE49-F238E27FC236}">
                  <a16:creationId xmlns:a16="http://schemas.microsoft.com/office/drawing/2014/main" id="{3D6169B1-FAB5-796C-4457-347F3FEE9A82}"/>
                </a:ext>
              </a:extLst>
            </p:cNvPr>
            <p:cNvSpPr/>
            <p:nvPr/>
          </p:nvSpPr>
          <p:spPr>
            <a:xfrm>
              <a:off x="2761600" y="4494375"/>
              <a:ext cx="5275" cy="17500"/>
            </a:xfrm>
            <a:custGeom>
              <a:avLst/>
              <a:gdLst/>
              <a:ahLst/>
              <a:cxnLst/>
              <a:rect l="l" t="t" r="r" b="b"/>
              <a:pathLst>
                <a:path w="211" h="700" extrusionOk="0">
                  <a:moveTo>
                    <a:pt x="178" y="0"/>
                  </a:moveTo>
                  <a:cubicBezTo>
                    <a:pt x="89" y="111"/>
                    <a:pt x="55" y="223"/>
                    <a:pt x="22" y="344"/>
                  </a:cubicBezTo>
                  <a:cubicBezTo>
                    <a:pt x="0" y="455"/>
                    <a:pt x="0" y="578"/>
                    <a:pt x="33" y="700"/>
                  </a:cubicBezTo>
                  <a:cubicBezTo>
                    <a:pt x="122" y="600"/>
                    <a:pt x="156" y="489"/>
                    <a:pt x="178" y="367"/>
                  </a:cubicBezTo>
                  <a:cubicBezTo>
                    <a:pt x="200" y="255"/>
                    <a:pt x="211" y="134"/>
                    <a:pt x="178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235;p62">
              <a:extLst>
                <a:ext uri="{FF2B5EF4-FFF2-40B4-BE49-F238E27FC236}">
                  <a16:creationId xmlns:a16="http://schemas.microsoft.com/office/drawing/2014/main" id="{4F297C98-3E2A-EA9F-7BA9-1EE20BAB8C0F}"/>
                </a:ext>
              </a:extLst>
            </p:cNvPr>
            <p:cNvSpPr/>
            <p:nvPr/>
          </p:nvSpPr>
          <p:spPr>
            <a:xfrm>
              <a:off x="2765200" y="4532150"/>
              <a:ext cx="5575" cy="14450"/>
            </a:xfrm>
            <a:custGeom>
              <a:avLst/>
              <a:gdLst/>
              <a:ahLst/>
              <a:cxnLst/>
              <a:rect l="l" t="t" r="r" b="b"/>
              <a:pathLst>
                <a:path w="223" h="578" extrusionOk="0">
                  <a:moveTo>
                    <a:pt x="34" y="0"/>
                  </a:moveTo>
                  <a:cubicBezTo>
                    <a:pt x="0" y="111"/>
                    <a:pt x="12" y="211"/>
                    <a:pt x="34" y="311"/>
                  </a:cubicBezTo>
                  <a:cubicBezTo>
                    <a:pt x="56" y="400"/>
                    <a:pt x="100" y="500"/>
                    <a:pt x="189" y="578"/>
                  </a:cubicBezTo>
                  <a:cubicBezTo>
                    <a:pt x="222" y="467"/>
                    <a:pt x="212" y="366"/>
                    <a:pt x="178" y="267"/>
                  </a:cubicBezTo>
                  <a:cubicBezTo>
                    <a:pt x="156" y="166"/>
                    <a:pt x="111" y="77"/>
                    <a:pt x="34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236;p62">
              <a:extLst>
                <a:ext uri="{FF2B5EF4-FFF2-40B4-BE49-F238E27FC236}">
                  <a16:creationId xmlns:a16="http://schemas.microsoft.com/office/drawing/2014/main" id="{FA5801F6-3ADD-6F49-9E1C-5E1BD0A84D05}"/>
                </a:ext>
              </a:extLst>
            </p:cNvPr>
            <p:cNvSpPr/>
            <p:nvPr/>
          </p:nvSpPr>
          <p:spPr>
            <a:xfrm>
              <a:off x="2775475" y="3912800"/>
              <a:ext cx="240800" cy="484400"/>
            </a:xfrm>
            <a:custGeom>
              <a:avLst/>
              <a:gdLst/>
              <a:ahLst/>
              <a:cxnLst/>
              <a:rect l="l" t="t" r="r" b="b"/>
              <a:pathLst>
                <a:path w="9632" h="19376" extrusionOk="0">
                  <a:moveTo>
                    <a:pt x="3475" y="1"/>
                  </a:moveTo>
                  <a:cubicBezTo>
                    <a:pt x="2970" y="1"/>
                    <a:pt x="2462" y="120"/>
                    <a:pt x="2011" y="345"/>
                  </a:cubicBezTo>
                  <a:cubicBezTo>
                    <a:pt x="1067" y="812"/>
                    <a:pt x="367" y="1690"/>
                    <a:pt x="1" y="2656"/>
                  </a:cubicBezTo>
                  <a:cubicBezTo>
                    <a:pt x="289" y="2612"/>
                    <a:pt x="578" y="2512"/>
                    <a:pt x="845" y="2379"/>
                  </a:cubicBezTo>
                  <a:lnTo>
                    <a:pt x="845" y="2379"/>
                  </a:lnTo>
                  <a:cubicBezTo>
                    <a:pt x="567" y="2523"/>
                    <a:pt x="367" y="3045"/>
                    <a:pt x="312" y="3334"/>
                  </a:cubicBezTo>
                  <a:cubicBezTo>
                    <a:pt x="223" y="3756"/>
                    <a:pt x="100" y="4167"/>
                    <a:pt x="122" y="4601"/>
                  </a:cubicBezTo>
                  <a:cubicBezTo>
                    <a:pt x="312" y="4489"/>
                    <a:pt x="500" y="4367"/>
                    <a:pt x="689" y="4245"/>
                  </a:cubicBezTo>
                  <a:lnTo>
                    <a:pt x="689" y="4245"/>
                  </a:lnTo>
                  <a:cubicBezTo>
                    <a:pt x="522" y="4989"/>
                    <a:pt x="433" y="5744"/>
                    <a:pt x="411" y="6500"/>
                  </a:cubicBezTo>
                  <a:cubicBezTo>
                    <a:pt x="689" y="6334"/>
                    <a:pt x="944" y="6134"/>
                    <a:pt x="1156" y="5889"/>
                  </a:cubicBezTo>
                  <a:lnTo>
                    <a:pt x="1156" y="5889"/>
                  </a:lnTo>
                  <a:cubicBezTo>
                    <a:pt x="1055" y="6589"/>
                    <a:pt x="978" y="7289"/>
                    <a:pt x="922" y="7988"/>
                  </a:cubicBezTo>
                  <a:cubicBezTo>
                    <a:pt x="889" y="8333"/>
                    <a:pt x="911" y="8711"/>
                    <a:pt x="845" y="9044"/>
                  </a:cubicBezTo>
                  <a:cubicBezTo>
                    <a:pt x="789" y="9288"/>
                    <a:pt x="689" y="9488"/>
                    <a:pt x="656" y="9743"/>
                  </a:cubicBezTo>
                  <a:cubicBezTo>
                    <a:pt x="456" y="11110"/>
                    <a:pt x="256" y="12621"/>
                    <a:pt x="411" y="13999"/>
                  </a:cubicBezTo>
                  <a:cubicBezTo>
                    <a:pt x="489" y="15887"/>
                    <a:pt x="1356" y="17753"/>
                    <a:pt x="2800" y="18986"/>
                  </a:cubicBezTo>
                  <a:cubicBezTo>
                    <a:pt x="2833" y="18798"/>
                    <a:pt x="2867" y="18608"/>
                    <a:pt x="2889" y="18420"/>
                  </a:cubicBezTo>
                  <a:cubicBezTo>
                    <a:pt x="3378" y="18653"/>
                    <a:pt x="3822" y="18975"/>
                    <a:pt x="4177" y="19375"/>
                  </a:cubicBezTo>
                  <a:cubicBezTo>
                    <a:pt x="4388" y="19075"/>
                    <a:pt x="4644" y="18808"/>
                    <a:pt x="4921" y="18575"/>
                  </a:cubicBezTo>
                  <a:cubicBezTo>
                    <a:pt x="5143" y="18653"/>
                    <a:pt x="5155" y="19042"/>
                    <a:pt x="5388" y="19064"/>
                  </a:cubicBezTo>
                  <a:cubicBezTo>
                    <a:pt x="5396" y="19065"/>
                    <a:pt x="5405" y="19066"/>
                    <a:pt x="5413" y="19066"/>
                  </a:cubicBezTo>
                  <a:cubicBezTo>
                    <a:pt x="5501" y="19066"/>
                    <a:pt x="5572" y="19014"/>
                    <a:pt x="5644" y="18953"/>
                  </a:cubicBezTo>
                  <a:cubicBezTo>
                    <a:pt x="5943" y="18719"/>
                    <a:pt x="6232" y="18475"/>
                    <a:pt x="6499" y="18220"/>
                  </a:cubicBezTo>
                  <a:cubicBezTo>
                    <a:pt x="6688" y="18475"/>
                    <a:pt x="6821" y="18753"/>
                    <a:pt x="6921" y="19053"/>
                  </a:cubicBezTo>
                  <a:cubicBezTo>
                    <a:pt x="6910" y="19020"/>
                    <a:pt x="7765" y="18164"/>
                    <a:pt x="7843" y="18053"/>
                  </a:cubicBezTo>
                  <a:cubicBezTo>
                    <a:pt x="8132" y="17665"/>
                    <a:pt x="8365" y="17242"/>
                    <a:pt x="8554" y="16798"/>
                  </a:cubicBezTo>
                  <a:cubicBezTo>
                    <a:pt x="8876" y="16031"/>
                    <a:pt x="9176" y="14987"/>
                    <a:pt x="9076" y="14143"/>
                  </a:cubicBezTo>
                  <a:lnTo>
                    <a:pt x="9076" y="14143"/>
                  </a:lnTo>
                  <a:cubicBezTo>
                    <a:pt x="9265" y="14287"/>
                    <a:pt x="9443" y="14431"/>
                    <a:pt x="9631" y="14576"/>
                  </a:cubicBezTo>
                  <a:cubicBezTo>
                    <a:pt x="9209" y="11955"/>
                    <a:pt x="8476" y="9377"/>
                    <a:pt x="7466" y="6922"/>
                  </a:cubicBezTo>
                  <a:lnTo>
                    <a:pt x="7466" y="6922"/>
                  </a:lnTo>
                  <a:cubicBezTo>
                    <a:pt x="7621" y="6988"/>
                    <a:pt x="7765" y="7055"/>
                    <a:pt x="7921" y="7122"/>
                  </a:cubicBezTo>
                  <a:cubicBezTo>
                    <a:pt x="7676" y="7011"/>
                    <a:pt x="7577" y="6300"/>
                    <a:pt x="7510" y="6089"/>
                  </a:cubicBezTo>
                  <a:cubicBezTo>
                    <a:pt x="7110" y="4689"/>
                    <a:pt x="6932" y="3201"/>
                    <a:pt x="6266" y="1890"/>
                  </a:cubicBezTo>
                  <a:lnTo>
                    <a:pt x="6232" y="1823"/>
                  </a:lnTo>
                  <a:cubicBezTo>
                    <a:pt x="5943" y="1256"/>
                    <a:pt x="5543" y="757"/>
                    <a:pt x="5010" y="424"/>
                  </a:cubicBezTo>
                  <a:cubicBezTo>
                    <a:pt x="4551" y="137"/>
                    <a:pt x="4015" y="1"/>
                    <a:pt x="3475" y="1"/>
                  </a:cubicBezTo>
                  <a:close/>
                </a:path>
              </a:pathLst>
            </a:custGeom>
            <a:solidFill>
              <a:srgbClr val="774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237;p62">
              <a:extLst>
                <a:ext uri="{FF2B5EF4-FFF2-40B4-BE49-F238E27FC236}">
                  <a16:creationId xmlns:a16="http://schemas.microsoft.com/office/drawing/2014/main" id="{0C6AF226-BA09-F118-6659-82E0D30CBD00}"/>
                </a:ext>
              </a:extLst>
            </p:cNvPr>
            <p:cNvSpPr/>
            <p:nvPr/>
          </p:nvSpPr>
          <p:spPr>
            <a:xfrm>
              <a:off x="2822400" y="4346750"/>
              <a:ext cx="103900" cy="114925"/>
            </a:xfrm>
            <a:custGeom>
              <a:avLst/>
              <a:gdLst/>
              <a:ahLst/>
              <a:cxnLst/>
              <a:rect l="l" t="t" r="r" b="b"/>
              <a:pathLst>
                <a:path w="4156" h="4597" extrusionOk="0">
                  <a:moveTo>
                    <a:pt x="461" y="0"/>
                  </a:moveTo>
                  <a:cubicBezTo>
                    <a:pt x="433" y="0"/>
                    <a:pt x="406" y="2"/>
                    <a:pt x="378" y="6"/>
                  </a:cubicBezTo>
                  <a:cubicBezTo>
                    <a:pt x="234" y="18"/>
                    <a:pt x="79" y="107"/>
                    <a:pt x="34" y="251"/>
                  </a:cubicBezTo>
                  <a:cubicBezTo>
                    <a:pt x="0" y="362"/>
                    <a:pt x="12" y="473"/>
                    <a:pt x="34" y="584"/>
                  </a:cubicBezTo>
                  <a:cubicBezTo>
                    <a:pt x="67" y="762"/>
                    <a:pt x="112" y="951"/>
                    <a:pt x="145" y="1139"/>
                  </a:cubicBezTo>
                  <a:cubicBezTo>
                    <a:pt x="190" y="1384"/>
                    <a:pt x="234" y="1617"/>
                    <a:pt x="312" y="1850"/>
                  </a:cubicBezTo>
                  <a:cubicBezTo>
                    <a:pt x="434" y="2250"/>
                    <a:pt x="667" y="2617"/>
                    <a:pt x="889" y="2973"/>
                  </a:cubicBezTo>
                  <a:cubicBezTo>
                    <a:pt x="1067" y="3272"/>
                    <a:pt x="1256" y="3573"/>
                    <a:pt x="1445" y="3872"/>
                  </a:cubicBezTo>
                  <a:cubicBezTo>
                    <a:pt x="1511" y="3972"/>
                    <a:pt x="1578" y="4084"/>
                    <a:pt x="1667" y="4161"/>
                  </a:cubicBezTo>
                  <a:cubicBezTo>
                    <a:pt x="1756" y="4239"/>
                    <a:pt x="1856" y="4283"/>
                    <a:pt x="1967" y="4339"/>
                  </a:cubicBezTo>
                  <a:cubicBezTo>
                    <a:pt x="2100" y="4395"/>
                    <a:pt x="2222" y="4439"/>
                    <a:pt x="2367" y="4483"/>
                  </a:cubicBezTo>
                  <a:cubicBezTo>
                    <a:pt x="2434" y="4506"/>
                    <a:pt x="2500" y="4528"/>
                    <a:pt x="2578" y="4550"/>
                  </a:cubicBezTo>
                  <a:cubicBezTo>
                    <a:pt x="2635" y="4569"/>
                    <a:pt x="2702" y="4597"/>
                    <a:pt x="2769" y="4597"/>
                  </a:cubicBezTo>
                  <a:cubicBezTo>
                    <a:pt x="2779" y="4597"/>
                    <a:pt x="2790" y="4596"/>
                    <a:pt x="2800" y="4595"/>
                  </a:cubicBezTo>
                  <a:cubicBezTo>
                    <a:pt x="2911" y="4583"/>
                    <a:pt x="2989" y="4494"/>
                    <a:pt x="3056" y="4405"/>
                  </a:cubicBezTo>
                  <a:cubicBezTo>
                    <a:pt x="3067" y="4383"/>
                    <a:pt x="3089" y="4372"/>
                    <a:pt x="3111" y="4361"/>
                  </a:cubicBezTo>
                  <a:cubicBezTo>
                    <a:pt x="3123" y="4350"/>
                    <a:pt x="3145" y="4350"/>
                    <a:pt x="3167" y="4350"/>
                  </a:cubicBezTo>
                  <a:lnTo>
                    <a:pt x="3333" y="4316"/>
                  </a:lnTo>
                  <a:cubicBezTo>
                    <a:pt x="3367" y="4316"/>
                    <a:pt x="3411" y="4306"/>
                    <a:pt x="3434" y="4283"/>
                  </a:cubicBezTo>
                  <a:cubicBezTo>
                    <a:pt x="3511" y="4250"/>
                    <a:pt x="3545" y="4161"/>
                    <a:pt x="3567" y="4084"/>
                  </a:cubicBezTo>
                  <a:cubicBezTo>
                    <a:pt x="3548" y="4080"/>
                    <a:pt x="3527" y="4078"/>
                    <a:pt x="3505" y="4078"/>
                  </a:cubicBezTo>
                  <a:cubicBezTo>
                    <a:pt x="3462" y="4078"/>
                    <a:pt x="3415" y="4084"/>
                    <a:pt x="3378" y="4084"/>
                  </a:cubicBezTo>
                  <a:cubicBezTo>
                    <a:pt x="3300" y="4094"/>
                    <a:pt x="3234" y="4094"/>
                    <a:pt x="3155" y="4094"/>
                  </a:cubicBezTo>
                  <a:cubicBezTo>
                    <a:pt x="3089" y="4094"/>
                    <a:pt x="3021" y="4090"/>
                    <a:pt x="2952" y="4081"/>
                  </a:cubicBezTo>
                  <a:lnTo>
                    <a:pt x="2952" y="4081"/>
                  </a:lnTo>
                  <a:cubicBezTo>
                    <a:pt x="3007" y="4087"/>
                    <a:pt x="3061" y="4089"/>
                    <a:pt x="3115" y="4089"/>
                  </a:cubicBezTo>
                  <a:cubicBezTo>
                    <a:pt x="3426" y="4089"/>
                    <a:pt x="3737" y="4004"/>
                    <a:pt x="4000" y="3850"/>
                  </a:cubicBezTo>
                  <a:cubicBezTo>
                    <a:pt x="4022" y="3828"/>
                    <a:pt x="4044" y="3817"/>
                    <a:pt x="4056" y="3795"/>
                  </a:cubicBezTo>
                  <a:cubicBezTo>
                    <a:pt x="4078" y="3750"/>
                    <a:pt x="4066" y="3694"/>
                    <a:pt x="4044" y="3650"/>
                  </a:cubicBezTo>
                  <a:cubicBezTo>
                    <a:pt x="4011" y="3583"/>
                    <a:pt x="3989" y="3528"/>
                    <a:pt x="3955" y="3472"/>
                  </a:cubicBezTo>
                  <a:cubicBezTo>
                    <a:pt x="3945" y="3450"/>
                    <a:pt x="3933" y="3428"/>
                    <a:pt x="3922" y="3417"/>
                  </a:cubicBezTo>
                  <a:cubicBezTo>
                    <a:pt x="3905" y="3411"/>
                    <a:pt x="3891" y="3408"/>
                    <a:pt x="3878" y="3408"/>
                  </a:cubicBezTo>
                  <a:cubicBezTo>
                    <a:pt x="3864" y="3408"/>
                    <a:pt x="3850" y="3411"/>
                    <a:pt x="3833" y="3417"/>
                  </a:cubicBezTo>
                  <a:cubicBezTo>
                    <a:pt x="3677" y="3439"/>
                    <a:pt x="3518" y="3454"/>
                    <a:pt x="3358" y="3462"/>
                  </a:cubicBezTo>
                  <a:lnTo>
                    <a:pt x="3358" y="3462"/>
                  </a:lnTo>
                  <a:cubicBezTo>
                    <a:pt x="3625" y="3416"/>
                    <a:pt x="3881" y="3310"/>
                    <a:pt x="4100" y="3150"/>
                  </a:cubicBezTo>
                  <a:cubicBezTo>
                    <a:pt x="4111" y="3139"/>
                    <a:pt x="4133" y="3117"/>
                    <a:pt x="4145" y="3094"/>
                  </a:cubicBezTo>
                  <a:cubicBezTo>
                    <a:pt x="4155" y="3072"/>
                    <a:pt x="4145" y="3050"/>
                    <a:pt x="4133" y="3028"/>
                  </a:cubicBezTo>
                  <a:cubicBezTo>
                    <a:pt x="4100" y="2928"/>
                    <a:pt x="4044" y="2828"/>
                    <a:pt x="3977" y="2739"/>
                  </a:cubicBezTo>
                  <a:cubicBezTo>
                    <a:pt x="3955" y="2717"/>
                    <a:pt x="3933" y="2694"/>
                    <a:pt x="3900" y="2694"/>
                  </a:cubicBezTo>
                  <a:cubicBezTo>
                    <a:pt x="3892" y="2693"/>
                    <a:pt x="3885" y="2692"/>
                    <a:pt x="3877" y="2692"/>
                  </a:cubicBezTo>
                  <a:cubicBezTo>
                    <a:pt x="3844" y="2692"/>
                    <a:pt x="3816" y="2710"/>
                    <a:pt x="3789" y="2728"/>
                  </a:cubicBezTo>
                  <a:cubicBezTo>
                    <a:pt x="3644" y="2817"/>
                    <a:pt x="3480" y="2848"/>
                    <a:pt x="3313" y="2848"/>
                  </a:cubicBezTo>
                  <a:cubicBezTo>
                    <a:pt x="3187" y="2848"/>
                    <a:pt x="3058" y="2830"/>
                    <a:pt x="2933" y="2806"/>
                  </a:cubicBezTo>
                  <a:cubicBezTo>
                    <a:pt x="2789" y="2773"/>
                    <a:pt x="2644" y="2739"/>
                    <a:pt x="2533" y="2650"/>
                  </a:cubicBezTo>
                  <a:cubicBezTo>
                    <a:pt x="2412" y="2561"/>
                    <a:pt x="2345" y="2417"/>
                    <a:pt x="2267" y="2284"/>
                  </a:cubicBezTo>
                  <a:cubicBezTo>
                    <a:pt x="2200" y="2161"/>
                    <a:pt x="2145" y="1984"/>
                    <a:pt x="2256" y="1895"/>
                  </a:cubicBezTo>
                  <a:cubicBezTo>
                    <a:pt x="2286" y="1871"/>
                    <a:pt x="2321" y="1861"/>
                    <a:pt x="2357" y="1861"/>
                  </a:cubicBezTo>
                  <a:cubicBezTo>
                    <a:pt x="2441" y="1861"/>
                    <a:pt x="2531" y="1917"/>
                    <a:pt x="2578" y="1995"/>
                  </a:cubicBezTo>
                  <a:cubicBezTo>
                    <a:pt x="2656" y="2095"/>
                    <a:pt x="2678" y="2228"/>
                    <a:pt x="2755" y="2339"/>
                  </a:cubicBezTo>
                  <a:cubicBezTo>
                    <a:pt x="2789" y="2395"/>
                    <a:pt x="2856" y="2439"/>
                    <a:pt x="2923" y="2439"/>
                  </a:cubicBezTo>
                  <a:cubicBezTo>
                    <a:pt x="2955" y="2439"/>
                    <a:pt x="2978" y="2417"/>
                    <a:pt x="3011" y="2406"/>
                  </a:cubicBezTo>
                  <a:cubicBezTo>
                    <a:pt x="3078" y="2361"/>
                    <a:pt x="3145" y="2295"/>
                    <a:pt x="3189" y="2228"/>
                  </a:cubicBezTo>
                  <a:cubicBezTo>
                    <a:pt x="3222" y="2195"/>
                    <a:pt x="3244" y="2161"/>
                    <a:pt x="3244" y="2117"/>
                  </a:cubicBezTo>
                  <a:cubicBezTo>
                    <a:pt x="3244" y="2072"/>
                    <a:pt x="3234" y="2040"/>
                    <a:pt x="3211" y="1995"/>
                  </a:cubicBezTo>
                  <a:cubicBezTo>
                    <a:pt x="3067" y="1672"/>
                    <a:pt x="2867" y="1339"/>
                    <a:pt x="2533" y="1206"/>
                  </a:cubicBezTo>
                  <a:cubicBezTo>
                    <a:pt x="2212" y="1084"/>
                    <a:pt x="1911" y="1117"/>
                    <a:pt x="1645" y="850"/>
                  </a:cubicBezTo>
                  <a:cubicBezTo>
                    <a:pt x="1634" y="850"/>
                    <a:pt x="1634" y="840"/>
                    <a:pt x="1622" y="828"/>
                  </a:cubicBezTo>
                  <a:cubicBezTo>
                    <a:pt x="1545" y="751"/>
                    <a:pt x="1478" y="650"/>
                    <a:pt x="1412" y="562"/>
                  </a:cubicBezTo>
                  <a:cubicBezTo>
                    <a:pt x="1245" y="362"/>
                    <a:pt x="1045" y="206"/>
                    <a:pt x="823" y="95"/>
                  </a:cubicBezTo>
                  <a:cubicBezTo>
                    <a:pt x="713" y="40"/>
                    <a:pt x="588" y="0"/>
                    <a:pt x="461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238;p62">
              <a:extLst>
                <a:ext uri="{FF2B5EF4-FFF2-40B4-BE49-F238E27FC236}">
                  <a16:creationId xmlns:a16="http://schemas.microsoft.com/office/drawing/2014/main" id="{BF99B6FD-04C3-9791-2274-FC21791246A5}"/>
                </a:ext>
              </a:extLst>
            </p:cNvPr>
            <p:cNvSpPr/>
            <p:nvPr/>
          </p:nvSpPr>
          <p:spPr>
            <a:xfrm>
              <a:off x="2875450" y="4424650"/>
              <a:ext cx="31125" cy="8775"/>
            </a:xfrm>
            <a:custGeom>
              <a:avLst/>
              <a:gdLst/>
              <a:ahLst/>
              <a:cxnLst/>
              <a:rect l="l" t="t" r="r" b="b"/>
              <a:pathLst>
                <a:path w="1245" h="351" extrusionOk="0">
                  <a:moveTo>
                    <a:pt x="1" y="1"/>
                  </a:moveTo>
                  <a:cubicBezTo>
                    <a:pt x="167" y="123"/>
                    <a:pt x="334" y="234"/>
                    <a:pt x="512" y="334"/>
                  </a:cubicBezTo>
                  <a:lnTo>
                    <a:pt x="512" y="345"/>
                  </a:lnTo>
                  <a:lnTo>
                    <a:pt x="522" y="345"/>
                  </a:lnTo>
                  <a:cubicBezTo>
                    <a:pt x="678" y="345"/>
                    <a:pt x="839" y="350"/>
                    <a:pt x="1001" y="350"/>
                  </a:cubicBezTo>
                  <a:cubicBezTo>
                    <a:pt x="1082" y="350"/>
                    <a:pt x="1163" y="349"/>
                    <a:pt x="1245" y="345"/>
                  </a:cubicBezTo>
                  <a:cubicBezTo>
                    <a:pt x="1001" y="312"/>
                    <a:pt x="767" y="301"/>
                    <a:pt x="522" y="301"/>
                  </a:cubicBezTo>
                  <a:lnTo>
                    <a:pt x="534" y="301"/>
                  </a:lnTo>
                  <a:cubicBezTo>
                    <a:pt x="356" y="201"/>
                    <a:pt x="178" y="89"/>
                    <a:pt x="1" y="1"/>
                  </a:cubicBezTo>
                  <a:close/>
                </a:path>
              </a:pathLst>
            </a:custGeom>
            <a:solidFill>
              <a:srgbClr val="BF9A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239;p62">
              <a:extLst>
                <a:ext uri="{FF2B5EF4-FFF2-40B4-BE49-F238E27FC236}">
                  <a16:creationId xmlns:a16="http://schemas.microsoft.com/office/drawing/2014/main" id="{53CEC169-891A-ED72-841F-BB58B37AFDB2}"/>
                </a:ext>
              </a:extLst>
            </p:cNvPr>
            <p:cNvSpPr/>
            <p:nvPr/>
          </p:nvSpPr>
          <p:spPr>
            <a:xfrm>
              <a:off x="2867675" y="4435500"/>
              <a:ext cx="33625" cy="13625"/>
            </a:xfrm>
            <a:custGeom>
              <a:avLst/>
              <a:gdLst/>
              <a:ahLst/>
              <a:cxnLst/>
              <a:rect l="l" t="t" r="r" b="b"/>
              <a:pathLst>
                <a:path w="1345" h="545" extrusionOk="0">
                  <a:moveTo>
                    <a:pt x="1" y="0"/>
                  </a:moveTo>
                  <a:lnTo>
                    <a:pt x="1" y="0"/>
                  </a:lnTo>
                  <a:cubicBezTo>
                    <a:pt x="223" y="178"/>
                    <a:pt x="456" y="344"/>
                    <a:pt x="700" y="511"/>
                  </a:cubicBezTo>
                  <a:lnTo>
                    <a:pt x="712" y="511"/>
                  </a:lnTo>
                  <a:cubicBezTo>
                    <a:pt x="922" y="522"/>
                    <a:pt x="1134" y="544"/>
                    <a:pt x="1344" y="544"/>
                  </a:cubicBezTo>
                  <a:cubicBezTo>
                    <a:pt x="1134" y="511"/>
                    <a:pt x="922" y="489"/>
                    <a:pt x="712" y="467"/>
                  </a:cubicBezTo>
                  <a:lnTo>
                    <a:pt x="722" y="467"/>
                  </a:lnTo>
                  <a:cubicBezTo>
                    <a:pt x="489" y="300"/>
                    <a:pt x="245" y="144"/>
                    <a:pt x="1" y="0"/>
                  </a:cubicBezTo>
                  <a:close/>
                </a:path>
              </a:pathLst>
            </a:custGeom>
            <a:solidFill>
              <a:srgbClr val="BF9A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240;p62">
              <a:extLst>
                <a:ext uri="{FF2B5EF4-FFF2-40B4-BE49-F238E27FC236}">
                  <a16:creationId xmlns:a16="http://schemas.microsoft.com/office/drawing/2014/main" id="{07020BA1-DB5E-5271-7AD9-4845FAF97E14}"/>
                </a:ext>
              </a:extLst>
            </p:cNvPr>
            <p:cNvSpPr/>
            <p:nvPr/>
          </p:nvSpPr>
          <p:spPr>
            <a:xfrm>
              <a:off x="2864350" y="4441600"/>
              <a:ext cx="35825" cy="14175"/>
            </a:xfrm>
            <a:custGeom>
              <a:avLst/>
              <a:gdLst/>
              <a:ahLst/>
              <a:cxnLst/>
              <a:rect l="l" t="t" r="r" b="b"/>
              <a:pathLst>
                <a:path w="1433" h="567" extrusionOk="0">
                  <a:moveTo>
                    <a:pt x="0" y="1"/>
                  </a:moveTo>
                  <a:lnTo>
                    <a:pt x="0" y="1"/>
                  </a:lnTo>
                  <a:cubicBezTo>
                    <a:pt x="167" y="145"/>
                    <a:pt x="344" y="290"/>
                    <a:pt x="522" y="433"/>
                  </a:cubicBezTo>
                  <a:lnTo>
                    <a:pt x="534" y="433"/>
                  </a:lnTo>
                  <a:cubicBezTo>
                    <a:pt x="678" y="467"/>
                    <a:pt x="833" y="489"/>
                    <a:pt x="978" y="512"/>
                  </a:cubicBezTo>
                  <a:cubicBezTo>
                    <a:pt x="1133" y="534"/>
                    <a:pt x="1277" y="545"/>
                    <a:pt x="1433" y="567"/>
                  </a:cubicBezTo>
                  <a:cubicBezTo>
                    <a:pt x="1277" y="534"/>
                    <a:pt x="1133" y="500"/>
                    <a:pt x="989" y="467"/>
                  </a:cubicBezTo>
                  <a:cubicBezTo>
                    <a:pt x="833" y="445"/>
                    <a:pt x="689" y="411"/>
                    <a:pt x="534" y="389"/>
                  </a:cubicBezTo>
                  <a:lnTo>
                    <a:pt x="534" y="389"/>
                  </a:lnTo>
                  <a:lnTo>
                    <a:pt x="544" y="401"/>
                  </a:lnTo>
                  <a:cubicBezTo>
                    <a:pt x="366" y="256"/>
                    <a:pt x="189" y="122"/>
                    <a:pt x="0" y="1"/>
                  </a:cubicBezTo>
                  <a:close/>
                </a:path>
              </a:pathLst>
            </a:custGeom>
            <a:solidFill>
              <a:srgbClr val="BF9A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241;p62">
              <a:extLst>
                <a:ext uri="{FF2B5EF4-FFF2-40B4-BE49-F238E27FC236}">
                  <a16:creationId xmlns:a16="http://schemas.microsoft.com/office/drawing/2014/main" id="{E929169A-3B32-19C2-BB2B-101C2425AFFC}"/>
                </a:ext>
              </a:extLst>
            </p:cNvPr>
            <p:cNvSpPr/>
            <p:nvPr/>
          </p:nvSpPr>
          <p:spPr>
            <a:xfrm>
              <a:off x="2748250" y="4043225"/>
              <a:ext cx="120275" cy="355900"/>
            </a:xfrm>
            <a:custGeom>
              <a:avLst/>
              <a:gdLst/>
              <a:ahLst/>
              <a:cxnLst/>
              <a:rect l="l" t="t" r="r" b="b"/>
              <a:pathLst>
                <a:path w="4811" h="14236" extrusionOk="0">
                  <a:moveTo>
                    <a:pt x="2148" y="0"/>
                  </a:moveTo>
                  <a:cubicBezTo>
                    <a:pt x="2080" y="0"/>
                    <a:pt x="2002" y="25"/>
                    <a:pt x="1912" y="83"/>
                  </a:cubicBezTo>
                  <a:cubicBezTo>
                    <a:pt x="1589" y="294"/>
                    <a:pt x="1512" y="1216"/>
                    <a:pt x="1456" y="1561"/>
                  </a:cubicBezTo>
                  <a:cubicBezTo>
                    <a:pt x="1067" y="3738"/>
                    <a:pt x="334" y="5649"/>
                    <a:pt x="1" y="7837"/>
                  </a:cubicBezTo>
                  <a:cubicBezTo>
                    <a:pt x="179" y="7792"/>
                    <a:pt x="334" y="7659"/>
                    <a:pt x="401" y="7481"/>
                  </a:cubicBezTo>
                  <a:cubicBezTo>
                    <a:pt x="1156" y="9404"/>
                    <a:pt x="2056" y="12336"/>
                    <a:pt x="3122" y="14236"/>
                  </a:cubicBezTo>
                  <a:cubicBezTo>
                    <a:pt x="3144" y="13981"/>
                    <a:pt x="3211" y="13280"/>
                    <a:pt x="3245" y="13036"/>
                  </a:cubicBezTo>
                  <a:cubicBezTo>
                    <a:pt x="3378" y="13169"/>
                    <a:pt x="3533" y="13280"/>
                    <a:pt x="3700" y="13358"/>
                  </a:cubicBezTo>
                  <a:cubicBezTo>
                    <a:pt x="3655" y="13181"/>
                    <a:pt x="3655" y="13003"/>
                    <a:pt x="3689" y="12814"/>
                  </a:cubicBezTo>
                  <a:lnTo>
                    <a:pt x="3689" y="12814"/>
                  </a:lnTo>
                  <a:cubicBezTo>
                    <a:pt x="3956" y="12925"/>
                    <a:pt x="4244" y="13003"/>
                    <a:pt x="4533" y="13047"/>
                  </a:cubicBezTo>
                  <a:cubicBezTo>
                    <a:pt x="4333" y="12703"/>
                    <a:pt x="4133" y="12359"/>
                    <a:pt x="3933" y="12025"/>
                  </a:cubicBezTo>
                  <a:lnTo>
                    <a:pt x="3933" y="12025"/>
                  </a:lnTo>
                  <a:cubicBezTo>
                    <a:pt x="4200" y="12169"/>
                    <a:pt x="4499" y="12248"/>
                    <a:pt x="4811" y="12248"/>
                  </a:cubicBezTo>
                  <a:cubicBezTo>
                    <a:pt x="4067" y="11058"/>
                    <a:pt x="3322" y="9870"/>
                    <a:pt x="2567" y="8681"/>
                  </a:cubicBezTo>
                  <a:lnTo>
                    <a:pt x="2567" y="8681"/>
                  </a:lnTo>
                  <a:lnTo>
                    <a:pt x="3000" y="8915"/>
                  </a:lnTo>
                  <a:cubicBezTo>
                    <a:pt x="2655" y="8392"/>
                    <a:pt x="2311" y="7881"/>
                    <a:pt x="1967" y="7360"/>
                  </a:cubicBezTo>
                  <a:cubicBezTo>
                    <a:pt x="1856" y="7193"/>
                    <a:pt x="1756" y="7037"/>
                    <a:pt x="1700" y="6849"/>
                  </a:cubicBezTo>
                  <a:cubicBezTo>
                    <a:pt x="1656" y="6649"/>
                    <a:pt x="1667" y="6437"/>
                    <a:pt x="1689" y="6227"/>
                  </a:cubicBezTo>
                  <a:cubicBezTo>
                    <a:pt x="1767" y="5504"/>
                    <a:pt x="1845" y="4782"/>
                    <a:pt x="1922" y="4049"/>
                  </a:cubicBezTo>
                  <a:lnTo>
                    <a:pt x="2256" y="4916"/>
                  </a:lnTo>
                  <a:cubicBezTo>
                    <a:pt x="2267" y="3638"/>
                    <a:pt x="2356" y="2361"/>
                    <a:pt x="2534" y="1105"/>
                  </a:cubicBezTo>
                  <a:cubicBezTo>
                    <a:pt x="2572" y="831"/>
                    <a:pt x="2537" y="0"/>
                    <a:pt x="2148" y="0"/>
                  </a:cubicBezTo>
                  <a:close/>
                </a:path>
              </a:pathLst>
            </a:custGeom>
            <a:solidFill>
              <a:srgbClr val="774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242;p62">
              <a:extLst>
                <a:ext uri="{FF2B5EF4-FFF2-40B4-BE49-F238E27FC236}">
                  <a16:creationId xmlns:a16="http://schemas.microsoft.com/office/drawing/2014/main" id="{0405D833-0169-20ED-3E73-6F7FD6B601B9}"/>
                </a:ext>
              </a:extLst>
            </p:cNvPr>
            <p:cNvSpPr/>
            <p:nvPr/>
          </p:nvSpPr>
          <p:spPr>
            <a:xfrm>
              <a:off x="2758250" y="4043225"/>
              <a:ext cx="113600" cy="360900"/>
            </a:xfrm>
            <a:custGeom>
              <a:avLst/>
              <a:gdLst/>
              <a:ahLst/>
              <a:cxnLst/>
              <a:rect l="l" t="t" r="r" b="b"/>
              <a:pathLst>
                <a:path w="4544" h="14436" extrusionOk="0">
                  <a:moveTo>
                    <a:pt x="1749" y="0"/>
                  </a:moveTo>
                  <a:cubicBezTo>
                    <a:pt x="1667" y="0"/>
                    <a:pt x="1586" y="42"/>
                    <a:pt x="1512" y="83"/>
                  </a:cubicBezTo>
                  <a:cubicBezTo>
                    <a:pt x="1588" y="41"/>
                    <a:pt x="1670" y="5"/>
                    <a:pt x="1755" y="5"/>
                  </a:cubicBezTo>
                  <a:cubicBezTo>
                    <a:pt x="1781" y="5"/>
                    <a:pt x="1807" y="9"/>
                    <a:pt x="1833" y="16"/>
                  </a:cubicBezTo>
                  <a:cubicBezTo>
                    <a:pt x="1805" y="5"/>
                    <a:pt x="1777" y="0"/>
                    <a:pt x="1749" y="0"/>
                  </a:cubicBezTo>
                  <a:close/>
                  <a:moveTo>
                    <a:pt x="1833" y="16"/>
                  </a:moveTo>
                  <a:lnTo>
                    <a:pt x="1833" y="16"/>
                  </a:lnTo>
                  <a:cubicBezTo>
                    <a:pt x="1934" y="61"/>
                    <a:pt x="2000" y="161"/>
                    <a:pt x="2033" y="261"/>
                  </a:cubicBezTo>
                  <a:cubicBezTo>
                    <a:pt x="2111" y="472"/>
                    <a:pt x="2134" y="694"/>
                    <a:pt x="2134" y="917"/>
                  </a:cubicBezTo>
                  <a:cubicBezTo>
                    <a:pt x="2134" y="1028"/>
                    <a:pt x="2111" y="1139"/>
                    <a:pt x="2100" y="1250"/>
                  </a:cubicBezTo>
                  <a:lnTo>
                    <a:pt x="2055" y="1572"/>
                  </a:lnTo>
                  <a:cubicBezTo>
                    <a:pt x="2023" y="1794"/>
                    <a:pt x="1989" y="2016"/>
                    <a:pt x="1967" y="2238"/>
                  </a:cubicBezTo>
                  <a:cubicBezTo>
                    <a:pt x="1922" y="2682"/>
                    <a:pt x="1878" y="3127"/>
                    <a:pt x="1856" y="3571"/>
                  </a:cubicBezTo>
                  <a:cubicBezTo>
                    <a:pt x="1829" y="3929"/>
                    <a:pt x="1816" y="4287"/>
                    <a:pt x="1807" y="4652"/>
                  </a:cubicBezTo>
                  <a:lnTo>
                    <a:pt x="1807" y="4652"/>
                  </a:lnTo>
                  <a:lnTo>
                    <a:pt x="1567" y="4027"/>
                  </a:lnTo>
                  <a:lnTo>
                    <a:pt x="1489" y="3816"/>
                  </a:lnTo>
                  <a:lnTo>
                    <a:pt x="1467" y="4049"/>
                  </a:lnTo>
                  <a:lnTo>
                    <a:pt x="1322" y="5349"/>
                  </a:lnTo>
                  <a:lnTo>
                    <a:pt x="1245" y="6004"/>
                  </a:lnTo>
                  <a:cubicBezTo>
                    <a:pt x="1233" y="6227"/>
                    <a:pt x="1189" y="6437"/>
                    <a:pt x="1211" y="6671"/>
                  </a:cubicBezTo>
                  <a:cubicBezTo>
                    <a:pt x="1211" y="6915"/>
                    <a:pt x="1334" y="7126"/>
                    <a:pt x="1456" y="7315"/>
                  </a:cubicBezTo>
                  <a:lnTo>
                    <a:pt x="1811" y="7859"/>
                  </a:lnTo>
                  <a:lnTo>
                    <a:pt x="2375" y="8705"/>
                  </a:lnTo>
                  <a:lnTo>
                    <a:pt x="2375" y="8705"/>
                  </a:lnTo>
                  <a:lnTo>
                    <a:pt x="2211" y="8615"/>
                  </a:lnTo>
                  <a:lnTo>
                    <a:pt x="1956" y="8471"/>
                  </a:lnTo>
                  <a:lnTo>
                    <a:pt x="1956" y="8471"/>
                  </a:lnTo>
                  <a:lnTo>
                    <a:pt x="2111" y="8715"/>
                  </a:lnTo>
                  <a:lnTo>
                    <a:pt x="4271" y="12164"/>
                  </a:lnTo>
                  <a:lnTo>
                    <a:pt x="4271" y="12164"/>
                  </a:lnTo>
                  <a:cubicBezTo>
                    <a:pt x="4022" y="12147"/>
                    <a:pt x="3782" y="12080"/>
                    <a:pt x="3566" y="11959"/>
                  </a:cubicBezTo>
                  <a:lnTo>
                    <a:pt x="3333" y="11825"/>
                  </a:lnTo>
                  <a:lnTo>
                    <a:pt x="3333" y="11825"/>
                  </a:lnTo>
                  <a:lnTo>
                    <a:pt x="3467" y="12058"/>
                  </a:lnTo>
                  <a:lnTo>
                    <a:pt x="3996" y="12944"/>
                  </a:lnTo>
                  <a:lnTo>
                    <a:pt x="3996" y="12944"/>
                  </a:lnTo>
                  <a:cubicBezTo>
                    <a:pt x="3760" y="12901"/>
                    <a:pt x="3532" y="12839"/>
                    <a:pt x="3311" y="12747"/>
                  </a:cubicBezTo>
                  <a:lnTo>
                    <a:pt x="3233" y="12725"/>
                  </a:lnTo>
                  <a:lnTo>
                    <a:pt x="3211" y="12803"/>
                  </a:lnTo>
                  <a:cubicBezTo>
                    <a:pt x="3194" y="12944"/>
                    <a:pt x="3190" y="13091"/>
                    <a:pt x="3207" y="13235"/>
                  </a:cubicBezTo>
                  <a:lnTo>
                    <a:pt x="3207" y="13235"/>
                  </a:lnTo>
                  <a:cubicBezTo>
                    <a:pt x="3092" y="13166"/>
                    <a:pt x="2988" y="13079"/>
                    <a:pt x="2889" y="12981"/>
                  </a:cubicBezTo>
                  <a:lnTo>
                    <a:pt x="2789" y="12892"/>
                  </a:lnTo>
                  <a:lnTo>
                    <a:pt x="2778" y="13025"/>
                  </a:lnTo>
                  <a:lnTo>
                    <a:pt x="2676" y="14021"/>
                  </a:lnTo>
                  <a:lnTo>
                    <a:pt x="2676" y="14021"/>
                  </a:lnTo>
                  <a:cubicBezTo>
                    <a:pt x="2419" y="13552"/>
                    <a:pt x="2194" y="13061"/>
                    <a:pt x="1978" y="12569"/>
                  </a:cubicBezTo>
                  <a:cubicBezTo>
                    <a:pt x="1734" y="12014"/>
                    <a:pt x="1512" y="11458"/>
                    <a:pt x="1289" y="10892"/>
                  </a:cubicBezTo>
                  <a:cubicBezTo>
                    <a:pt x="856" y="9759"/>
                    <a:pt x="456" y="8604"/>
                    <a:pt x="1" y="7481"/>
                  </a:cubicBezTo>
                  <a:lnTo>
                    <a:pt x="1" y="7481"/>
                  </a:lnTo>
                  <a:cubicBezTo>
                    <a:pt x="423" y="8615"/>
                    <a:pt x="801" y="9770"/>
                    <a:pt x="1223" y="10915"/>
                  </a:cubicBezTo>
                  <a:cubicBezTo>
                    <a:pt x="1433" y="11481"/>
                    <a:pt x="1645" y="12048"/>
                    <a:pt x="1889" y="12614"/>
                  </a:cubicBezTo>
                  <a:cubicBezTo>
                    <a:pt x="2122" y="13169"/>
                    <a:pt x="2378" y="13725"/>
                    <a:pt x="2667" y="14269"/>
                  </a:cubicBezTo>
                  <a:lnTo>
                    <a:pt x="2756" y="14436"/>
                  </a:lnTo>
                  <a:lnTo>
                    <a:pt x="2778" y="14247"/>
                  </a:lnTo>
                  <a:lnTo>
                    <a:pt x="2896" y="13171"/>
                  </a:lnTo>
                  <a:lnTo>
                    <a:pt x="2896" y="13171"/>
                  </a:lnTo>
                  <a:cubicBezTo>
                    <a:pt x="3007" y="13269"/>
                    <a:pt x="3130" y="13357"/>
                    <a:pt x="3267" y="13425"/>
                  </a:cubicBezTo>
                  <a:lnTo>
                    <a:pt x="3389" y="13492"/>
                  </a:lnTo>
                  <a:lnTo>
                    <a:pt x="3389" y="13492"/>
                  </a:lnTo>
                  <a:lnTo>
                    <a:pt x="3366" y="13347"/>
                  </a:lnTo>
                  <a:cubicBezTo>
                    <a:pt x="3339" y="13208"/>
                    <a:pt x="3326" y="13062"/>
                    <a:pt x="3342" y="12914"/>
                  </a:cubicBezTo>
                  <a:lnTo>
                    <a:pt x="3342" y="12914"/>
                  </a:lnTo>
                  <a:cubicBezTo>
                    <a:pt x="3595" y="13007"/>
                    <a:pt x="3863" y="13074"/>
                    <a:pt x="4122" y="13114"/>
                  </a:cubicBezTo>
                  <a:lnTo>
                    <a:pt x="4277" y="13136"/>
                  </a:lnTo>
                  <a:lnTo>
                    <a:pt x="4200" y="13003"/>
                  </a:lnTo>
                  <a:lnTo>
                    <a:pt x="3721" y="12187"/>
                  </a:lnTo>
                  <a:lnTo>
                    <a:pt x="3721" y="12187"/>
                  </a:lnTo>
                  <a:cubicBezTo>
                    <a:pt x="3923" y="12269"/>
                    <a:pt x="4138" y="12315"/>
                    <a:pt x="4358" y="12315"/>
                  </a:cubicBezTo>
                  <a:cubicBezTo>
                    <a:pt x="4376" y="12315"/>
                    <a:pt x="4393" y="12315"/>
                    <a:pt x="4411" y="12314"/>
                  </a:cubicBezTo>
                  <a:lnTo>
                    <a:pt x="4544" y="12314"/>
                  </a:lnTo>
                  <a:lnTo>
                    <a:pt x="4467" y="12203"/>
                  </a:lnTo>
                  <a:lnTo>
                    <a:pt x="2385" y="8879"/>
                  </a:lnTo>
                  <a:lnTo>
                    <a:pt x="2385" y="8879"/>
                  </a:lnTo>
                  <a:lnTo>
                    <a:pt x="2566" y="8982"/>
                  </a:lnTo>
                  <a:lnTo>
                    <a:pt x="2833" y="9126"/>
                  </a:lnTo>
                  <a:lnTo>
                    <a:pt x="2833" y="9126"/>
                  </a:lnTo>
                  <a:lnTo>
                    <a:pt x="2667" y="8881"/>
                  </a:lnTo>
                  <a:lnTo>
                    <a:pt x="1934" y="7782"/>
                  </a:lnTo>
                  <a:lnTo>
                    <a:pt x="1567" y="7237"/>
                  </a:lnTo>
                  <a:cubicBezTo>
                    <a:pt x="1445" y="7059"/>
                    <a:pt x="1356" y="6871"/>
                    <a:pt x="1345" y="6659"/>
                  </a:cubicBezTo>
                  <a:cubicBezTo>
                    <a:pt x="1322" y="6459"/>
                    <a:pt x="1367" y="6237"/>
                    <a:pt x="1378" y="6027"/>
                  </a:cubicBezTo>
                  <a:lnTo>
                    <a:pt x="1445" y="5371"/>
                  </a:lnTo>
                  <a:lnTo>
                    <a:pt x="1555" y="4290"/>
                  </a:lnTo>
                  <a:lnTo>
                    <a:pt x="1555" y="4290"/>
                  </a:lnTo>
                  <a:lnTo>
                    <a:pt x="1801" y="4901"/>
                  </a:lnTo>
                  <a:lnTo>
                    <a:pt x="1801" y="4901"/>
                  </a:lnTo>
                  <a:cubicBezTo>
                    <a:pt x="1801" y="4906"/>
                    <a:pt x="1801" y="4911"/>
                    <a:pt x="1800" y="4916"/>
                  </a:cubicBezTo>
                  <a:lnTo>
                    <a:pt x="1806" y="4914"/>
                  </a:lnTo>
                  <a:lnTo>
                    <a:pt x="1806" y="4914"/>
                  </a:lnTo>
                  <a:lnTo>
                    <a:pt x="1811" y="4926"/>
                  </a:lnTo>
                  <a:lnTo>
                    <a:pt x="1900" y="5171"/>
                  </a:lnTo>
                  <a:lnTo>
                    <a:pt x="1900" y="4916"/>
                  </a:lnTo>
                  <a:cubicBezTo>
                    <a:pt x="1900" y="4027"/>
                    <a:pt x="1944" y="3138"/>
                    <a:pt x="2023" y="2250"/>
                  </a:cubicBezTo>
                  <a:lnTo>
                    <a:pt x="2089" y="1583"/>
                  </a:lnTo>
                  <a:lnTo>
                    <a:pt x="2134" y="1250"/>
                  </a:lnTo>
                  <a:cubicBezTo>
                    <a:pt x="2144" y="1139"/>
                    <a:pt x="2167" y="1028"/>
                    <a:pt x="2167" y="917"/>
                  </a:cubicBezTo>
                  <a:cubicBezTo>
                    <a:pt x="2156" y="694"/>
                    <a:pt x="2134" y="461"/>
                    <a:pt x="2055" y="261"/>
                  </a:cubicBezTo>
                  <a:cubicBezTo>
                    <a:pt x="2011" y="161"/>
                    <a:pt x="1944" y="50"/>
                    <a:pt x="1833" y="16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243;p62">
              <a:extLst>
                <a:ext uri="{FF2B5EF4-FFF2-40B4-BE49-F238E27FC236}">
                  <a16:creationId xmlns:a16="http://schemas.microsoft.com/office/drawing/2014/main" id="{8AE123C7-494A-FCCF-473B-A53059E2E643}"/>
                </a:ext>
              </a:extLst>
            </p:cNvPr>
            <p:cNvSpPr/>
            <p:nvPr/>
          </p:nvSpPr>
          <p:spPr>
            <a:xfrm>
              <a:off x="2854350" y="4121125"/>
              <a:ext cx="4725" cy="18050"/>
            </a:xfrm>
            <a:custGeom>
              <a:avLst/>
              <a:gdLst/>
              <a:ahLst/>
              <a:cxnLst/>
              <a:rect l="l" t="t" r="r" b="b"/>
              <a:pathLst>
                <a:path w="189" h="722" extrusionOk="0">
                  <a:moveTo>
                    <a:pt x="144" y="0"/>
                  </a:moveTo>
                  <a:cubicBezTo>
                    <a:pt x="67" y="111"/>
                    <a:pt x="33" y="233"/>
                    <a:pt x="23" y="356"/>
                  </a:cubicBezTo>
                  <a:cubicBezTo>
                    <a:pt x="0" y="477"/>
                    <a:pt x="0" y="600"/>
                    <a:pt x="45" y="722"/>
                  </a:cubicBezTo>
                  <a:cubicBezTo>
                    <a:pt x="122" y="611"/>
                    <a:pt x="156" y="489"/>
                    <a:pt x="178" y="378"/>
                  </a:cubicBezTo>
                  <a:cubicBezTo>
                    <a:pt x="189" y="255"/>
                    <a:pt x="189" y="133"/>
                    <a:pt x="144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244;p62">
              <a:extLst>
                <a:ext uri="{FF2B5EF4-FFF2-40B4-BE49-F238E27FC236}">
                  <a16:creationId xmlns:a16="http://schemas.microsoft.com/office/drawing/2014/main" id="{C586A5FD-7948-5157-78BF-B3D6CE15DA99}"/>
                </a:ext>
              </a:extLst>
            </p:cNvPr>
            <p:cNvSpPr/>
            <p:nvPr/>
          </p:nvSpPr>
          <p:spPr>
            <a:xfrm>
              <a:off x="2834075" y="4086950"/>
              <a:ext cx="5000" cy="23350"/>
            </a:xfrm>
            <a:custGeom>
              <a:avLst/>
              <a:gdLst/>
              <a:ahLst/>
              <a:cxnLst/>
              <a:rect l="l" t="t" r="r" b="b"/>
              <a:pathLst>
                <a:path w="200" h="934" extrusionOk="0">
                  <a:moveTo>
                    <a:pt x="156" y="0"/>
                  </a:moveTo>
                  <a:cubicBezTo>
                    <a:pt x="78" y="145"/>
                    <a:pt x="44" y="301"/>
                    <a:pt x="22" y="456"/>
                  </a:cubicBezTo>
                  <a:cubicBezTo>
                    <a:pt x="12" y="612"/>
                    <a:pt x="0" y="767"/>
                    <a:pt x="44" y="933"/>
                  </a:cubicBezTo>
                  <a:cubicBezTo>
                    <a:pt x="123" y="789"/>
                    <a:pt x="156" y="634"/>
                    <a:pt x="178" y="478"/>
                  </a:cubicBezTo>
                  <a:cubicBezTo>
                    <a:pt x="200" y="323"/>
                    <a:pt x="200" y="167"/>
                    <a:pt x="156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245;p62">
              <a:extLst>
                <a:ext uri="{FF2B5EF4-FFF2-40B4-BE49-F238E27FC236}">
                  <a16:creationId xmlns:a16="http://schemas.microsoft.com/office/drawing/2014/main" id="{E549927B-0F5C-E222-D54E-18E428622527}"/>
                </a:ext>
              </a:extLst>
            </p:cNvPr>
            <p:cNvSpPr/>
            <p:nvPr/>
          </p:nvSpPr>
          <p:spPr>
            <a:xfrm>
              <a:off x="2870175" y="4068900"/>
              <a:ext cx="8075" cy="19175"/>
            </a:xfrm>
            <a:custGeom>
              <a:avLst/>
              <a:gdLst/>
              <a:ahLst/>
              <a:cxnLst/>
              <a:rect l="l" t="t" r="r" b="b"/>
              <a:pathLst>
                <a:path w="323" h="767" extrusionOk="0">
                  <a:moveTo>
                    <a:pt x="0" y="1"/>
                  </a:moveTo>
                  <a:cubicBezTo>
                    <a:pt x="0" y="156"/>
                    <a:pt x="34" y="289"/>
                    <a:pt x="89" y="411"/>
                  </a:cubicBezTo>
                  <a:cubicBezTo>
                    <a:pt x="145" y="545"/>
                    <a:pt x="212" y="656"/>
                    <a:pt x="323" y="767"/>
                  </a:cubicBezTo>
                  <a:cubicBezTo>
                    <a:pt x="323" y="611"/>
                    <a:pt x="289" y="478"/>
                    <a:pt x="234" y="356"/>
                  </a:cubicBezTo>
                  <a:cubicBezTo>
                    <a:pt x="178" y="223"/>
                    <a:pt x="111" y="112"/>
                    <a:pt x="0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246;p62">
              <a:extLst>
                <a:ext uri="{FF2B5EF4-FFF2-40B4-BE49-F238E27FC236}">
                  <a16:creationId xmlns:a16="http://schemas.microsoft.com/office/drawing/2014/main" id="{7DE0E5AA-D3CC-B0F0-294C-84DD1DA1AF14}"/>
                </a:ext>
              </a:extLst>
            </p:cNvPr>
            <p:cNvSpPr/>
            <p:nvPr/>
          </p:nvSpPr>
          <p:spPr>
            <a:xfrm>
              <a:off x="2846575" y="4046950"/>
              <a:ext cx="6400" cy="23350"/>
            </a:xfrm>
            <a:custGeom>
              <a:avLst/>
              <a:gdLst/>
              <a:ahLst/>
              <a:cxnLst/>
              <a:rect l="l" t="t" r="r" b="b"/>
              <a:pathLst>
                <a:path w="256" h="934" extrusionOk="0">
                  <a:moveTo>
                    <a:pt x="33" y="1"/>
                  </a:moveTo>
                  <a:lnTo>
                    <a:pt x="33" y="1"/>
                  </a:lnTo>
                  <a:cubicBezTo>
                    <a:pt x="0" y="168"/>
                    <a:pt x="23" y="323"/>
                    <a:pt x="45" y="479"/>
                  </a:cubicBezTo>
                  <a:cubicBezTo>
                    <a:pt x="78" y="634"/>
                    <a:pt x="134" y="790"/>
                    <a:pt x="223" y="934"/>
                  </a:cubicBezTo>
                  <a:cubicBezTo>
                    <a:pt x="255" y="768"/>
                    <a:pt x="233" y="612"/>
                    <a:pt x="200" y="457"/>
                  </a:cubicBezTo>
                  <a:cubicBezTo>
                    <a:pt x="167" y="301"/>
                    <a:pt x="122" y="145"/>
                    <a:pt x="33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47;p62">
              <a:extLst>
                <a:ext uri="{FF2B5EF4-FFF2-40B4-BE49-F238E27FC236}">
                  <a16:creationId xmlns:a16="http://schemas.microsoft.com/office/drawing/2014/main" id="{159AFF6A-D89E-BC8F-8C35-23C4770FBED9}"/>
                </a:ext>
              </a:extLst>
            </p:cNvPr>
            <p:cNvSpPr/>
            <p:nvPr/>
          </p:nvSpPr>
          <p:spPr>
            <a:xfrm>
              <a:off x="2818800" y="4046675"/>
              <a:ext cx="4475" cy="25575"/>
            </a:xfrm>
            <a:custGeom>
              <a:avLst/>
              <a:gdLst/>
              <a:ahLst/>
              <a:cxnLst/>
              <a:rect l="l" t="t" r="r" b="b"/>
              <a:pathLst>
                <a:path w="179" h="1023" extrusionOk="0">
                  <a:moveTo>
                    <a:pt x="122" y="1"/>
                  </a:moveTo>
                  <a:cubicBezTo>
                    <a:pt x="56" y="167"/>
                    <a:pt x="23" y="334"/>
                    <a:pt x="11" y="512"/>
                  </a:cubicBezTo>
                  <a:cubicBezTo>
                    <a:pt x="1" y="678"/>
                    <a:pt x="11" y="845"/>
                    <a:pt x="56" y="1023"/>
                  </a:cubicBezTo>
                  <a:cubicBezTo>
                    <a:pt x="134" y="856"/>
                    <a:pt x="156" y="690"/>
                    <a:pt x="167" y="523"/>
                  </a:cubicBezTo>
                  <a:cubicBezTo>
                    <a:pt x="178" y="345"/>
                    <a:pt x="178" y="179"/>
                    <a:pt x="122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248;p62">
              <a:extLst>
                <a:ext uri="{FF2B5EF4-FFF2-40B4-BE49-F238E27FC236}">
                  <a16:creationId xmlns:a16="http://schemas.microsoft.com/office/drawing/2014/main" id="{2B43B793-A88D-5786-DD22-D7894482D6DE}"/>
                </a:ext>
              </a:extLst>
            </p:cNvPr>
            <p:cNvSpPr/>
            <p:nvPr/>
          </p:nvSpPr>
          <p:spPr>
            <a:xfrm>
              <a:off x="2889050" y="4041400"/>
              <a:ext cx="6425" cy="20025"/>
            </a:xfrm>
            <a:custGeom>
              <a:avLst/>
              <a:gdLst/>
              <a:ahLst/>
              <a:cxnLst/>
              <a:rect l="l" t="t" r="r" b="b"/>
              <a:pathLst>
                <a:path w="257" h="801" extrusionOk="0">
                  <a:moveTo>
                    <a:pt x="34" y="0"/>
                  </a:moveTo>
                  <a:lnTo>
                    <a:pt x="34" y="0"/>
                  </a:lnTo>
                  <a:cubicBezTo>
                    <a:pt x="1" y="145"/>
                    <a:pt x="23" y="289"/>
                    <a:pt x="57" y="423"/>
                  </a:cubicBezTo>
                  <a:cubicBezTo>
                    <a:pt x="89" y="556"/>
                    <a:pt x="134" y="679"/>
                    <a:pt x="234" y="800"/>
                  </a:cubicBezTo>
                  <a:cubicBezTo>
                    <a:pt x="257" y="656"/>
                    <a:pt x="245" y="511"/>
                    <a:pt x="212" y="378"/>
                  </a:cubicBezTo>
                  <a:cubicBezTo>
                    <a:pt x="168" y="245"/>
                    <a:pt x="123" y="123"/>
                    <a:pt x="34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249;p62">
              <a:extLst>
                <a:ext uri="{FF2B5EF4-FFF2-40B4-BE49-F238E27FC236}">
                  <a16:creationId xmlns:a16="http://schemas.microsoft.com/office/drawing/2014/main" id="{C798CDD0-E308-4E2F-0A32-0A788C478D18}"/>
                </a:ext>
              </a:extLst>
            </p:cNvPr>
            <p:cNvSpPr/>
            <p:nvPr/>
          </p:nvSpPr>
          <p:spPr>
            <a:xfrm>
              <a:off x="2920450" y="4029725"/>
              <a:ext cx="9475" cy="15325"/>
            </a:xfrm>
            <a:custGeom>
              <a:avLst/>
              <a:gdLst/>
              <a:ahLst/>
              <a:cxnLst/>
              <a:rect l="l" t="t" r="r" b="b"/>
              <a:pathLst>
                <a:path w="379" h="613" extrusionOk="0">
                  <a:moveTo>
                    <a:pt x="0" y="1"/>
                  </a:moveTo>
                  <a:cubicBezTo>
                    <a:pt x="0" y="134"/>
                    <a:pt x="55" y="245"/>
                    <a:pt x="122" y="346"/>
                  </a:cubicBezTo>
                  <a:cubicBezTo>
                    <a:pt x="178" y="445"/>
                    <a:pt x="255" y="546"/>
                    <a:pt x="378" y="612"/>
                  </a:cubicBezTo>
                  <a:cubicBezTo>
                    <a:pt x="366" y="479"/>
                    <a:pt x="311" y="368"/>
                    <a:pt x="255" y="267"/>
                  </a:cubicBezTo>
                  <a:cubicBezTo>
                    <a:pt x="189" y="168"/>
                    <a:pt x="111" y="68"/>
                    <a:pt x="0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250;p62">
              <a:extLst>
                <a:ext uri="{FF2B5EF4-FFF2-40B4-BE49-F238E27FC236}">
                  <a16:creationId xmlns:a16="http://schemas.microsoft.com/office/drawing/2014/main" id="{56EDFA04-8FC7-B0C3-2E60-8DCF2765D012}"/>
                </a:ext>
              </a:extLst>
            </p:cNvPr>
            <p:cNvSpPr/>
            <p:nvPr/>
          </p:nvSpPr>
          <p:spPr>
            <a:xfrm>
              <a:off x="2920450" y="4068050"/>
              <a:ext cx="6950" cy="20325"/>
            </a:xfrm>
            <a:custGeom>
              <a:avLst/>
              <a:gdLst/>
              <a:ahLst/>
              <a:cxnLst/>
              <a:rect l="l" t="t" r="r" b="b"/>
              <a:pathLst>
                <a:path w="278" h="813" extrusionOk="0">
                  <a:moveTo>
                    <a:pt x="11" y="1"/>
                  </a:moveTo>
                  <a:lnTo>
                    <a:pt x="11" y="1"/>
                  </a:lnTo>
                  <a:cubicBezTo>
                    <a:pt x="0" y="156"/>
                    <a:pt x="23" y="290"/>
                    <a:pt x="67" y="435"/>
                  </a:cubicBezTo>
                  <a:cubicBezTo>
                    <a:pt x="111" y="568"/>
                    <a:pt x="167" y="701"/>
                    <a:pt x="267" y="812"/>
                  </a:cubicBezTo>
                  <a:cubicBezTo>
                    <a:pt x="278" y="657"/>
                    <a:pt x="255" y="523"/>
                    <a:pt x="211" y="379"/>
                  </a:cubicBezTo>
                  <a:cubicBezTo>
                    <a:pt x="167" y="245"/>
                    <a:pt x="111" y="112"/>
                    <a:pt x="11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251;p62">
              <a:extLst>
                <a:ext uri="{FF2B5EF4-FFF2-40B4-BE49-F238E27FC236}">
                  <a16:creationId xmlns:a16="http://schemas.microsoft.com/office/drawing/2014/main" id="{4CCC1150-44B2-6294-C36F-6254F75B84D9}"/>
                </a:ext>
              </a:extLst>
            </p:cNvPr>
            <p:cNvSpPr/>
            <p:nvPr/>
          </p:nvSpPr>
          <p:spPr>
            <a:xfrm>
              <a:off x="2902675" y="4105825"/>
              <a:ext cx="4725" cy="18650"/>
            </a:xfrm>
            <a:custGeom>
              <a:avLst/>
              <a:gdLst/>
              <a:ahLst/>
              <a:cxnLst/>
              <a:rect l="l" t="t" r="r" b="b"/>
              <a:pathLst>
                <a:path w="189" h="746" extrusionOk="0">
                  <a:moveTo>
                    <a:pt x="45" y="1"/>
                  </a:moveTo>
                  <a:cubicBezTo>
                    <a:pt x="0" y="134"/>
                    <a:pt x="0" y="257"/>
                    <a:pt x="23" y="378"/>
                  </a:cubicBezTo>
                  <a:cubicBezTo>
                    <a:pt x="33" y="512"/>
                    <a:pt x="67" y="634"/>
                    <a:pt x="144" y="745"/>
                  </a:cubicBezTo>
                  <a:cubicBezTo>
                    <a:pt x="189" y="612"/>
                    <a:pt x="189" y="489"/>
                    <a:pt x="178" y="356"/>
                  </a:cubicBezTo>
                  <a:cubicBezTo>
                    <a:pt x="156" y="234"/>
                    <a:pt x="122" y="112"/>
                    <a:pt x="45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252;p62">
              <a:extLst>
                <a:ext uri="{FF2B5EF4-FFF2-40B4-BE49-F238E27FC236}">
                  <a16:creationId xmlns:a16="http://schemas.microsoft.com/office/drawing/2014/main" id="{9A9AA155-CC87-1339-3C27-64AB94380CBA}"/>
                </a:ext>
              </a:extLst>
            </p:cNvPr>
            <p:cNvSpPr/>
            <p:nvPr/>
          </p:nvSpPr>
          <p:spPr>
            <a:xfrm>
              <a:off x="2946275" y="4105575"/>
              <a:ext cx="7525" cy="18900"/>
            </a:xfrm>
            <a:custGeom>
              <a:avLst/>
              <a:gdLst/>
              <a:ahLst/>
              <a:cxnLst/>
              <a:rect l="l" t="t" r="r" b="b"/>
              <a:pathLst>
                <a:path w="301" h="756" extrusionOk="0">
                  <a:moveTo>
                    <a:pt x="12" y="0"/>
                  </a:moveTo>
                  <a:lnTo>
                    <a:pt x="12" y="0"/>
                  </a:lnTo>
                  <a:cubicBezTo>
                    <a:pt x="0" y="144"/>
                    <a:pt x="34" y="277"/>
                    <a:pt x="78" y="411"/>
                  </a:cubicBezTo>
                  <a:cubicBezTo>
                    <a:pt x="123" y="533"/>
                    <a:pt x="189" y="655"/>
                    <a:pt x="289" y="755"/>
                  </a:cubicBezTo>
                  <a:cubicBezTo>
                    <a:pt x="300" y="611"/>
                    <a:pt x="267" y="477"/>
                    <a:pt x="222" y="355"/>
                  </a:cubicBezTo>
                  <a:cubicBezTo>
                    <a:pt x="178" y="222"/>
                    <a:pt x="123" y="111"/>
                    <a:pt x="12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253;p62">
              <a:extLst>
                <a:ext uri="{FF2B5EF4-FFF2-40B4-BE49-F238E27FC236}">
                  <a16:creationId xmlns:a16="http://schemas.microsoft.com/office/drawing/2014/main" id="{7425B8A4-96FE-A5EC-3BDF-51709DBEF495}"/>
                </a:ext>
              </a:extLst>
            </p:cNvPr>
            <p:cNvSpPr/>
            <p:nvPr/>
          </p:nvSpPr>
          <p:spPr>
            <a:xfrm>
              <a:off x="2929325" y="4121675"/>
              <a:ext cx="4175" cy="26950"/>
            </a:xfrm>
            <a:custGeom>
              <a:avLst/>
              <a:gdLst/>
              <a:ahLst/>
              <a:cxnLst/>
              <a:rect l="l" t="t" r="r" b="b"/>
              <a:pathLst>
                <a:path w="167" h="1078" extrusionOk="0">
                  <a:moveTo>
                    <a:pt x="56" y="0"/>
                  </a:moveTo>
                  <a:cubicBezTo>
                    <a:pt x="1" y="189"/>
                    <a:pt x="1" y="366"/>
                    <a:pt x="1" y="544"/>
                  </a:cubicBezTo>
                  <a:cubicBezTo>
                    <a:pt x="11" y="722"/>
                    <a:pt x="34" y="900"/>
                    <a:pt x="100" y="1077"/>
                  </a:cubicBezTo>
                  <a:cubicBezTo>
                    <a:pt x="156" y="900"/>
                    <a:pt x="167" y="711"/>
                    <a:pt x="156" y="534"/>
                  </a:cubicBezTo>
                  <a:cubicBezTo>
                    <a:pt x="145" y="356"/>
                    <a:pt x="123" y="178"/>
                    <a:pt x="56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254;p62">
              <a:extLst>
                <a:ext uri="{FF2B5EF4-FFF2-40B4-BE49-F238E27FC236}">
                  <a16:creationId xmlns:a16="http://schemas.microsoft.com/office/drawing/2014/main" id="{17DFA338-75AA-733C-95F6-16BB4687E5D0}"/>
                </a:ext>
              </a:extLst>
            </p:cNvPr>
            <p:cNvSpPr/>
            <p:nvPr/>
          </p:nvSpPr>
          <p:spPr>
            <a:xfrm>
              <a:off x="2883775" y="4140275"/>
              <a:ext cx="4200" cy="20575"/>
            </a:xfrm>
            <a:custGeom>
              <a:avLst/>
              <a:gdLst/>
              <a:ahLst/>
              <a:cxnLst/>
              <a:rect l="l" t="t" r="r" b="b"/>
              <a:pathLst>
                <a:path w="168" h="823" extrusionOk="0">
                  <a:moveTo>
                    <a:pt x="56" y="0"/>
                  </a:moveTo>
                  <a:cubicBezTo>
                    <a:pt x="1" y="145"/>
                    <a:pt x="1" y="278"/>
                    <a:pt x="1" y="422"/>
                  </a:cubicBezTo>
                  <a:cubicBezTo>
                    <a:pt x="12" y="556"/>
                    <a:pt x="34" y="689"/>
                    <a:pt x="112" y="822"/>
                  </a:cubicBezTo>
                  <a:cubicBezTo>
                    <a:pt x="156" y="689"/>
                    <a:pt x="167" y="545"/>
                    <a:pt x="156" y="412"/>
                  </a:cubicBezTo>
                  <a:cubicBezTo>
                    <a:pt x="145" y="278"/>
                    <a:pt x="123" y="133"/>
                    <a:pt x="56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255;p62">
              <a:extLst>
                <a:ext uri="{FF2B5EF4-FFF2-40B4-BE49-F238E27FC236}">
                  <a16:creationId xmlns:a16="http://schemas.microsoft.com/office/drawing/2014/main" id="{8BB8430E-73B2-D1A0-DCCF-88A9BFD2026E}"/>
                </a:ext>
              </a:extLst>
            </p:cNvPr>
            <p:cNvSpPr/>
            <p:nvPr/>
          </p:nvSpPr>
          <p:spPr>
            <a:xfrm>
              <a:off x="2827125" y="4138900"/>
              <a:ext cx="7800" cy="17500"/>
            </a:xfrm>
            <a:custGeom>
              <a:avLst/>
              <a:gdLst/>
              <a:ahLst/>
              <a:cxnLst/>
              <a:rect l="l" t="t" r="r" b="b"/>
              <a:pathLst>
                <a:path w="312" h="700" extrusionOk="0">
                  <a:moveTo>
                    <a:pt x="11" y="0"/>
                  </a:moveTo>
                  <a:lnTo>
                    <a:pt x="11" y="0"/>
                  </a:lnTo>
                  <a:cubicBezTo>
                    <a:pt x="1" y="133"/>
                    <a:pt x="34" y="255"/>
                    <a:pt x="90" y="378"/>
                  </a:cubicBezTo>
                  <a:cubicBezTo>
                    <a:pt x="134" y="500"/>
                    <a:pt x="201" y="611"/>
                    <a:pt x="312" y="699"/>
                  </a:cubicBezTo>
                  <a:cubicBezTo>
                    <a:pt x="312" y="556"/>
                    <a:pt x="278" y="433"/>
                    <a:pt x="234" y="322"/>
                  </a:cubicBezTo>
                  <a:cubicBezTo>
                    <a:pt x="179" y="200"/>
                    <a:pt x="112" y="89"/>
                    <a:pt x="11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256;p62">
              <a:extLst>
                <a:ext uri="{FF2B5EF4-FFF2-40B4-BE49-F238E27FC236}">
                  <a16:creationId xmlns:a16="http://schemas.microsoft.com/office/drawing/2014/main" id="{31179ADF-506C-B1F1-E14E-D9CD4E425C24}"/>
                </a:ext>
              </a:extLst>
            </p:cNvPr>
            <p:cNvSpPr/>
            <p:nvPr/>
          </p:nvSpPr>
          <p:spPr>
            <a:xfrm>
              <a:off x="2812125" y="4169150"/>
              <a:ext cx="3925" cy="22800"/>
            </a:xfrm>
            <a:custGeom>
              <a:avLst/>
              <a:gdLst/>
              <a:ahLst/>
              <a:cxnLst/>
              <a:rect l="l" t="t" r="r" b="b"/>
              <a:pathLst>
                <a:path w="157" h="912" extrusionOk="0">
                  <a:moveTo>
                    <a:pt x="78" y="0"/>
                  </a:moveTo>
                  <a:cubicBezTo>
                    <a:pt x="12" y="156"/>
                    <a:pt x="1" y="301"/>
                    <a:pt x="1" y="456"/>
                  </a:cubicBezTo>
                  <a:cubicBezTo>
                    <a:pt x="12" y="612"/>
                    <a:pt x="23" y="767"/>
                    <a:pt x="90" y="911"/>
                  </a:cubicBezTo>
                  <a:cubicBezTo>
                    <a:pt x="145" y="767"/>
                    <a:pt x="156" y="612"/>
                    <a:pt x="156" y="456"/>
                  </a:cubicBezTo>
                  <a:cubicBezTo>
                    <a:pt x="156" y="301"/>
                    <a:pt x="145" y="145"/>
                    <a:pt x="78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257;p62">
              <a:extLst>
                <a:ext uri="{FF2B5EF4-FFF2-40B4-BE49-F238E27FC236}">
                  <a16:creationId xmlns:a16="http://schemas.microsoft.com/office/drawing/2014/main" id="{B51C023E-7DC3-0671-9016-D6FEE750BAE8}"/>
                </a:ext>
              </a:extLst>
            </p:cNvPr>
            <p:cNvSpPr/>
            <p:nvPr/>
          </p:nvSpPr>
          <p:spPr>
            <a:xfrm>
              <a:off x="2861575" y="4175000"/>
              <a:ext cx="4450" cy="25575"/>
            </a:xfrm>
            <a:custGeom>
              <a:avLst/>
              <a:gdLst/>
              <a:ahLst/>
              <a:cxnLst/>
              <a:rect l="l" t="t" r="r" b="b"/>
              <a:pathLst>
                <a:path w="178" h="1023" extrusionOk="0">
                  <a:moveTo>
                    <a:pt x="55" y="0"/>
                  </a:moveTo>
                  <a:cubicBezTo>
                    <a:pt x="0" y="178"/>
                    <a:pt x="0" y="344"/>
                    <a:pt x="11" y="522"/>
                  </a:cubicBezTo>
                  <a:cubicBezTo>
                    <a:pt x="22" y="689"/>
                    <a:pt x="55" y="855"/>
                    <a:pt x="122" y="1022"/>
                  </a:cubicBezTo>
                  <a:cubicBezTo>
                    <a:pt x="178" y="855"/>
                    <a:pt x="178" y="677"/>
                    <a:pt x="166" y="511"/>
                  </a:cubicBezTo>
                  <a:cubicBezTo>
                    <a:pt x="156" y="333"/>
                    <a:pt x="122" y="166"/>
                    <a:pt x="55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258;p62">
              <a:extLst>
                <a:ext uri="{FF2B5EF4-FFF2-40B4-BE49-F238E27FC236}">
                  <a16:creationId xmlns:a16="http://schemas.microsoft.com/office/drawing/2014/main" id="{64A10642-0DE5-4C3D-2CAC-53546C626D55}"/>
                </a:ext>
              </a:extLst>
            </p:cNvPr>
            <p:cNvSpPr/>
            <p:nvPr/>
          </p:nvSpPr>
          <p:spPr>
            <a:xfrm>
              <a:off x="2912125" y="4182225"/>
              <a:ext cx="7800" cy="19450"/>
            </a:xfrm>
            <a:custGeom>
              <a:avLst/>
              <a:gdLst/>
              <a:ahLst/>
              <a:cxnLst/>
              <a:rect l="l" t="t" r="r" b="b"/>
              <a:pathLst>
                <a:path w="312" h="778" extrusionOk="0">
                  <a:moveTo>
                    <a:pt x="11" y="0"/>
                  </a:moveTo>
                  <a:cubicBezTo>
                    <a:pt x="0" y="156"/>
                    <a:pt x="33" y="289"/>
                    <a:pt x="77" y="411"/>
                  </a:cubicBezTo>
                  <a:cubicBezTo>
                    <a:pt x="133" y="544"/>
                    <a:pt x="188" y="667"/>
                    <a:pt x="289" y="778"/>
                  </a:cubicBezTo>
                  <a:cubicBezTo>
                    <a:pt x="311" y="622"/>
                    <a:pt x="277" y="489"/>
                    <a:pt x="222" y="366"/>
                  </a:cubicBezTo>
                  <a:cubicBezTo>
                    <a:pt x="178" y="233"/>
                    <a:pt x="122" y="111"/>
                    <a:pt x="11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259;p62">
              <a:extLst>
                <a:ext uri="{FF2B5EF4-FFF2-40B4-BE49-F238E27FC236}">
                  <a16:creationId xmlns:a16="http://schemas.microsoft.com/office/drawing/2014/main" id="{3B0742F8-CF91-16D1-4F11-E45275C606B7}"/>
                </a:ext>
              </a:extLst>
            </p:cNvPr>
            <p:cNvSpPr/>
            <p:nvPr/>
          </p:nvSpPr>
          <p:spPr>
            <a:xfrm>
              <a:off x="2957100" y="4177225"/>
              <a:ext cx="8075" cy="13600"/>
            </a:xfrm>
            <a:custGeom>
              <a:avLst/>
              <a:gdLst/>
              <a:ahLst/>
              <a:cxnLst/>
              <a:rect l="l" t="t" r="r" b="b"/>
              <a:pathLst>
                <a:path w="323" h="544" extrusionOk="0">
                  <a:moveTo>
                    <a:pt x="1" y="0"/>
                  </a:moveTo>
                  <a:cubicBezTo>
                    <a:pt x="1" y="122"/>
                    <a:pt x="45" y="222"/>
                    <a:pt x="90" y="311"/>
                  </a:cubicBezTo>
                  <a:cubicBezTo>
                    <a:pt x="145" y="400"/>
                    <a:pt x="211" y="489"/>
                    <a:pt x="322" y="544"/>
                  </a:cubicBezTo>
                  <a:cubicBezTo>
                    <a:pt x="322" y="422"/>
                    <a:pt x="278" y="322"/>
                    <a:pt x="223" y="233"/>
                  </a:cubicBezTo>
                  <a:cubicBezTo>
                    <a:pt x="178" y="144"/>
                    <a:pt x="112" y="67"/>
                    <a:pt x="1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260;p62">
              <a:extLst>
                <a:ext uri="{FF2B5EF4-FFF2-40B4-BE49-F238E27FC236}">
                  <a16:creationId xmlns:a16="http://schemas.microsoft.com/office/drawing/2014/main" id="{245D377A-BD35-D066-1492-3083D009E3B0}"/>
                </a:ext>
              </a:extLst>
            </p:cNvPr>
            <p:cNvSpPr/>
            <p:nvPr/>
          </p:nvSpPr>
          <p:spPr>
            <a:xfrm>
              <a:off x="2891575" y="4204700"/>
              <a:ext cx="5275" cy="23350"/>
            </a:xfrm>
            <a:custGeom>
              <a:avLst/>
              <a:gdLst/>
              <a:ahLst/>
              <a:cxnLst/>
              <a:rect l="l" t="t" r="r" b="b"/>
              <a:pathLst>
                <a:path w="211" h="934" extrusionOk="0">
                  <a:moveTo>
                    <a:pt x="33" y="0"/>
                  </a:moveTo>
                  <a:cubicBezTo>
                    <a:pt x="0" y="167"/>
                    <a:pt x="11" y="323"/>
                    <a:pt x="33" y="479"/>
                  </a:cubicBezTo>
                  <a:cubicBezTo>
                    <a:pt x="55" y="634"/>
                    <a:pt x="89" y="790"/>
                    <a:pt x="178" y="934"/>
                  </a:cubicBezTo>
                  <a:cubicBezTo>
                    <a:pt x="211" y="767"/>
                    <a:pt x="211" y="612"/>
                    <a:pt x="188" y="456"/>
                  </a:cubicBezTo>
                  <a:cubicBezTo>
                    <a:pt x="156" y="301"/>
                    <a:pt x="122" y="145"/>
                    <a:pt x="33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261;p62">
              <a:extLst>
                <a:ext uri="{FF2B5EF4-FFF2-40B4-BE49-F238E27FC236}">
                  <a16:creationId xmlns:a16="http://schemas.microsoft.com/office/drawing/2014/main" id="{8E9FAB70-B3B4-929E-6B7A-A60BE11728B4}"/>
                </a:ext>
              </a:extLst>
            </p:cNvPr>
            <p:cNvSpPr/>
            <p:nvPr/>
          </p:nvSpPr>
          <p:spPr>
            <a:xfrm>
              <a:off x="2949050" y="4209975"/>
              <a:ext cx="4450" cy="18075"/>
            </a:xfrm>
            <a:custGeom>
              <a:avLst/>
              <a:gdLst/>
              <a:ahLst/>
              <a:cxnLst/>
              <a:rect l="l" t="t" r="r" b="b"/>
              <a:pathLst>
                <a:path w="178" h="723" extrusionOk="0">
                  <a:moveTo>
                    <a:pt x="45" y="1"/>
                  </a:moveTo>
                  <a:cubicBezTo>
                    <a:pt x="0" y="134"/>
                    <a:pt x="0" y="256"/>
                    <a:pt x="12" y="367"/>
                  </a:cubicBezTo>
                  <a:cubicBezTo>
                    <a:pt x="22" y="490"/>
                    <a:pt x="56" y="611"/>
                    <a:pt x="123" y="723"/>
                  </a:cubicBezTo>
                  <a:cubicBezTo>
                    <a:pt x="178" y="601"/>
                    <a:pt x="178" y="478"/>
                    <a:pt x="167" y="356"/>
                  </a:cubicBezTo>
                  <a:cubicBezTo>
                    <a:pt x="145" y="234"/>
                    <a:pt x="123" y="112"/>
                    <a:pt x="45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262;p62">
              <a:extLst>
                <a:ext uri="{FF2B5EF4-FFF2-40B4-BE49-F238E27FC236}">
                  <a16:creationId xmlns:a16="http://schemas.microsoft.com/office/drawing/2014/main" id="{9231944C-6077-0F02-6681-97CF2C31869E}"/>
                </a:ext>
              </a:extLst>
            </p:cNvPr>
            <p:cNvSpPr/>
            <p:nvPr/>
          </p:nvSpPr>
          <p:spPr>
            <a:xfrm>
              <a:off x="2838500" y="4216350"/>
              <a:ext cx="7550" cy="14775"/>
            </a:xfrm>
            <a:custGeom>
              <a:avLst/>
              <a:gdLst/>
              <a:ahLst/>
              <a:cxnLst/>
              <a:rect l="l" t="t" r="r" b="b"/>
              <a:pathLst>
                <a:path w="302" h="591" extrusionOk="0">
                  <a:moveTo>
                    <a:pt x="12" y="1"/>
                  </a:moveTo>
                  <a:lnTo>
                    <a:pt x="12" y="1"/>
                  </a:lnTo>
                  <a:cubicBezTo>
                    <a:pt x="1" y="124"/>
                    <a:pt x="35" y="223"/>
                    <a:pt x="79" y="324"/>
                  </a:cubicBezTo>
                  <a:cubicBezTo>
                    <a:pt x="123" y="423"/>
                    <a:pt x="179" y="512"/>
                    <a:pt x="290" y="590"/>
                  </a:cubicBezTo>
                  <a:cubicBezTo>
                    <a:pt x="301" y="457"/>
                    <a:pt x="267" y="356"/>
                    <a:pt x="223" y="257"/>
                  </a:cubicBezTo>
                  <a:cubicBezTo>
                    <a:pt x="179" y="157"/>
                    <a:pt x="112" y="68"/>
                    <a:pt x="12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263;p62">
              <a:extLst>
                <a:ext uri="{FF2B5EF4-FFF2-40B4-BE49-F238E27FC236}">
                  <a16:creationId xmlns:a16="http://schemas.microsoft.com/office/drawing/2014/main" id="{EE7A14D5-19FB-50A8-EC44-2E7224F65B97}"/>
                </a:ext>
              </a:extLst>
            </p:cNvPr>
            <p:cNvSpPr/>
            <p:nvPr/>
          </p:nvSpPr>
          <p:spPr>
            <a:xfrm>
              <a:off x="2816025" y="4243575"/>
              <a:ext cx="8350" cy="25875"/>
            </a:xfrm>
            <a:custGeom>
              <a:avLst/>
              <a:gdLst/>
              <a:ahLst/>
              <a:cxnLst/>
              <a:rect l="l" t="t" r="r" b="b"/>
              <a:pathLst>
                <a:path w="334" h="1035" extrusionOk="0">
                  <a:moveTo>
                    <a:pt x="0" y="1"/>
                  </a:moveTo>
                  <a:cubicBezTo>
                    <a:pt x="0" y="190"/>
                    <a:pt x="45" y="368"/>
                    <a:pt x="89" y="545"/>
                  </a:cubicBezTo>
                  <a:cubicBezTo>
                    <a:pt x="144" y="712"/>
                    <a:pt x="211" y="889"/>
                    <a:pt x="334" y="1034"/>
                  </a:cubicBezTo>
                  <a:cubicBezTo>
                    <a:pt x="334" y="845"/>
                    <a:pt x="289" y="667"/>
                    <a:pt x="245" y="489"/>
                  </a:cubicBezTo>
                  <a:cubicBezTo>
                    <a:pt x="189" y="323"/>
                    <a:pt x="122" y="156"/>
                    <a:pt x="0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264;p62">
              <a:extLst>
                <a:ext uri="{FF2B5EF4-FFF2-40B4-BE49-F238E27FC236}">
                  <a16:creationId xmlns:a16="http://schemas.microsoft.com/office/drawing/2014/main" id="{D9E2F60A-7097-61E9-0714-833863F76301}"/>
                </a:ext>
              </a:extLst>
            </p:cNvPr>
            <p:cNvSpPr/>
            <p:nvPr/>
          </p:nvSpPr>
          <p:spPr>
            <a:xfrm>
              <a:off x="2861025" y="4262200"/>
              <a:ext cx="6125" cy="17800"/>
            </a:xfrm>
            <a:custGeom>
              <a:avLst/>
              <a:gdLst/>
              <a:ahLst/>
              <a:cxnLst/>
              <a:rect l="l" t="t" r="r" b="b"/>
              <a:pathLst>
                <a:path w="245" h="712" extrusionOk="0">
                  <a:moveTo>
                    <a:pt x="33" y="0"/>
                  </a:moveTo>
                  <a:lnTo>
                    <a:pt x="33" y="0"/>
                  </a:lnTo>
                  <a:cubicBezTo>
                    <a:pt x="0" y="134"/>
                    <a:pt x="22" y="255"/>
                    <a:pt x="44" y="367"/>
                  </a:cubicBezTo>
                  <a:cubicBezTo>
                    <a:pt x="77" y="489"/>
                    <a:pt x="122" y="600"/>
                    <a:pt x="211" y="711"/>
                  </a:cubicBezTo>
                  <a:cubicBezTo>
                    <a:pt x="244" y="578"/>
                    <a:pt x="233" y="455"/>
                    <a:pt x="200" y="334"/>
                  </a:cubicBezTo>
                  <a:cubicBezTo>
                    <a:pt x="166" y="211"/>
                    <a:pt x="122" y="100"/>
                    <a:pt x="33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265;p62">
              <a:extLst>
                <a:ext uri="{FF2B5EF4-FFF2-40B4-BE49-F238E27FC236}">
                  <a16:creationId xmlns:a16="http://schemas.microsoft.com/office/drawing/2014/main" id="{226974FA-5B33-16A1-15D4-312984E6E3B6}"/>
                </a:ext>
              </a:extLst>
            </p:cNvPr>
            <p:cNvSpPr/>
            <p:nvPr/>
          </p:nvSpPr>
          <p:spPr>
            <a:xfrm>
              <a:off x="2908225" y="4265800"/>
              <a:ext cx="4175" cy="13075"/>
            </a:xfrm>
            <a:custGeom>
              <a:avLst/>
              <a:gdLst/>
              <a:ahLst/>
              <a:cxnLst/>
              <a:rect l="l" t="t" r="r" b="b"/>
              <a:pathLst>
                <a:path w="167" h="523" extrusionOk="0">
                  <a:moveTo>
                    <a:pt x="67" y="0"/>
                  </a:moveTo>
                  <a:cubicBezTo>
                    <a:pt x="11" y="89"/>
                    <a:pt x="1" y="178"/>
                    <a:pt x="1" y="267"/>
                  </a:cubicBezTo>
                  <a:cubicBezTo>
                    <a:pt x="11" y="345"/>
                    <a:pt x="33" y="434"/>
                    <a:pt x="100" y="523"/>
                  </a:cubicBezTo>
                  <a:cubicBezTo>
                    <a:pt x="156" y="434"/>
                    <a:pt x="167" y="345"/>
                    <a:pt x="167" y="256"/>
                  </a:cubicBezTo>
                  <a:cubicBezTo>
                    <a:pt x="156" y="167"/>
                    <a:pt x="134" y="79"/>
                    <a:pt x="67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266;p62">
              <a:extLst>
                <a:ext uri="{FF2B5EF4-FFF2-40B4-BE49-F238E27FC236}">
                  <a16:creationId xmlns:a16="http://schemas.microsoft.com/office/drawing/2014/main" id="{4C383408-11D0-3CE7-DF77-094AB60CECF1}"/>
                </a:ext>
              </a:extLst>
            </p:cNvPr>
            <p:cNvSpPr/>
            <p:nvPr/>
          </p:nvSpPr>
          <p:spPr>
            <a:xfrm>
              <a:off x="2962100" y="4259975"/>
              <a:ext cx="6950" cy="19475"/>
            </a:xfrm>
            <a:custGeom>
              <a:avLst/>
              <a:gdLst/>
              <a:ahLst/>
              <a:cxnLst/>
              <a:rect l="l" t="t" r="r" b="b"/>
              <a:pathLst>
                <a:path w="278" h="779" extrusionOk="0">
                  <a:moveTo>
                    <a:pt x="23" y="1"/>
                  </a:moveTo>
                  <a:lnTo>
                    <a:pt x="23" y="1"/>
                  </a:lnTo>
                  <a:cubicBezTo>
                    <a:pt x="1" y="144"/>
                    <a:pt x="23" y="278"/>
                    <a:pt x="67" y="411"/>
                  </a:cubicBezTo>
                  <a:cubicBezTo>
                    <a:pt x="112" y="544"/>
                    <a:pt x="167" y="667"/>
                    <a:pt x="267" y="778"/>
                  </a:cubicBezTo>
                  <a:cubicBezTo>
                    <a:pt x="278" y="633"/>
                    <a:pt x="256" y="489"/>
                    <a:pt x="211" y="367"/>
                  </a:cubicBezTo>
                  <a:cubicBezTo>
                    <a:pt x="167" y="233"/>
                    <a:pt x="122" y="112"/>
                    <a:pt x="23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267;p62">
              <a:extLst>
                <a:ext uri="{FF2B5EF4-FFF2-40B4-BE49-F238E27FC236}">
                  <a16:creationId xmlns:a16="http://schemas.microsoft.com/office/drawing/2014/main" id="{61089F6C-2563-1BB2-D019-382844282E71}"/>
                </a:ext>
              </a:extLst>
            </p:cNvPr>
            <p:cNvSpPr/>
            <p:nvPr/>
          </p:nvSpPr>
          <p:spPr>
            <a:xfrm>
              <a:off x="2930150" y="4298850"/>
              <a:ext cx="7250" cy="22250"/>
            </a:xfrm>
            <a:custGeom>
              <a:avLst/>
              <a:gdLst/>
              <a:ahLst/>
              <a:cxnLst/>
              <a:rect l="l" t="t" r="r" b="b"/>
              <a:pathLst>
                <a:path w="290" h="890" extrusionOk="0">
                  <a:moveTo>
                    <a:pt x="279" y="1"/>
                  </a:moveTo>
                  <a:lnTo>
                    <a:pt x="279" y="1"/>
                  </a:lnTo>
                  <a:cubicBezTo>
                    <a:pt x="168" y="134"/>
                    <a:pt x="112" y="278"/>
                    <a:pt x="67" y="423"/>
                  </a:cubicBezTo>
                  <a:cubicBezTo>
                    <a:pt x="34" y="567"/>
                    <a:pt x="1" y="722"/>
                    <a:pt x="12" y="889"/>
                  </a:cubicBezTo>
                  <a:cubicBezTo>
                    <a:pt x="123" y="756"/>
                    <a:pt x="178" y="611"/>
                    <a:pt x="223" y="467"/>
                  </a:cubicBezTo>
                  <a:cubicBezTo>
                    <a:pt x="257" y="322"/>
                    <a:pt x="290" y="167"/>
                    <a:pt x="279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268;p62">
              <a:extLst>
                <a:ext uri="{FF2B5EF4-FFF2-40B4-BE49-F238E27FC236}">
                  <a16:creationId xmlns:a16="http://schemas.microsoft.com/office/drawing/2014/main" id="{5D7FCB39-A834-2848-6F57-D4D8E52CFD63}"/>
                </a:ext>
              </a:extLst>
            </p:cNvPr>
            <p:cNvSpPr/>
            <p:nvPr/>
          </p:nvSpPr>
          <p:spPr>
            <a:xfrm>
              <a:off x="2882375" y="4309675"/>
              <a:ext cx="5025" cy="21975"/>
            </a:xfrm>
            <a:custGeom>
              <a:avLst/>
              <a:gdLst/>
              <a:ahLst/>
              <a:cxnLst/>
              <a:rect l="l" t="t" r="r" b="b"/>
              <a:pathLst>
                <a:path w="201" h="879" extrusionOk="0">
                  <a:moveTo>
                    <a:pt x="45" y="1"/>
                  </a:moveTo>
                  <a:cubicBezTo>
                    <a:pt x="1" y="145"/>
                    <a:pt x="13" y="301"/>
                    <a:pt x="23" y="445"/>
                  </a:cubicBezTo>
                  <a:cubicBezTo>
                    <a:pt x="45" y="590"/>
                    <a:pt x="68" y="734"/>
                    <a:pt x="146" y="879"/>
                  </a:cubicBezTo>
                  <a:cubicBezTo>
                    <a:pt x="201" y="723"/>
                    <a:pt x="190" y="578"/>
                    <a:pt x="179" y="434"/>
                  </a:cubicBezTo>
                  <a:cubicBezTo>
                    <a:pt x="157" y="279"/>
                    <a:pt x="134" y="134"/>
                    <a:pt x="45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269;p62">
              <a:extLst>
                <a:ext uri="{FF2B5EF4-FFF2-40B4-BE49-F238E27FC236}">
                  <a16:creationId xmlns:a16="http://schemas.microsoft.com/office/drawing/2014/main" id="{04A0DE5D-601C-55DB-CA9E-2177D34BCB71}"/>
                </a:ext>
              </a:extLst>
            </p:cNvPr>
            <p:cNvSpPr/>
            <p:nvPr/>
          </p:nvSpPr>
          <p:spPr>
            <a:xfrm>
              <a:off x="2836025" y="4321075"/>
              <a:ext cx="8350" cy="18350"/>
            </a:xfrm>
            <a:custGeom>
              <a:avLst/>
              <a:gdLst/>
              <a:ahLst/>
              <a:cxnLst/>
              <a:rect l="l" t="t" r="r" b="b"/>
              <a:pathLst>
                <a:path w="334" h="734" extrusionOk="0">
                  <a:moveTo>
                    <a:pt x="0" y="0"/>
                  </a:moveTo>
                  <a:cubicBezTo>
                    <a:pt x="0" y="144"/>
                    <a:pt x="45" y="278"/>
                    <a:pt x="100" y="400"/>
                  </a:cubicBezTo>
                  <a:cubicBezTo>
                    <a:pt x="156" y="522"/>
                    <a:pt x="222" y="645"/>
                    <a:pt x="334" y="734"/>
                  </a:cubicBezTo>
                  <a:cubicBezTo>
                    <a:pt x="334" y="589"/>
                    <a:pt x="300" y="455"/>
                    <a:pt x="245" y="334"/>
                  </a:cubicBezTo>
                  <a:cubicBezTo>
                    <a:pt x="178" y="211"/>
                    <a:pt x="111" y="100"/>
                    <a:pt x="0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270;p62">
              <a:extLst>
                <a:ext uri="{FF2B5EF4-FFF2-40B4-BE49-F238E27FC236}">
                  <a16:creationId xmlns:a16="http://schemas.microsoft.com/office/drawing/2014/main" id="{1C3A6BC2-99D5-8C1B-68D7-66BC3CF7195A}"/>
                </a:ext>
              </a:extLst>
            </p:cNvPr>
            <p:cNvSpPr/>
            <p:nvPr/>
          </p:nvSpPr>
          <p:spPr>
            <a:xfrm>
              <a:off x="2964325" y="4318000"/>
              <a:ext cx="7250" cy="21425"/>
            </a:xfrm>
            <a:custGeom>
              <a:avLst/>
              <a:gdLst/>
              <a:ahLst/>
              <a:cxnLst/>
              <a:rect l="l" t="t" r="r" b="b"/>
              <a:pathLst>
                <a:path w="290" h="857" extrusionOk="0">
                  <a:moveTo>
                    <a:pt x="267" y="1"/>
                  </a:moveTo>
                  <a:lnTo>
                    <a:pt x="267" y="1"/>
                  </a:lnTo>
                  <a:cubicBezTo>
                    <a:pt x="167" y="123"/>
                    <a:pt x="112" y="267"/>
                    <a:pt x="67" y="412"/>
                  </a:cubicBezTo>
                  <a:cubicBezTo>
                    <a:pt x="33" y="546"/>
                    <a:pt x="1" y="701"/>
                    <a:pt x="23" y="857"/>
                  </a:cubicBezTo>
                  <a:cubicBezTo>
                    <a:pt x="122" y="734"/>
                    <a:pt x="178" y="590"/>
                    <a:pt x="223" y="457"/>
                  </a:cubicBezTo>
                  <a:cubicBezTo>
                    <a:pt x="256" y="312"/>
                    <a:pt x="289" y="156"/>
                    <a:pt x="267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271;p62">
              <a:extLst>
                <a:ext uri="{FF2B5EF4-FFF2-40B4-BE49-F238E27FC236}">
                  <a16:creationId xmlns:a16="http://schemas.microsoft.com/office/drawing/2014/main" id="{9708878D-3F11-C5A6-A570-8A1CD19A0C2D}"/>
                </a:ext>
              </a:extLst>
            </p:cNvPr>
            <p:cNvSpPr/>
            <p:nvPr/>
          </p:nvSpPr>
          <p:spPr>
            <a:xfrm>
              <a:off x="2907375" y="4348850"/>
              <a:ext cx="3925" cy="12800"/>
            </a:xfrm>
            <a:custGeom>
              <a:avLst/>
              <a:gdLst/>
              <a:ahLst/>
              <a:cxnLst/>
              <a:rect l="l" t="t" r="r" b="b"/>
              <a:pathLst>
                <a:path w="157" h="512" extrusionOk="0">
                  <a:moveTo>
                    <a:pt x="90" y="0"/>
                  </a:moveTo>
                  <a:cubicBezTo>
                    <a:pt x="23" y="78"/>
                    <a:pt x="12" y="167"/>
                    <a:pt x="1" y="255"/>
                  </a:cubicBezTo>
                  <a:cubicBezTo>
                    <a:pt x="1" y="334"/>
                    <a:pt x="12" y="422"/>
                    <a:pt x="67" y="511"/>
                  </a:cubicBezTo>
                  <a:cubicBezTo>
                    <a:pt x="134" y="422"/>
                    <a:pt x="156" y="344"/>
                    <a:pt x="156" y="255"/>
                  </a:cubicBezTo>
                  <a:cubicBezTo>
                    <a:pt x="156" y="178"/>
                    <a:pt x="156" y="89"/>
                    <a:pt x="90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272;p62">
              <a:extLst>
                <a:ext uri="{FF2B5EF4-FFF2-40B4-BE49-F238E27FC236}">
                  <a16:creationId xmlns:a16="http://schemas.microsoft.com/office/drawing/2014/main" id="{BF70B849-3465-3CA0-1B24-3B120DF96CE3}"/>
                </a:ext>
              </a:extLst>
            </p:cNvPr>
            <p:cNvSpPr/>
            <p:nvPr/>
          </p:nvSpPr>
          <p:spPr>
            <a:xfrm>
              <a:off x="2827125" y="3949200"/>
              <a:ext cx="7525" cy="15850"/>
            </a:xfrm>
            <a:custGeom>
              <a:avLst/>
              <a:gdLst/>
              <a:ahLst/>
              <a:cxnLst/>
              <a:rect l="l" t="t" r="r" b="b"/>
              <a:pathLst>
                <a:path w="301" h="634" extrusionOk="0">
                  <a:moveTo>
                    <a:pt x="300" y="0"/>
                  </a:moveTo>
                  <a:lnTo>
                    <a:pt x="300" y="0"/>
                  </a:lnTo>
                  <a:cubicBezTo>
                    <a:pt x="189" y="78"/>
                    <a:pt x="134" y="178"/>
                    <a:pt x="78" y="278"/>
                  </a:cubicBezTo>
                  <a:cubicBezTo>
                    <a:pt x="34" y="390"/>
                    <a:pt x="1" y="501"/>
                    <a:pt x="11" y="634"/>
                  </a:cubicBezTo>
                  <a:cubicBezTo>
                    <a:pt x="123" y="556"/>
                    <a:pt x="179" y="456"/>
                    <a:pt x="223" y="345"/>
                  </a:cubicBezTo>
                  <a:cubicBezTo>
                    <a:pt x="267" y="234"/>
                    <a:pt x="300" y="123"/>
                    <a:pt x="300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273;p62">
              <a:extLst>
                <a:ext uri="{FF2B5EF4-FFF2-40B4-BE49-F238E27FC236}">
                  <a16:creationId xmlns:a16="http://schemas.microsoft.com/office/drawing/2014/main" id="{0EAE23C0-1266-8AF7-A049-D183819C73D9}"/>
                </a:ext>
              </a:extLst>
            </p:cNvPr>
            <p:cNvSpPr/>
            <p:nvPr/>
          </p:nvSpPr>
          <p:spPr>
            <a:xfrm>
              <a:off x="2859050" y="3933375"/>
              <a:ext cx="6425" cy="19175"/>
            </a:xfrm>
            <a:custGeom>
              <a:avLst/>
              <a:gdLst/>
              <a:ahLst/>
              <a:cxnLst/>
              <a:rect l="l" t="t" r="r" b="b"/>
              <a:pathLst>
                <a:path w="257" h="767" extrusionOk="0">
                  <a:moveTo>
                    <a:pt x="23" y="1"/>
                  </a:moveTo>
                  <a:lnTo>
                    <a:pt x="23" y="1"/>
                  </a:lnTo>
                  <a:cubicBezTo>
                    <a:pt x="1" y="144"/>
                    <a:pt x="23" y="278"/>
                    <a:pt x="57" y="411"/>
                  </a:cubicBezTo>
                  <a:cubicBezTo>
                    <a:pt x="90" y="534"/>
                    <a:pt x="134" y="656"/>
                    <a:pt x="235" y="767"/>
                  </a:cubicBezTo>
                  <a:cubicBezTo>
                    <a:pt x="257" y="623"/>
                    <a:pt x="235" y="500"/>
                    <a:pt x="201" y="367"/>
                  </a:cubicBezTo>
                  <a:cubicBezTo>
                    <a:pt x="168" y="233"/>
                    <a:pt x="123" y="112"/>
                    <a:pt x="23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274;p62">
              <a:extLst>
                <a:ext uri="{FF2B5EF4-FFF2-40B4-BE49-F238E27FC236}">
                  <a16:creationId xmlns:a16="http://schemas.microsoft.com/office/drawing/2014/main" id="{0B5FD5DD-D494-3104-72FB-9507A9AC94A6}"/>
                </a:ext>
              </a:extLst>
            </p:cNvPr>
            <p:cNvSpPr/>
            <p:nvPr/>
          </p:nvSpPr>
          <p:spPr>
            <a:xfrm>
              <a:off x="2904600" y="3947825"/>
              <a:ext cx="6150" cy="17225"/>
            </a:xfrm>
            <a:custGeom>
              <a:avLst/>
              <a:gdLst/>
              <a:ahLst/>
              <a:cxnLst/>
              <a:rect l="l" t="t" r="r" b="b"/>
              <a:pathLst>
                <a:path w="246" h="689" extrusionOk="0">
                  <a:moveTo>
                    <a:pt x="34" y="0"/>
                  </a:moveTo>
                  <a:lnTo>
                    <a:pt x="34" y="0"/>
                  </a:lnTo>
                  <a:cubicBezTo>
                    <a:pt x="1" y="133"/>
                    <a:pt x="23" y="245"/>
                    <a:pt x="45" y="366"/>
                  </a:cubicBezTo>
                  <a:cubicBezTo>
                    <a:pt x="79" y="477"/>
                    <a:pt x="123" y="589"/>
                    <a:pt x="212" y="689"/>
                  </a:cubicBezTo>
                  <a:cubicBezTo>
                    <a:pt x="245" y="566"/>
                    <a:pt x="223" y="445"/>
                    <a:pt x="201" y="322"/>
                  </a:cubicBezTo>
                  <a:cubicBezTo>
                    <a:pt x="168" y="211"/>
                    <a:pt x="123" y="100"/>
                    <a:pt x="34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275;p62">
              <a:extLst>
                <a:ext uri="{FF2B5EF4-FFF2-40B4-BE49-F238E27FC236}">
                  <a16:creationId xmlns:a16="http://schemas.microsoft.com/office/drawing/2014/main" id="{EA5FF97A-1861-F3FE-31B9-6BEA2EB3BF23}"/>
                </a:ext>
              </a:extLst>
            </p:cNvPr>
            <p:cNvSpPr/>
            <p:nvPr/>
          </p:nvSpPr>
          <p:spPr>
            <a:xfrm>
              <a:off x="2802400" y="3977250"/>
              <a:ext cx="5025" cy="25300"/>
            </a:xfrm>
            <a:custGeom>
              <a:avLst/>
              <a:gdLst/>
              <a:ahLst/>
              <a:cxnLst/>
              <a:rect l="l" t="t" r="r" b="b"/>
              <a:pathLst>
                <a:path w="201" h="1012" extrusionOk="0">
                  <a:moveTo>
                    <a:pt x="45" y="1"/>
                  </a:moveTo>
                  <a:cubicBezTo>
                    <a:pt x="1" y="178"/>
                    <a:pt x="1" y="345"/>
                    <a:pt x="23" y="512"/>
                  </a:cubicBezTo>
                  <a:cubicBezTo>
                    <a:pt x="45" y="678"/>
                    <a:pt x="79" y="845"/>
                    <a:pt x="156" y="1011"/>
                  </a:cubicBezTo>
                  <a:cubicBezTo>
                    <a:pt x="201" y="833"/>
                    <a:pt x="190" y="667"/>
                    <a:pt x="178" y="500"/>
                  </a:cubicBezTo>
                  <a:cubicBezTo>
                    <a:pt x="156" y="322"/>
                    <a:pt x="123" y="156"/>
                    <a:pt x="45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276;p62">
              <a:extLst>
                <a:ext uri="{FF2B5EF4-FFF2-40B4-BE49-F238E27FC236}">
                  <a16:creationId xmlns:a16="http://schemas.microsoft.com/office/drawing/2014/main" id="{538CFFE4-D600-B655-2A11-571F9307F4F5}"/>
                </a:ext>
              </a:extLst>
            </p:cNvPr>
            <p:cNvSpPr/>
            <p:nvPr/>
          </p:nvSpPr>
          <p:spPr>
            <a:xfrm>
              <a:off x="2928500" y="3990575"/>
              <a:ext cx="4450" cy="19175"/>
            </a:xfrm>
            <a:custGeom>
              <a:avLst/>
              <a:gdLst/>
              <a:ahLst/>
              <a:cxnLst/>
              <a:rect l="l" t="t" r="r" b="b"/>
              <a:pathLst>
                <a:path w="178" h="767" extrusionOk="0">
                  <a:moveTo>
                    <a:pt x="44" y="1"/>
                  </a:moveTo>
                  <a:cubicBezTo>
                    <a:pt x="0" y="134"/>
                    <a:pt x="0" y="268"/>
                    <a:pt x="12" y="401"/>
                  </a:cubicBezTo>
                  <a:cubicBezTo>
                    <a:pt x="34" y="523"/>
                    <a:pt x="56" y="645"/>
                    <a:pt x="133" y="767"/>
                  </a:cubicBezTo>
                  <a:cubicBezTo>
                    <a:pt x="178" y="634"/>
                    <a:pt x="178" y="500"/>
                    <a:pt x="167" y="379"/>
                  </a:cubicBezTo>
                  <a:cubicBezTo>
                    <a:pt x="156" y="245"/>
                    <a:pt x="123" y="123"/>
                    <a:pt x="44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277;p62">
              <a:extLst>
                <a:ext uri="{FF2B5EF4-FFF2-40B4-BE49-F238E27FC236}">
                  <a16:creationId xmlns:a16="http://schemas.microsoft.com/office/drawing/2014/main" id="{6A4B0AD6-24EB-A84E-744C-C365429AD91F}"/>
                </a:ext>
              </a:extLst>
            </p:cNvPr>
            <p:cNvSpPr/>
            <p:nvPr/>
          </p:nvSpPr>
          <p:spPr>
            <a:xfrm>
              <a:off x="2922925" y="4373275"/>
              <a:ext cx="166950" cy="157925"/>
            </a:xfrm>
            <a:custGeom>
              <a:avLst/>
              <a:gdLst/>
              <a:ahLst/>
              <a:cxnLst/>
              <a:rect l="l" t="t" r="r" b="b"/>
              <a:pathLst>
                <a:path w="6678" h="6317" extrusionOk="0">
                  <a:moveTo>
                    <a:pt x="5422" y="1"/>
                  </a:moveTo>
                  <a:cubicBezTo>
                    <a:pt x="3956" y="34"/>
                    <a:pt x="2545" y="345"/>
                    <a:pt x="1090" y="389"/>
                  </a:cubicBezTo>
                  <a:cubicBezTo>
                    <a:pt x="946" y="401"/>
                    <a:pt x="790" y="401"/>
                    <a:pt x="645" y="456"/>
                  </a:cubicBezTo>
                  <a:cubicBezTo>
                    <a:pt x="156" y="645"/>
                    <a:pt x="1" y="1322"/>
                    <a:pt x="134" y="1778"/>
                  </a:cubicBezTo>
                  <a:cubicBezTo>
                    <a:pt x="245" y="2134"/>
                    <a:pt x="479" y="2433"/>
                    <a:pt x="667" y="2756"/>
                  </a:cubicBezTo>
                  <a:cubicBezTo>
                    <a:pt x="1134" y="3511"/>
                    <a:pt x="1934" y="4922"/>
                    <a:pt x="2234" y="5755"/>
                  </a:cubicBezTo>
                  <a:cubicBezTo>
                    <a:pt x="2301" y="5933"/>
                    <a:pt x="2367" y="6121"/>
                    <a:pt x="2534" y="6200"/>
                  </a:cubicBezTo>
                  <a:cubicBezTo>
                    <a:pt x="2572" y="6220"/>
                    <a:pt x="2615" y="6229"/>
                    <a:pt x="2658" y="6229"/>
                  </a:cubicBezTo>
                  <a:cubicBezTo>
                    <a:pt x="2803" y="6229"/>
                    <a:pt x="2948" y="6125"/>
                    <a:pt x="2923" y="5988"/>
                  </a:cubicBezTo>
                  <a:lnTo>
                    <a:pt x="2923" y="5988"/>
                  </a:lnTo>
                  <a:cubicBezTo>
                    <a:pt x="3000" y="6099"/>
                    <a:pt x="3089" y="6222"/>
                    <a:pt x="3212" y="6277"/>
                  </a:cubicBezTo>
                  <a:cubicBezTo>
                    <a:pt x="3237" y="6285"/>
                    <a:pt x="3264" y="6289"/>
                    <a:pt x="3291" y="6289"/>
                  </a:cubicBezTo>
                  <a:cubicBezTo>
                    <a:pt x="3406" y="6289"/>
                    <a:pt x="3523" y="6216"/>
                    <a:pt x="3523" y="6099"/>
                  </a:cubicBezTo>
                  <a:cubicBezTo>
                    <a:pt x="3609" y="6194"/>
                    <a:pt x="3735" y="6262"/>
                    <a:pt x="3865" y="6262"/>
                  </a:cubicBezTo>
                  <a:cubicBezTo>
                    <a:pt x="3903" y="6262"/>
                    <a:pt x="3940" y="6256"/>
                    <a:pt x="3978" y="6244"/>
                  </a:cubicBezTo>
                  <a:cubicBezTo>
                    <a:pt x="4133" y="6188"/>
                    <a:pt x="4222" y="5977"/>
                    <a:pt x="4123" y="5844"/>
                  </a:cubicBezTo>
                  <a:lnTo>
                    <a:pt x="4123" y="5844"/>
                  </a:lnTo>
                  <a:cubicBezTo>
                    <a:pt x="4267" y="6000"/>
                    <a:pt x="4412" y="6155"/>
                    <a:pt x="4611" y="6255"/>
                  </a:cubicBezTo>
                  <a:cubicBezTo>
                    <a:pt x="4696" y="6295"/>
                    <a:pt x="4792" y="6317"/>
                    <a:pt x="4886" y="6317"/>
                  </a:cubicBezTo>
                  <a:cubicBezTo>
                    <a:pt x="5002" y="6317"/>
                    <a:pt x="5114" y="6284"/>
                    <a:pt x="5200" y="6210"/>
                  </a:cubicBezTo>
                  <a:cubicBezTo>
                    <a:pt x="5355" y="6077"/>
                    <a:pt x="5389" y="5866"/>
                    <a:pt x="5355" y="5666"/>
                  </a:cubicBezTo>
                  <a:cubicBezTo>
                    <a:pt x="5311" y="5477"/>
                    <a:pt x="5211" y="5311"/>
                    <a:pt x="5111" y="5144"/>
                  </a:cubicBezTo>
                  <a:cubicBezTo>
                    <a:pt x="4955" y="4889"/>
                    <a:pt x="4800" y="4644"/>
                    <a:pt x="4656" y="4400"/>
                  </a:cubicBezTo>
                  <a:cubicBezTo>
                    <a:pt x="4511" y="4166"/>
                    <a:pt x="2345" y="2156"/>
                    <a:pt x="2234" y="1811"/>
                  </a:cubicBezTo>
                  <a:cubicBezTo>
                    <a:pt x="2546" y="1649"/>
                    <a:pt x="3001" y="1627"/>
                    <a:pt x="3438" y="1627"/>
                  </a:cubicBezTo>
                  <a:cubicBezTo>
                    <a:pt x="3602" y="1627"/>
                    <a:pt x="3764" y="1630"/>
                    <a:pt x="3914" y="1630"/>
                  </a:cubicBezTo>
                  <a:cubicBezTo>
                    <a:pt x="4020" y="1630"/>
                    <a:pt x="4120" y="1628"/>
                    <a:pt x="4212" y="1623"/>
                  </a:cubicBezTo>
                  <a:cubicBezTo>
                    <a:pt x="4822" y="1578"/>
                    <a:pt x="5711" y="1633"/>
                    <a:pt x="6244" y="1290"/>
                  </a:cubicBezTo>
                  <a:cubicBezTo>
                    <a:pt x="6488" y="1145"/>
                    <a:pt x="6678" y="856"/>
                    <a:pt x="6622" y="579"/>
                  </a:cubicBezTo>
                  <a:cubicBezTo>
                    <a:pt x="6567" y="345"/>
                    <a:pt x="6367" y="167"/>
                    <a:pt x="6133" y="78"/>
                  </a:cubicBezTo>
                  <a:cubicBezTo>
                    <a:pt x="5911" y="1"/>
                    <a:pt x="5666" y="1"/>
                    <a:pt x="5422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278;p62">
              <a:extLst>
                <a:ext uri="{FF2B5EF4-FFF2-40B4-BE49-F238E27FC236}">
                  <a16:creationId xmlns:a16="http://schemas.microsoft.com/office/drawing/2014/main" id="{21E04D92-6E50-DEF5-4580-E1C656B7B59E}"/>
                </a:ext>
              </a:extLst>
            </p:cNvPr>
            <p:cNvSpPr/>
            <p:nvPr/>
          </p:nvSpPr>
          <p:spPr>
            <a:xfrm>
              <a:off x="2946825" y="4297725"/>
              <a:ext cx="310800" cy="137775"/>
            </a:xfrm>
            <a:custGeom>
              <a:avLst/>
              <a:gdLst/>
              <a:ahLst/>
              <a:cxnLst/>
              <a:rect l="l" t="t" r="r" b="b"/>
              <a:pathLst>
                <a:path w="12432" h="5511" extrusionOk="0">
                  <a:moveTo>
                    <a:pt x="2641" y="1"/>
                  </a:moveTo>
                  <a:cubicBezTo>
                    <a:pt x="2405" y="1"/>
                    <a:pt x="2179" y="8"/>
                    <a:pt x="1967" y="24"/>
                  </a:cubicBezTo>
                  <a:cubicBezTo>
                    <a:pt x="578" y="123"/>
                    <a:pt x="0" y="2534"/>
                    <a:pt x="822" y="2656"/>
                  </a:cubicBezTo>
                  <a:cubicBezTo>
                    <a:pt x="1179" y="2709"/>
                    <a:pt x="1642" y="2725"/>
                    <a:pt x="2134" y="2725"/>
                  </a:cubicBezTo>
                  <a:cubicBezTo>
                    <a:pt x="2818" y="2725"/>
                    <a:pt x="3557" y="2695"/>
                    <a:pt x="4145" y="2695"/>
                  </a:cubicBezTo>
                  <a:cubicBezTo>
                    <a:pt x="4279" y="2695"/>
                    <a:pt x="4406" y="2696"/>
                    <a:pt x="4522" y="2700"/>
                  </a:cubicBezTo>
                  <a:cubicBezTo>
                    <a:pt x="4166" y="2756"/>
                    <a:pt x="3811" y="2823"/>
                    <a:pt x="3456" y="2878"/>
                  </a:cubicBezTo>
                  <a:cubicBezTo>
                    <a:pt x="3944" y="2967"/>
                    <a:pt x="4422" y="3045"/>
                    <a:pt x="4900" y="3134"/>
                  </a:cubicBezTo>
                  <a:cubicBezTo>
                    <a:pt x="3944" y="3178"/>
                    <a:pt x="3000" y="3267"/>
                    <a:pt x="2044" y="3378"/>
                  </a:cubicBezTo>
                  <a:cubicBezTo>
                    <a:pt x="2656" y="3645"/>
                    <a:pt x="3288" y="3811"/>
                    <a:pt x="3944" y="3889"/>
                  </a:cubicBezTo>
                  <a:cubicBezTo>
                    <a:pt x="3344" y="4056"/>
                    <a:pt x="2745" y="4233"/>
                    <a:pt x="2145" y="4400"/>
                  </a:cubicBezTo>
                  <a:cubicBezTo>
                    <a:pt x="2800" y="4645"/>
                    <a:pt x="3500" y="4811"/>
                    <a:pt x="4199" y="4878"/>
                  </a:cubicBezTo>
                  <a:cubicBezTo>
                    <a:pt x="3755" y="5122"/>
                    <a:pt x="3256" y="5289"/>
                    <a:pt x="2745" y="5356"/>
                  </a:cubicBezTo>
                  <a:cubicBezTo>
                    <a:pt x="3857" y="5433"/>
                    <a:pt x="4986" y="5511"/>
                    <a:pt x="6107" y="5511"/>
                  </a:cubicBezTo>
                  <a:cubicBezTo>
                    <a:pt x="7718" y="5511"/>
                    <a:pt x="9314" y="5351"/>
                    <a:pt x="10820" y="4800"/>
                  </a:cubicBezTo>
                  <a:cubicBezTo>
                    <a:pt x="11276" y="4645"/>
                    <a:pt x="11731" y="4433"/>
                    <a:pt x="12032" y="4056"/>
                  </a:cubicBezTo>
                  <a:cubicBezTo>
                    <a:pt x="12365" y="3623"/>
                    <a:pt x="12431" y="3023"/>
                    <a:pt x="12264" y="2512"/>
                  </a:cubicBezTo>
                  <a:cubicBezTo>
                    <a:pt x="12098" y="2001"/>
                    <a:pt x="11698" y="1567"/>
                    <a:pt x="11220" y="1312"/>
                  </a:cubicBezTo>
                  <a:cubicBezTo>
                    <a:pt x="10731" y="1046"/>
                    <a:pt x="10165" y="945"/>
                    <a:pt x="9620" y="868"/>
                  </a:cubicBezTo>
                  <a:cubicBezTo>
                    <a:pt x="7722" y="578"/>
                    <a:pt x="4755" y="1"/>
                    <a:pt x="2641" y="1"/>
                  </a:cubicBezTo>
                  <a:close/>
                </a:path>
              </a:pathLst>
            </a:custGeom>
            <a:solidFill>
              <a:srgbClr val="774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279;p62">
              <a:extLst>
                <a:ext uri="{FF2B5EF4-FFF2-40B4-BE49-F238E27FC236}">
                  <a16:creationId xmlns:a16="http://schemas.microsoft.com/office/drawing/2014/main" id="{9B5F4932-8B3A-AA64-EAA1-5D9F9EC49D9A}"/>
                </a:ext>
              </a:extLst>
            </p:cNvPr>
            <p:cNvSpPr/>
            <p:nvPr/>
          </p:nvSpPr>
          <p:spPr>
            <a:xfrm>
              <a:off x="3039025" y="4345775"/>
              <a:ext cx="169175" cy="19200"/>
            </a:xfrm>
            <a:custGeom>
              <a:avLst/>
              <a:gdLst/>
              <a:ahLst/>
              <a:cxnLst/>
              <a:rect l="l" t="t" r="r" b="b"/>
              <a:pathLst>
                <a:path w="6767" h="768" extrusionOk="0">
                  <a:moveTo>
                    <a:pt x="4167" y="1"/>
                  </a:moveTo>
                  <a:lnTo>
                    <a:pt x="4344" y="134"/>
                  </a:lnTo>
                  <a:lnTo>
                    <a:pt x="4605" y="325"/>
                  </a:lnTo>
                  <a:lnTo>
                    <a:pt x="4605" y="325"/>
                  </a:lnTo>
                  <a:cubicBezTo>
                    <a:pt x="4296" y="287"/>
                    <a:pt x="3987" y="261"/>
                    <a:pt x="3678" y="234"/>
                  </a:cubicBezTo>
                  <a:cubicBezTo>
                    <a:pt x="3278" y="212"/>
                    <a:pt x="2889" y="201"/>
                    <a:pt x="2500" y="201"/>
                  </a:cubicBezTo>
                  <a:cubicBezTo>
                    <a:pt x="2111" y="201"/>
                    <a:pt x="1711" y="201"/>
                    <a:pt x="1323" y="234"/>
                  </a:cubicBezTo>
                  <a:cubicBezTo>
                    <a:pt x="934" y="257"/>
                    <a:pt x="545" y="301"/>
                    <a:pt x="156" y="346"/>
                  </a:cubicBezTo>
                  <a:lnTo>
                    <a:pt x="0" y="368"/>
                  </a:lnTo>
                  <a:lnTo>
                    <a:pt x="145" y="412"/>
                  </a:lnTo>
                  <a:lnTo>
                    <a:pt x="960" y="691"/>
                  </a:lnTo>
                  <a:lnTo>
                    <a:pt x="960" y="691"/>
                  </a:lnTo>
                  <a:lnTo>
                    <a:pt x="778" y="768"/>
                  </a:lnTo>
                  <a:lnTo>
                    <a:pt x="1000" y="701"/>
                  </a:lnTo>
                  <a:lnTo>
                    <a:pt x="1022" y="689"/>
                  </a:lnTo>
                  <a:lnTo>
                    <a:pt x="1000" y="679"/>
                  </a:lnTo>
                  <a:lnTo>
                    <a:pt x="313" y="400"/>
                  </a:lnTo>
                  <a:lnTo>
                    <a:pt x="313" y="400"/>
                  </a:lnTo>
                  <a:cubicBezTo>
                    <a:pt x="653" y="373"/>
                    <a:pt x="993" y="355"/>
                    <a:pt x="1333" y="346"/>
                  </a:cubicBezTo>
                  <a:cubicBezTo>
                    <a:pt x="1610" y="337"/>
                    <a:pt x="1885" y="330"/>
                    <a:pt x="2161" y="330"/>
                  </a:cubicBezTo>
                  <a:cubicBezTo>
                    <a:pt x="2274" y="330"/>
                    <a:pt x="2387" y="331"/>
                    <a:pt x="2500" y="334"/>
                  </a:cubicBezTo>
                  <a:cubicBezTo>
                    <a:pt x="2889" y="334"/>
                    <a:pt x="3278" y="356"/>
                    <a:pt x="3666" y="378"/>
                  </a:cubicBezTo>
                  <a:cubicBezTo>
                    <a:pt x="4056" y="401"/>
                    <a:pt x="4444" y="434"/>
                    <a:pt x="4822" y="479"/>
                  </a:cubicBezTo>
                  <a:lnTo>
                    <a:pt x="5078" y="512"/>
                  </a:lnTo>
                  <a:lnTo>
                    <a:pt x="4878" y="368"/>
                  </a:lnTo>
                  <a:lnTo>
                    <a:pt x="4587" y="167"/>
                  </a:lnTo>
                  <a:lnTo>
                    <a:pt x="4587" y="167"/>
                  </a:lnTo>
                  <a:cubicBezTo>
                    <a:pt x="5315" y="244"/>
                    <a:pt x="6036" y="357"/>
                    <a:pt x="6766" y="479"/>
                  </a:cubicBezTo>
                  <a:cubicBezTo>
                    <a:pt x="5988" y="279"/>
                    <a:pt x="5189" y="134"/>
                    <a:pt x="4389" y="34"/>
                  </a:cubicBezTo>
                  <a:lnTo>
                    <a:pt x="4167" y="1"/>
                  </a:ln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280;p62">
              <a:extLst>
                <a:ext uri="{FF2B5EF4-FFF2-40B4-BE49-F238E27FC236}">
                  <a16:creationId xmlns:a16="http://schemas.microsoft.com/office/drawing/2014/main" id="{2B63B8DB-5E26-4430-6AFF-DFAA0451B343}"/>
                </a:ext>
              </a:extLst>
            </p:cNvPr>
            <p:cNvSpPr/>
            <p:nvPr/>
          </p:nvSpPr>
          <p:spPr>
            <a:xfrm>
              <a:off x="3196200" y="4385150"/>
              <a:ext cx="18925" cy="6250"/>
            </a:xfrm>
            <a:custGeom>
              <a:avLst/>
              <a:gdLst/>
              <a:ahLst/>
              <a:cxnLst/>
              <a:rect l="l" t="t" r="r" b="b"/>
              <a:pathLst>
                <a:path w="757" h="250" extrusionOk="0">
                  <a:moveTo>
                    <a:pt x="685" y="1"/>
                  </a:moveTo>
                  <a:cubicBezTo>
                    <a:pt x="568" y="1"/>
                    <a:pt x="459" y="22"/>
                    <a:pt x="356" y="59"/>
                  </a:cubicBezTo>
                  <a:cubicBezTo>
                    <a:pt x="235" y="92"/>
                    <a:pt x="112" y="148"/>
                    <a:pt x="1" y="248"/>
                  </a:cubicBezTo>
                  <a:cubicBezTo>
                    <a:pt x="21" y="249"/>
                    <a:pt x="40" y="250"/>
                    <a:pt x="60" y="250"/>
                  </a:cubicBezTo>
                  <a:cubicBezTo>
                    <a:pt x="182" y="250"/>
                    <a:pt x="296" y="221"/>
                    <a:pt x="401" y="192"/>
                  </a:cubicBezTo>
                  <a:cubicBezTo>
                    <a:pt x="524" y="148"/>
                    <a:pt x="645" y="104"/>
                    <a:pt x="756" y="3"/>
                  </a:cubicBezTo>
                  <a:cubicBezTo>
                    <a:pt x="732" y="1"/>
                    <a:pt x="709" y="1"/>
                    <a:pt x="685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281;p62">
              <a:extLst>
                <a:ext uri="{FF2B5EF4-FFF2-40B4-BE49-F238E27FC236}">
                  <a16:creationId xmlns:a16="http://schemas.microsoft.com/office/drawing/2014/main" id="{A25C893D-BB23-84D9-E938-AECA13F5A671}"/>
                </a:ext>
              </a:extLst>
            </p:cNvPr>
            <p:cNvSpPr/>
            <p:nvPr/>
          </p:nvSpPr>
          <p:spPr>
            <a:xfrm>
              <a:off x="3169850" y="4376225"/>
              <a:ext cx="20000" cy="4300"/>
            </a:xfrm>
            <a:custGeom>
              <a:avLst/>
              <a:gdLst/>
              <a:ahLst/>
              <a:cxnLst/>
              <a:rect l="l" t="t" r="r" b="b"/>
              <a:pathLst>
                <a:path w="800" h="172" extrusionOk="0">
                  <a:moveTo>
                    <a:pt x="570" y="1"/>
                  </a:moveTo>
                  <a:cubicBezTo>
                    <a:pt x="509" y="1"/>
                    <a:pt x="449" y="6"/>
                    <a:pt x="388" y="16"/>
                  </a:cubicBezTo>
                  <a:cubicBezTo>
                    <a:pt x="255" y="38"/>
                    <a:pt x="122" y="71"/>
                    <a:pt x="0" y="150"/>
                  </a:cubicBezTo>
                  <a:cubicBezTo>
                    <a:pt x="72" y="166"/>
                    <a:pt x="141" y="172"/>
                    <a:pt x="209" y="172"/>
                  </a:cubicBezTo>
                  <a:cubicBezTo>
                    <a:pt x="277" y="172"/>
                    <a:pt x="344" y="166"/>
                    <a:pt x="411" y="160"/>
                  </a:cubicBezTo>
                  <a:cubicBezTo>
                    <a:pt x="544" y="138"/>
                    <a:pt x="667" y="105"/>
                    <a:pt x="800" y="27"/>
                  </a:cubicBezTo>
                  <a:cubicBezTo>
                    <a:pt x="720" y="9"/>
                    <a:pt x="644" y="1"/>
                    <a:pt x="570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282;p62">
              <a:extLst>
                <a:ext uri="{FF2B5EF4-FFF2-40B4-BE49-F238E27FC236}">
                  <a16:creationId xmlns:a16="http://schemas.microsoft.com/office/drawing/2014/main" id="{80BC2415-0DAE-8953-2509-36A7A45BC2A6}"/>
                </a:ext>
              </a:extLst>
            </p:cNvPr>
            <p:cNvSpPr/>
            <p:nvPr/>
          </p:nvSpPr>
          <p:spPr>
            <a:xfrm>
              <a:off x="3148450" y="4397200"/>
              <a:ext cx="23075" cy="4675"/>
            </a:xfrm>
            <a:custGeom>
              <a:avLst/>
              <a:gdLst/>
              <a:ahLst/>
              <a:cxnLst/>
              <a:rect l="l" t="t" r="r" b="b"/>
              <a:pathLst>
                <a:path w="923" h="187" extrusionOk="0">
                  <a:moveTo>
                    <a:pt x="703" y="0"/>
                  </a:moveTo>
                  <a:cubicBezTo>
                    <a:pt x="616" y="0"/>
                    <a:pt x="530" y="9"/>
                    <a:pt x="445" y="22"/>
                  </a:cubicBezTo>
                  <a:cubicBezTo>
                    <a:pt x="301" y="54"/>
                    <a:pt x="145" y="88"/>
                    <a:pt x="0" y="165"/>
                  </a:cubicBezTo>
                  <a:cubicBezTo>
                    <a:pt x="70" y="181"/>
                    <a:pt x="143" y="187"/>
                    <a:pt x="215" y="187"/>
                  </a:cubicBezTo>
                  <a:cubicBezTo>
                    <a:pt x="304" y="187"/>
                    <a:pt x="393" y="178"/>
                    <a:pt x="478" y="165"/>
                  </a:cubicBezTo>
                  <a:cubicBezTo>
                    <a:pt x="622" y="133"/>
                    <a:pt x="778" y="99"/>
                    <a:pt x="923" y="22"/>
                  </a:cubicBezTo>
                  <a:cubicBezTo>
                    <a:pt x="848" y="6"/>
                    <a:pt x="775" y="0"/>
                    <a:pt x="703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283;p62">
              <a:extLst>
                <a:ext uri="{FF2B5EF4-FFF2-40B4-BE49-F238E27FC236}">
                  <a16:creationId xmlns:a16="http://schemas.microsoft.com/office/drawing/2014/main" id="{09F7786F-9436-D093-0D26-701EDE5C7371}"/>
                </a:ext>
              </a:extLst>
            </p:cNvPr>
            <p:cNvSpPr/>
            <p:nvPr/>
          </p:nvSpPr>
          <p:spPr>
            <a:xfrm>
              <a:off x="3132075" y="4413025"/>
              <a:ext cx="28625" cy="4675"/>
            </a:xfrm>
            <a:custGeom>
              <a:avLst/>
              <a:gdLst/>
              <a:ahLst/>
              <a:cxnLst/>
              <a:rect l="l" t="t" r="r" b="b"/>
              <a:pathLst>
                <a:path w="1145" h="187" extrusionOk="0">
                  <a:moveTo>
                    <a:pt x="878" y="0"/>
                  </a:moveTo>
                  <a:cubicBezTo>
                    <a:pt x="773" y="0"/>
                    <a:pt x="670" y="9"/>
                    <a:pt x="566" y="21"/>
                  </a:cubicBezTo>
                  <a:cubicBezTo>
                    <a:pt x="378" y="43"/>
                    <a:pt x="189" y="88"/>
                    <a:pt x="0" y="166"/>
                  </a:cubicBezTo>
                  <a:cubicBezTo>
                    <a:pt x="91" y="181"/>
                    <a:pt x="179" y="187"/>
                    <a:pt x="266" y="187"/>
                  </a:cubicBezTo>
                  <a:cubicBezTo>
                    <a:pt x="371" y="187"/>
                    <a:pt x="474" y="178"/>
                    <a:pt x="578" y="166"/>
                  </a:cubicBezTo>
                  <a:cubicBezTo>
                    <a:pt x="766" y="132"/>
                    <a:pt x="956" y="99"/>
                    <a:pt x="1144" y="21"/>
                  </a:cubicBezTo>
                  <a:cubicBezTo>
                    <a:pt x="1053" y="6"/>
                    <a:pt x="965" y="0"/>
                    <a:pt x="878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284;p62">
              <a:extLst>
                <a:ext uri="{FF2B5EF4-FFF2-40B4-BE49-F238E27FC236}">
                  <a16:creationId xmlns:a16="http://schemas.microsoft.com/office/drawing/2014/main" id="{9832BA4D-ACC8-996E-2E37-760266BA33A0}"/>
                </a:ext>
              </a:extLst>
            </p:cNvPr>
            <p:cNvSpPr/>
            <p:nvPr/>
          </p:nvSpPr>
          <p:spPr>
            <a:xfrm>
              <a:off x="3103750" y="4380850"/>
              <a:ext cx="31675" cy="5725"/>
            </a:xfrm>
            <a:custGeom>
              <a:avLst/>
              <a:gdLst/>
              <a:ahLst/>
              <a:cxnLst/>
              <a:rect l="l" t="t" r="r" b="b"/>
              <a:pathLst>
                <a:path w="1267" h="229" extrusionOk="0">
                  <a:moveTo>
                    <a:pt x="1082" y="0"/>
                  </a:moveTo>
                  <a:cubicBezTo>
                    <a:pt x="926" y="0"/>
                    <a:pt x="774" y="18"/>
                    <a:pt x="622" y="42"/>
                  </a:cubicBezTo>
                  <a:cubicBezTo>
                    <a:pt x="411" y="86"/>
                    <a:pt x="200" y="131"/>
                    <a:pt x="0" y="220"/>
                  </a:cubicBezTo>
                  <a:cubicBezTo>
                    <a:pt x="62" y="226"/>
                    <a:pt x="124" y="229"/>
                    <a:pt x="184" y="229"/>
                  </a:cubicBezTo>
                  <a:cubicBezTo>
                    <a:pt x="340" y="229"/>
                    <a:pt x="492" y="210"/>
                    <a:pt x="644" y="187"/>
                  </a:cubicBezTo>
                  <a:cubicBezTo>
                    <a:pt x="855" y="153"/>
                    <a:pt x="1067" y="98"/>
                    <a:pt x="1267" y="9"/>
                  </a:cubicBezTo>
                  <a:cubicBezTo>
                    <a:pt x="1204" y="3"/>
                    <a:pt x="1143" y="0"/>
                    <a:pt x="1082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285;p62">
              <a:extLst>
                <a:ext uri="{FF2B5EF4-FFF2-40B4-BE49-F238E27FC236}">
                  <a16:creationId xmlns:a16="http://schemas.microsoft.com/office/drawing/2014/main" id="{8F69DB71-61CF-2D98-4B28-1612004AAB0E}"/>
                </a:ext>
              </a:extLst>
            </p:cNvPr>
            <p:cNvSpPr/>
            <p:nvPr/>
          </p:nvSpPr>
          <p:spPr>
            <a:xfrm>
              <a:off x="3079025" y="4399600"/>
              <a:ext cx="27225" cy="6100"/>
            </a:xfrm>
            <a:custGeom>
              <a:avLst/>
              <a:gdLst/>
              <a:ahLst/>
              <a:cxnLst/>
              <a:rect l="l" t="t" r="r" b="b"/>
              <a:pathLst>
                <a:path w="1089" h="244" extrusionOk="0">
                  <a:moveTo>
                    <a:pt x="987" y="0"/>
                  </a:moveTo>
                  <a:cubicBezTo>
                    <a:pt x="828" y="0"/>
                    <a:pt x="680" y="20"/>
                    <a:pt x="533" y="47"/>
                  </a:cubicBezTo>
                  <a:cubicBezTo>
                    <a:pt x="356" y="92"/>
                    <a:pt x="178" y="148"/>
                    <a:pt x="0" y="237"/>
                  </a:cubicBezTo>
                  <a:cubicBezTo>
                    <a:pt x="45" y="242"/>
                    <a:pt x="88" y="244"/>
                    <a:pt x="131" y="244"/>
                  </a:cubicBezTo>
                  <a:cubicBezTo>
                    <a:pt x="280" y="244"/>
                    <a:pt x="418" y="218"/>
                    <a:pt x="555" y="192"/>
                  </a:cubicBezTo>
                  <a:cubicBezTo>
                    <a:pt x="745" y="148"/>
                    <a:pt x="923" y="103"/>
                    <a:pt x="1089" y="3"/>
                  </a:cubicBezTo>
                  <a:cubicBezTo>
                    <a:pt x="1054" y="1"/>
                    <a:pt x="1020" y="0"/>
                    <a:pt x="987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286;p62">
              <a:extLst>
                <a:ext uri="{FF2B5EF4-FFF2-40B4-BE49-F238E27FC236}">
                  <a16:creationId xmlns:a16="http://schemas.microsoft.com/office/drawing/2014/main" id="{D16D65CB-1AB4-E57B-3EA6-C0FC8002F2C7}"/>
                </a:ext>
              </a:extLst>
            </p:cNvPr>
            <p:cNvSpPr/>
            <p:nvPr/>
          </p:nvSpPr>
          <p:spPr>
            <a:xfrm>
              <a:off x="3063750" y="4418025"/>
              <a:ext cx="20025" cy="4025"/>
            </a:xfrm>
            <a:custGeom>
              <a:avLst/>
              <a:gdLst/>
              <a:ahLst/>
              <a:cxnLst/>
              <a:rect l="l" t="t" r="r" b="b"/>
              <a:pathLst>
                <a:path w="801" h="161" extrusionOk="0">
                  <a:moveTo>
                    <a:pt x="222" y="0"/>
                  </a:moveTo>
                  <a:cubicBezTo>
                    <a:pt x="148" y="0"/>
                    <a:pt x="74" y="8"/>
                    <a:pt x="0" y="33"/>
                  </a:cubicBezTo>
                  <a:cubicBezTo>
                    <a:pt x="122" y="110"/>
                    <a:pt x="256" y="132"/>
                    <a:pt x="389" y="155"/>
                  </a:cubicBezTo>
                  <a:cubicBezTo>
                    <a:pt x="434" y="158"/>
                    <a:pt x="479" y="161"/>
                    <a:pt x="524" y="161"/>
                  </a:cubicBezTo>
                  <a:cubicBezTo>
                    <a:pt x="614" y="161"/>
                    <a:pt x="704" y="151"/>
                    <a:pt x="800" y="122"/>
                  </a:cubicBezTo>
                  <a:cubicBezTo>
                    <a:pt x="667" y="55"/>
                    <a:pt x="534" y="21"/>
                    <a:pt x="400" y="11"/>
                  </a:cubicBezTo>
                  <a:cubicBezTo>
                    <a:pt x="341" y="5"/>
                    <a:pt x="282" y="0"/>
                    <a:pt x="222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287;p62">
              <a:extLst>
                <a:ext uri="{FF2B5EF4-FFF2-40B4-BE49-F238E27FC236}">
                  <a16:creationId xmlns:a16="http://schemas.microsoft.com/office/drawing/2014/main" id="{7FD7C75D-54F0-0FD7-F622-743EF6B57F88}"/>
                </a:ext>
              </a:extLst>
            </p:cNvPr>
            <p:cNvSpPr/>
            <p:nvPr/>
          </p:nvSpPr>
          <p:spPr>
            <a:xfrm>
              <a:off x="3218725" y="4366675"/>
              <a:ext cx="15025" cy="4250"/>
            </a:xfrm>
            <a:custGeom>
              <a:avLst/>
              <a:gdLst/>
              <a:ahLst/>
              <a:cxnLst/>
              <a:rect l="l" t="t" r="r" b="b"/>
              <a:pathLst>
                <a:path w="601" h="170" extrusionOk="0">
                  <a:moveTo>
                    <a:pt x="441" y="1"/>
                  </a:moveTo>
                  <a:cubicBezTo>
                    <a:pt x="389" y="1"/>
                    <a:pt x="339" y="9"/>
                    <a:pt x="289" y="21"/>
                  </a:cubicBezTo>
                  <a:cubicBezTo>
                    <a:pt x="189" y="43"/>
                    <a:pt x="89" y="65"/>
                    <a:pt x="0" y="142"/>
                  </a:cubicBezTo>
                  <a:cubicBezTo>
                    <a:pt x="62" y="161"/>
                    <a:pt x="119" y="169"/>
                    <a:pt x="176" y="169"/>
                  </a:cubicBezTo>
                  <a:cubicBezTo>
                    <a:pt x="221" y="169"/>
                    <a:pt x="266" y="164"/>
                    <a:pt x="311" y="154"/>
                  </a:cubicBezTo>
                  <a:cubicBezTo>
                    <a:pt x="411" y="132"/>
                    <a:pt x="511" y="98"/>
                    <a:pt x="600" y="31"/>
                  </a:cubicBezTo>
                  <a:cubicBezTo>
                    <a:pt x="545" y="9"/>
                    <a:pt x="492" y="1"/>
                    <a:pt x="441" y="1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288;p62">
              <a:extLst>
                <a:ext uri="{FF2B5EF4-FFF2-40B4-BE49-F238E27FC236}">
                  <a16:creationId xmlns:a16="http://schemas.microsoft.com/office/drawing/2014/main" id="{08EDAB30-C873-F90F-6C94-0DAB5C40CA0F}"/>
                </a:ext>
              </a:extLst>
            </p:cNvPr>
            <p:cNvSpPr/>
            <p:nvPr/>
          </p:nvSpPr>
          <p:spPr>
            <a:xfrm>
              <a:off x="3211200" y="4400225"/>
              <a:ext cx="18650" cy="7800"/>
            </a:xfrm>
            <a:custGeom>
              <a:avLst/>
              <a:gdLst/>
              <a:ahLst/>
              <a:cxnLst/>
              <a:rect l="l" t="t" r="r" b="b"/>
              <a:pathLst>
                <a:path w="746" h="312" extrusionOk="0">
                  <a:moveTo>
                    <a:pt x="746" y="0"/>
                  </a:moveTo>
                  <a:cubicBezTo>
                    <a:pt x="601" y="0"/>
                    <a:pt x="479" y="44"/>
                    <a:pt x="346" y="89"/>
                  </a:cubicBezTo>
                  <a:cubicBezTo>
                    <a:pt x="223" y="145"/>
                    <a:pt x="101" y="212"/>
                    <a:pt x="1" y="311"/>
                  </a:cubicBezTo>
                  <a:cubicBezTo>
                    <a:pt x="146" y="311"/>
                    <a:pt x="279" y="278"/>
                    <a:pt x="401" y="222"/>
                  </a:cubicBezTo>
                  <a:cubicBezTo>
                    <a:pt x="523" y="167"/>
                    <a:pt x="645" y="111"/>
                    <a:pt x="746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2289;p62">
              <a:extLst>
                <a:ext uri="{FF2B5EF4-FFF2-40B4-BE49-F238E27FC236}">
                  <a16:creationId xmlns:a16="http://schemas.microsoft.com/office/drawing/2014/main" id="{040EFBE6-0D9F-A492-971B-1934A2A8B884}"/>
                </a:ext>
              </a:extLst>
            </p:cNvPr>
            <p:cNvSpPr/>
            <p:nvPr/>
          </p:nvSpPr>
          <p:spPr>
            <a:xfrm>
              <a:off x="2925700" y="4394025"/>
              <a:ext cx="107800" cy="119175"/>
            </a:xfrm>
            <a:custGeom>
              <a:avLst/>
              <a:gdLst/>
              <a:ahLst/>
              <a:cxnLst/>
              <a:rect l="l" t="t" r="r" b="b"/>
              <a:pathLst>
                <a:path w="4312" h="4767" extrusionOk="0">
                  <a:moveTo>
                    <a:pt x="639" y="0"/>
                  </a:moveTo>
                  <a:cubicBezTo>
                    <a:pt x="471" y="0"/>
                    <a:pt x="305" y="76"/>
                    <a:pt x="201" y="204"/>
                  </a:cubicBezTo>
                  <a:cubicBezTo>
                    <a:pt x="57" y="381"/>
                    <a:pt x="1" y="737"/>
                    <a:pt x="57" y="948"/>
                  </a:cubicBezTo>
                  <a:cubicBezTo>
                    <a:pt x="134" y="1215"/>
                    <a:pt x="468" y="1259"/>
                    <a:pt x="601" y="1482"/>
                  </a:cubicBezTo>
                  <a:cubicBezTo>
                    <a:pt x="712" y="1659"/>
                    <a:pt x="657" y="1892"/>
                    <a:pt x="746" y="2070"/>
                  </a:cubicBezTo>
                  <a:cubicBezTo>
                    <a:pt x="879" y="2326"/>
                    <a:pt x="1267" y="2392"/>
                    <a:pt x="1346" y="2670"/>
                  </a:cubicBezTo>
                  <a:cubicBezTo>
                    <a:pt x="1378" y="2770"/>
                    <a:pt x="1356" y="2859"/>
                    <a:pt x="1378" y="2959"/>
                  </a:cubicBezTo>
                  <a:cubicBezTo>
                    <a:pt x="1412" y="3203"/>
                    <a:pt x="1645" y="3381"/>
                    <a:pt x="1790" y="3581"/>
                  </a:cubicBezTo>
                  <a:cubicBezTo>
                    <a:pt x="1912" y="3758"/>
                    <a:pt x="1978" y="3981"/>
                    <a:pt x="1978" y="4203"/>
                  </a:cubicBezTo>
                  <a:cubicBezTo>
                    <a:pt x="1978" y="4358"/>
                    <a:pt x="1945" y="4536"/>
                    <a:pt x="2057" y="4659"/>
                  </a:cubicBezTo>
                  <a:cubicBezTo>
                    <a:pt x="2116" y="4735"/>
                    <a:pt x="2229" y="4766"/>
                    <a:pt x="2338" y="4766"/>
                  </a:cubicBezTo>
                  <a:cubicBezTo>
                    <a:pt x="2371" y="4766"/>
                    <a:pt x="2404" y="4763"/>
                    <a:pt x="2434" y="4758"/>
                  </a:cubicBezTo>
                  <a:cubicBezTo>
                    <a:pt x="2568" y="4725"/>
                    <a:pt x="2689" y="4659"/>
                    <a:pt x="2823" y="4614"/>
                  </a:cubicBezTo>
                  <a:cubicBezTo>
                    <a:pt x="2938" y="4573"/>
                    <a:pt x="3053" y="4550"/>
                    <a:pt x="3174" y="4550"/>
                  </a:cubicBezTo>
                  <a:cubicBezTo>
                    <a:pt x="3215" y="4550"/>
                    <a:pt x="3258" y="4553"/>
                    <a:pt x="3301" y="4558"/>
                  </a:cubicBezTo>
                  <a:cubicBezTo>
                    <a:pt x="3458" y="4574"/>
                    <a:pt x="3620" y="4623"/>
                    <a:pt x="3777" y="4623"/>
                  </a:cubicBezTo>
                  <a:cubicBezTo>
                    <a:pt x="3842" y="4623"/>
                    <a:pt x="3905" y="4615"/>
                    <a:pt x="3967" y="4592"/>
                  </a:cubicBezTo>
                  <a:cubicBezTo>
                    <a:pt x="4200" y="4503"/>
                    <a:pt x="4311" y="4214"/>
                    <a:pt x="4256" y="3970"/>
                  </a:cubicBezTo>
                  <a:cubicBezTo>
                    <a:pt x="4212" y="3736"/>
                    <a:pt x="4034" y="3536"/>
                    <a:pt x="3845" y="3392"/>
                  </a:cubicBezTo>
                  <a:cubicBezTo>
                    <a:pt x="3711" y="3292"/>
                    <a:pt x="3567" y="3215"/>
                    <a:pt x="3412" y="3192"/>
                  </a:cubicBezTo>
                  <a:cubicBezTo>
                    <a:pt x="3301" y="3170"/>
                    <a:pt x="3178" y="3181"/>
                    <a:pt x="3089" y="3114"/>
                  </a:cubicBezTo>
                  <a:cubicBezTo>
                    <a:pt x="2923" y="3003"/>
                    <a:pt x="2934" y="2726"/>
                    <a:pt x="2790" y="2592"/>
                  </a:cubicBezTo>
                  <a:cubicBezTo>
                    <a:pt x="2568" y="2392"/>
                    <a:pt x="2145" y="2592"/>
                    <a:pt x="1968" y="2359"/>
                  </a:cubicBezTo>
                  <a:cubicBezTo>
                    <a:pt x="1845" y="2181"/>
                    <a:pt x="1956" y="1904"/>
                    <a:pt x="1812" y="1748"/>
                  </a:cubicBezTo>
                  <a:cubicBezTo>
                    <a:pt x="1745" y="1659"/>
                    <a:pt x="1623" y="1637"/>
                    <a:pt x="1534" y="1581"/>
                  </a:cubicBezTo>
                  <a:cubicBezTo>
                    <a:pt x="1412" y="1492"/>
                    <a:pt x="1346" y="1337"/>
                    <a:pt x="1312" y="1193"/>
                  </a:cubicBezTo>
                  <a:cubicBezTo>
                    <a:pt x="1290" y="1037"/>
                    <a:pt x="1290" y="882"/>
                    <a:pt x="1279" y="726"/>
                  </a:cubicBezTo>
                  <a:cubicBezTo>
                    <a:pt x="1245" y="437"/>
                    <a:pt x="1101" y="137"/>
                    <a:pt x="835" y="37"/>
                  </a:cubicBezTo>
                  <a:cubicBezTo>
                    <a:pt x="772" y="12"/>
                    <a:pt x="705" y="0"/>
                    <a:pt x="639" y="0"/>
                  </a:cubicBez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2290;p62">
              <a:extLst>
                <a:ext uri="{FF2B5EF4-FFF2-40B4-BE49-F238E27FC236}">
                  <a16:creationId xmlns:a16="http://schemas.microsoft.com/office/drawing/2014/main" id="{EDABA1A2-ED22-C2B9-E55C-682F205F23C7}"/>
                </a:ext>
              </a:extLst>
            </p:cNvPr>
            <p:cNvSpPr/>
            <p:nvPr/>
          </p:nvSpPr>
          <p:spPr>
            <a:xfrm>
              <a:off x="2985625" y="4713850"/>
              <a:ext cx="120375" cy="80750"/>
            </a:xfrm>
            <a:custGeom>
              <a:avLst/>
              <a:gdLst/>
              <a:ahLst/>
              <a:cxnLst/>
              <a:rect l="l" t="t" r="r" b="b"/>
              <a:pathLst>
                <a:path w="4815" h="3230" extrusionOk="0">
                  <a:moveTo>
                    <a:pt x="1144" y="0"/>
                  </a:moveTo>
                  <a:cubicBezTo>
                    <a:pt x="512" y="0"/>
                    <a:pt x="0" y="349"/>
                    <a:pt x="637" y="819"/>
                  </a:cubicBezTo>
                  <a:cubicBezTo>
                    <a:pt x="1114" y="1163"/>
                    <a:pt x="1970" y="1330"/>
                    <a:pt x="2314" y="1708"/>
                  </a:cubicBezTo>
                  <a:cubicBezTo>
                    <a:pt x="2548" y="1953"/>
                    <a:pt x="2381" y="2141"/>
                    <a:pt x="2237" y="2308"/>
                  </a:cubicBezTo>
                  <a:cubicBezTo>
                    <a:pt x="2103" y="2474"/>
                    <a:pt x="2047" y="2730"/>
                    <a:pt x="2403" y="2963"/>
                  </a:cubicBezTo>
                  <a:cubicBezTo>
                    <a:pt x="2647" y="3118"/>
                    <a:pt x="2981" y="3197"/>
                    <a:pt x="3259" y="3219"/>
                  </a:cubicBezTo>
                  <a:cubicBezTo>
                    <a:pt x="3349" y="3227"/>
                    <a:pt x="3436" y="3230"/>
                    <a:pt x="3520" y="3230"/>
                  </a:cubicBezTo>
                  <a:cubicBezTo>
                    <a:pt x="3799" y="3230"/>
                    <a:pt x="4045" y="3192"/>
                    <a:pt x="4259" y="3141"/>
                  </a:cubicBezTo>
                  <a:cubicBezTo>
                    <a:pt x="4436" y="3086"/>
                    <a:pt x="4603" y="3019"/>
                    <a:pt x="4669" y="2919"/>
                  </a:cubicBezTo>
                  <a:cubicBezTo>
                    <a:pt x="4814" y="2686"/>
                    <a:pt x="4525" y="2308"/>
                    <a:pt x="4247" y="1975"/>
                  </a:cubicBezTo>
                  <a:cubicBezTo>
                    <a:pt x="4103" y="1797"/>
                    <a:pt x="3958" y="1619"/>
                    <a:pt x="3803" y="1442"/>
                  </a:cubicBezTo>
                  <a:cubicBezTo>
                    <a:pt x="3303" y="852"/>
                    <a:pt x="2548" y="186"/>
                    <a:pt x="1403" y="20"/>
                  </a:cubicBezTo>
                  <a:cubicBezTo>
                    <a:pt x="1316" y="6"/>
                    <a:pt x="1229" y="0"/>
                    <a:pt x="1144" y="0"/>
                  </a:cubicBez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2291;p62">
              <a:extLst>
                <a:ext uri="{FF2B5EF4-FFF2-40B4-BE49-F238E27FC236}">
                  <a16:creationId xmlns:a16="http://schemas.microsoft.com/office/drawing/2014/main" id="{C8D610F2-5F57-61F4-0EA4-94ABCDE13643}"/>
                </a:ext>
              </a:extLst>
            </p:cNvPr>
            <p:cNvSpPr/>
            <p:nvPr/>
          </p:nvSpPr>
          <p:spPr>
            <a:xfrm>
              <a:off x="3044600" y="4797550"/>
              <a:ext cx="42500" cy="13300"/>
            </a:xfrm>
            <a:custGeom>
              <a:avLst/>
              <a:gdLst/>
              <a:ahLst/>
              <a:cxnLst/>
              <a:rect l="l" t="t" r="r" b="b"/>
              <a:pathLst>
                <a:path w="1700" h="532" extrusionOk="0">
                  <a:moveTo>
                    <a:pt x="902" y="1"/>
                  </a:moveTo>
                  <a:cubicBezTo>
                    <a:pt x="487" y="1"/>
                    <a:pt x="0" y="226"/>
                    <a:pt x="589" y="459"/>
                  </a:cubicBezTo>
                  <a:cubicBezTo>
                    <a:pt x="678" y="493"/>
                    <a:pt x="766" y="504"/>
                    <a:pt x="855" y="515"/>
                  </a:cubicBezTo>
                  <a:cubicBezTo>
                    <a:pt x="944" y="523"/>
                    <a:pt x="1075" y="531"/>
                    <a:pt x="1206" y="531"/>
                  </a:cubicBezTo>
                  <a:cubicBezTo>
                    <a:pt x="1434" y="531"/>
                    <a:pt x="1663" y="507"/>
                    <a:pt x="1677" y="415"/>
                  </a:cubicBezTo>
                  <a:cubicBezTo>
                    <a:pt x="1700" y="293"/>
                    <a:pt x="1344" y="82"/>
                    <a:pt x="1122" y="26"/>
                  </a:cubicBezTo>
                  <a:cubicBezTo>
                    <a:pt x="1056" y="9"/>
                    <a:pt x="980" y="1"/>
                    <a:pt x="902" y="1"/>
                  </a:cubicBez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2292;p62">
              <a:extLst>
                <a:ext uri="{FF2B5EF4-FFF2-40B4-BE49-F238E27FC236}">
                  <a16:creationId xmlns:a16="http://schemas.microsoft.com/office/drawing/2014/main" id="{8F51F1A5-9946-3DEC-1EAD-9505B2846B23}"/>
                </a:ext>
              </a:extLst>
            </p:cNvPr>
            <p:cNvSpPr/>
            <p:nvPr/>
          </p:nvSpPr>
          <p:spPr>
            <a:xfrm>
              <a:off x="3079275" y="4798425"/>
              <a:ext cx="21150" cy="6925"/>
            </a:xfrm>
            <a:custGeom>
              <a:avLst/>
              <a:gdLst/>
              <a:ahLst/>
              <a:cxnLst/>
              <a:rect l="l" t="t" r="r" b="b"/>
              <a:pathLst>
                <a:path w="846" h="277" extrusionOk="0">
                  <a:moveTo>
                    <a:pt x="449" y="1"/>
                  </a:moveTo>
                  <a:cubicBezTo>
                    <a:pt x="245" y="1"/>
                    <a:pt x="1" y="114"/>
                    <a:pt x="290" y="236"/>
                  </a:cubicBezTo>
                  <a:cubicBezTo>
                    <a:pt x="335" y="258"/>
                    <a:pt x="379" y="258"/>
                    <a:pt x="424" y="269"/>
                  </a:cubicBezTo>
                  <a:cubicBezTo>
                    <a:pt x="467" y="273"/>
                    <a:pt x="530" y="277"/>
                    <a:pt x="594" y="277"/>
                  </a:cubicBezTo>
                  <a:cubicBezTo>
                    <a:pt x="710" y="277"/>
                    <a:pt x="832" y="264"/>
                    <a:pt x="846" y="214"/>
                  </a:cubicBezTo>
                  <a:cubicBezTo>
                    <a:pt x="846" y="147"/>
                    <a:pt x="668" y="47"/>
                    <a:pt x="557" y="14"/>
                  </a:cubicBezTo>
                  <a:cubicBezTo>
                    <a:pt x="525" y="5"/>
                    <a:pt x="488" y="1"/>
                    <a:pt x="449" y="1"/>
                  </a:cubicBez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2293;p62">
              <a:extLst>
                <a:ext uri="{FF2B5EF4-FFF2-40B4-BE49-F238E27FC236}">
                  <a16:creationId xmlns:a16="http://schemas.microsoft.com/office/drawing/2014/main" id="{6D1E58C3-EA94-23BD-0791-AE1484CFB045}"/>
                </a:ext>
              </a:extLst>
            </p:cNvPr>
            <p:cNvSpPr/>
            <p:nvPr/>
          </p:nvSpPr>
          <p:spPr>
            <a:xfrm>
              <a:off x="3092725" y="4797575"/>
              <a:ext cx="21300" cy="6675"/>
            </a:xfrm>
            <a:custGeom>
              <a:avLst/>
              <a:gdLst/>
              <a:ahLst/>
              <a:cxnLst/>
              <a:rect l="l" t="t" r="r" b="b"/>
              <a:pathLst>
                <a:path w="852" h="267" extrusionOk="0">
                  <a:moveTo>
                    <a:pt x="444" y="0"/>
                  </a:moveTo>
                  <a:cubicBezTo>
                    <a:pt x="236" y="0"/>
                    <a:pt x="1" y="105"/>
                    <a:pt x="296" y="225"/>
                  </a:cubicBezTo>
                  <a:cubicBezTo>
                    <a:pt x="341" y="248"/>
                    <a:pt x="385" y="248"/>
                    <a:pt x="430" y="258"/>
                  </a:cubicBezTo>
                  <a:cubicBezTo>
                    <a:pt x="473" y="262"/>
                    <a:pt x="536" y="266"/>
                    <a:pt x="599" y="266"/>
                  </a:cubicBezTo>
                  <a:cubicBezTo>
                    <a:pt x="715" y="266"/>
                    <a:pt x="834" y="253"/>
                    <a:pt x="841" y="203"/>
                  </a:cubicBezTo>
                  <a:cubicBezTo>
                    <a:pt x="852" y="147"/>
                    <a:pt x="674" y="36"/>
                    <a:pt x="563" y="14"/>
                  </a:cubicBezTo>
                  <a:cubicBezTo>
                    <a:pt x="528" y="5"/>
                    <a:pt x="486" y="0"/>
                    <a:pt x="444" y="0"/>
                  </a:cubicBez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2294;p62">
              <a:extLst>
                <a:ext uri="{FF2B5EF4-FFF2-40B4-BE49-F238E27FC236}">
                  <a16:creationId xmlns:a16="http://schemas.microsoft.com/office/drawing/2014/main" id="{08E47ED2-F1C2-9957-8E6B-6577749AC527}"/>
                </a:ext>
              </a:extLst>
            </p:cNvPr>
            <p:cNvSpPr/>
            <p:nvPr/>
          </p:nvSpPr>
          <p:spPr>
            <a:xfrm>
              <a:off x="3104550" y="4795100"/>
              <a:ext cx="21425" cy="6925"/>
            </a:xfrm>
            <a:custGeom>
              <a:avLst/>
              <a:gdLst/>
              <a:ahLst/>
              <a:cxnLst/>
              <a:rect l="l" t="t" r="r" b="b"/>
              <a:pathLst>
                <a:path w="857" h="277" extrusionOk="0">
                  <a:moveTo>
                    <a:pt x="448" y="0"/>
                  </a:moveTo>
                  <a:cubicBezTo>
                    <a:pt x="245" y="0"/>
                    <a:pt x="1" y="114"/>
                    <a:pt x="290" y="236"/>
                  </a:cubicBezTo>
                  <a:lnTo>
                    <a:pt x="423" y="268"/>
                  </a:lnTo>
                  <a:cubicBezTo>
                    <a:pt x="467" y="273"/>
                    <a:pt x="531" y="276"/>
                    <a:pt x="596" y="276"/>
                  </a:cubicBezTo>
                  <a:cubicBezTo>
                    <a:pt x="716" y="276"/>
                    <a:pt x="838" y="263"/>
                    <a:pt x="845" y="213"/>
                  </a:cubicBezTo>
                  <a:cubicBezTo>
                    <a:pt x="857" y="147"/>
                    <a:pt x="668" y="46"/>
                    <a:pt x="556" y="13"/>
                  </a:cubicBezTo>
                  <a:cubicBezTo>
                    <a:pt x="525" y="4"/>
                    <a:pt x="487" y="0"/>
                    <a:pt x="448" y="0"/>
                  </a:cubicBez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2295;p62">
              <a:extLst>
                <a:ext uri="{FF2B5EF4-FFF2-40B4-BE49-F238E27FC236}">
                  <a16:creationId xmlns:a16="http://schemas.microsoft.com/office/drawing/2014/main" id="{243CD343-0E02-FEE3-DBD0-A6078CBEF42B}"/>
                </a:ext>
              </a:extLst>
            </p:cNvPr>
            <p:cNvSpPr/>
            <p:nvPr/>
          </p:nvSpPr>
          <p:spPr>
            <a:xfrm>
              <a:off x="3043475" y="4324300"/>
              <a:ext cx="75000" cy="120725"/>
            </a:xfrm>
            <a:custGeom>
              <a:avLst/>
              <a:gdLst/>
              <a:ahLst/>
              <a:cxnLst/>
              <a:rect l="l" t="t" r="r" b="b"/>
              <a:pathLst>
                <a:path w="3000" h="4829" extrusionOk="0">
                  <a:moveTo>
                    <a:pt x="1566" y="1"/>
                  </a:moveTo>
                  <a:cubicBezTo>
                    <a:pt x="1219" y="1"/>
                    <a:pt x="939" y="314"/>
                    <a:pt x="844" y="627"/>
                  </a:cubicBezTo>
                  <a:cubicBezTo>
                    <a:pt x="723" y="1027"/>
                    <a:pt x="567" y="1393"/>
                    <a:pt x="400" y="1771"/>
                  </a:cubicBezTo>
                  <a:cubicBezTo>
                    <a:pt x="323" y="1960"/>
                    <a:pt x="244" y="2148"/>
                    <a:pt x="156" y="2326"/>
                  </a:cubicBezTo>
                  <a:cubicBezTo>
                    <a:pt x="123" y="2415"/>
                    <a:pt x="89" y="2504"/>
                    <a:pt x="45" y="2593"/>
                  </a:cubicBezTo>
                  <a:cubicBezTo>
                    <a:pt x="22" y="2637"/>
                    <a:pt x="0" y="2682"/>
                    <a:pt x="0" y="2738"/>
                  </a:cubicBezTo>
                  <a:cubicBezTo>
                    <a:pt x="12" y="2782"/>
                    <a:pt x="34" y="2826"/>
                    <a:pt x="56" y="2871"/>
                  </a:cubicBezTo>
                  <a:cubicBezTo>
                    <a:pt x="111" y="2993"/>
                    <a:pt x="189" y="3104"/>
                    <a:pt x="278" y="3193"/>
                  </a:cubicBezTo>
                  <a:cubicBezTo>
                    <a:pt x="333" y="3271"/>
                    <a:pt x="412" y="3337"/>
                    <a:pt x="444" y="3426"/>
                  </a:cubicBezTo>
                  <a:cubicBezTo>
                    <a:pt x="467" y="3471"/>
                    <a:pt x="478" y="3526"/>
                    <a:pt x="489" y="3570"/>
                  </a:cubicBezTo>
                  <a:cubicBezTo>
                    <a:pt x="511" y="3704"/>
                    <a:pt x="500" y="4614"/>
                    <a:pt x="822" y="4782"/>
                  </a:cubicBezTo>
                  <a:cubicBezTo>
                    <a:pt x="883" y="4812"/>
                    <a:pt x="951" y="4829"/>
                    <a:pt x="1016" y="4829"/>
                  </a:cubicBezTo>
                  <a:cubicBezTo>
                    <a:pt x="1070" y="4829"/>
                    <a:pt x="1122" y="4817"/>
                    <a:pt x="1167" y="4792"/>
                  </a:cubicBezTo>
                  <a:cubicBezTo>
                    <a:pt x="1254" y="4744"/>
                    <a:pt x="1315" y="4637"/>
                    <a:pt x="1315" y="4537"/>
                  </a:cubicBezTo>
                  <a:lnTo>
                    <a:pt x="1315" y="4537"/>
                  </a:lnTo>
                  <a:cubicBezTo>
                    <a:pt x="1342" y="4671"/>
                    <a:pt x="1489" y="4760"/>
                    <a:pt x="1633" y="4760"/>
                  </a:cubicBezTo>
                  <a:cubicBezTo>
                    <a:pt x="1641" y="4760"/>
                    <a:pt x="1648" y="4760"/>
                    <a:pt x="1656" y="4759"/>
                  </a:cubicBezTo>
                  <a:cubicBezTo>
                    <a:pt x="1789" y="4748"/>
                    <a:pt x="1933" y="4648"/>
                    <a:pt x="1955" y="4503"/>
                  </a:cubicBezTo>
                  <a:cubicBezTo>
                    <a:pt x="2022" y="4581"/>
                    <a:pt x="2122" y="4620"/>
                    <a:pt x="2223" y="4620"/>
                  </a:cubicBezTo>
                  <a:cubicBezTo>
                    <a:pt x="2325" y="4620"/>
                    <a:pt x="2428" y="4581"/>
                    <a:pt x="2500" y="4503"/>
                  </a:cubicBezTo>
                  <a:cubicBezTo>
                    <a:pt x="2531" y="4539"/>
                    <a:pt x="2585" y="4552"/>
                    <a:pt x="2647" y="4552"/>
                  </a:cubicBezTo>
                  <a:cubicBezTo>
                    <a:pt x="2739" y="4552"/>
                    <a:pt x="2849" y="4524"/>
                    <a:pt x="2922" y="4503"/>
                  </a:cubicBezTo>
                  <a:cubicBezTo>
                    <a:pt x="2944" y="4503"/>
                    <a:pt x="2967" y="4493"/>
                    <a:pt x="2977" y="4481"/>
                  </a:cubicBezTo>
                  <a:cubicBezTo>
                    <a:pt x="2989" y="4459"/>
                    <a:pt x="2999" y="4426"/>
                    <a:pt x="2999" y="4404"/>
                  </a:cubicBezTo>
                  <a:cubicBezTo>
                    <a:pt x="2999" y="3548"/>
                    <a:pt x="2744" y="2726"/>
                    <a:pt x="2567" y="1882"/>
                  </a:cubicBezTo>
                  <a:cubicBezTo>
                    <a:pt x="2488" y="1538"/>
                    <a:pt x="2411" y="1182"/>
                    <a:pt x="2311" y="837"/>
                  </a:cubicBezTo>
                  <a:cubicBezTo>
                    <a:pt x="2200" y="494"/>
                    <a:pt x="2044" y="60"/>
                    <a:pt x="1634" y="5"/>
                  </a:cubicBezTo>
                  <a:cubicBezTo>
                    <a:pt x="1611" y="2"/>
                    <a:pt x="1588" y="1"/>
                    <a:pt x="1566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2296;p62">
              <a:extLst>
                <a:ext uri="{FF2B5EF4-FFF2-40B4-BE49-F238E27FC236}">
                  <a16:creationId xmlns:a16="http://schemas.microsoft.com/office/drawing/2014/main" id="{8DEF8A15-CE50-7106-3EE8-30032BCB9D10}"/>
                </a:ext>
              </a:extLst>
            </p:cNvPr>
            <p:cNvSpPr/>
            <p:nvPr/>
          </p:nvSpPr>
          <p:spPr>
            <a:xfrm>
              <a:off x="3053750" y="4383550"/>
              <a:ext cx="2800" cy="36975"/>
            </a:xfrm>
            <a:custGeom>
              <a:avLst/>
              <a:gdLst/>
              <a:ahLst/>
              <a:cxnLst/>
              <a:rect l="l" t="t" r="r" b="b"/>
              <a:pathLst>
                <a:path w="112" h="1479" extrusionOk="0">
                  <a:moveTo>
                    <a:pt x="56" y="1"/>
                  </a:moveTo>
                  <a:cubicBezTo>
                    <a:pt x="11" y="245"/>
                    <a:pt x="1" y="489"/>
                    <a:pt x="1" y="745"/>
                  </a:cubicBezTo>
                  <a:cubicBezTo>
                    <a:pt x="23" y="990"/>
                    <a:pt x="45" y="1245"/>
                    <a:pt x="112" y="1478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rgbClr val="BF9A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2297;p62">
              <a:extLst>
                <a:ext uri="{FF2B5EF4-FFF2-40B4-BE49-F238E27FC236}">
                  <a16:creationId xmlns:a16="http://schemas.microsoft.com/office/drawing/2014/main" id="{AE69635B-6EDA-9C99-2FD1-89FFD75F2CBD}"/>
                </a:ext>
              </a:extLst>
            </p:cNvPr>
            <p:cNvSpPr/>
            <p:nvPr/>
          </p:nvSpPr>
          <p:spPr>
            <a:xfrm>
              <a:off x="3072625" y="4400225"/>
              <a:ext cx="4200" cy="38075"/>
            </a:xfrm>
            <a:custGeom>
              <a:avLst/>
              <a:gdLst/>
              <a:ahLst/>
              <a:cxnLst/>
              <a:rect l="l" t="t" r="r" b="b"/>
              <a:pathLst>
                <a:path w="168" h="1523" extrusionOk="0">
                  <a:moveTo>
                    <a:pt x="12" y="0"/>
                  </a:moveTo>
                  <a:lnTo>
                    <a:pt x="12" y="0"/>
                  </a:lnTo>
                  <a:cubicBezTo>
                    <a:pt x="1" y="256"/>
                    <a:pt x="23" y="511"/>
                    <a:pt x="45" y="767"/>
                  </a:cubicBezTo>
                  <a:cubicBezTo>
                    <a:pt x="78" y="1022"/>
                    <a:pt x="101" y="1278"/>
                    <a:pt x="156" y="1522"/>
                  </a:cubicBezTo>
                  <a:cubicBezTo>
                    <a:pt x="167" y="1266"/>
                    <a:pt x="145" y="1011"/>
                    <a:pt x="123" y="755"/>
                  </a:cubicBezTo>
                  <a:cubicBezTo>
                    <a:pt x="90" y="500"/>
                    <a:pt x="68" y="244"/>
                    <a:pt x="12" y="0"/>
                  </a:cubicBezTo>
                  <a:close/>
                </a:path>
              </a:pathLst>
            </a:custGeom>
            <a:solidFill>
              <a:srgbClr val="BF9A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2298;p62">
              <a:extLst>
                <a:ext uri="{FF2B5EF4-FFF2-40B4-BE49-F238E27FC236}">
                  <a16:creationId xmlns:a16="http://schemas.microsoft.com/office/drawing/2014/main" id="{5A1819B1-A8EB-E858-D760-D0C096AA72BD}"/>
                </a:ext>
              </a:extLst>
            </p:cNvPr>
            <p:cNvSpPr/>
            <p:nvPr/>
          </p:nvSpPr>
          <p:spPr>
            <a:xfrm>
              <a:off x="3088450" y="4398275"/>
              <a:ext cx="3925" cy="38350"/>
            </a:xfrm>
            <a:custGeom>
              <a:avLst/>
              <a:gdLst/>
              <a:ahLst/>
              <a:cxnLst/>
              <a:rect l="l" t="t" r="r" b="b"/>
              <a:pathLst>
                <a:path w="157" h="1534" extrusionOk="0">
                  <a:moveTo>
                    <a:pt x="1" y="1"/>
                  </a:moveTo>
                  <a:cubicBezTo>
                    <a:pt x="1" y="256"/>
                    <a:pt x="23" y="512"/>
                    <a:pt x="45" y="767"/>
                  </a:cubicBezTo>
                  <a:cubicBezTo>
                    <a:pt x="67" y="1023"/>
                    <a:pt x="101" y="1278"/>
                    <a:pt x="156" y="1534"/>
                  </a:cubicBezTo>
                  <a:cubicBezTo>
                    <a:pt x="156" y="1278"/>
                    <a:pt x="134" y="1023"/>
                    <a:pt x="112" y="767"/>
                  </a:cubicBezTo>
                  <a:cubicBezTo>
                    <a:pt x="90" y="512"/>
                    <a:pt x="57" y="256"/>
                    <a:pt x="1" y="1"/>
                  </a:cubicBezTo>
                  <a:close/>
                </a:path>
              </a:pathLst>
            </a:custGeom>
            <a:solidFill>
              <a:srgbClr val="BF9A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2299;p62">
              <a:extLst>
                <a:ext uri="{FF2B5EF4-FFF2-40B4-BE49-F238E27FC236}">
                  <a16:creationId xmlns:a16="http://schemas.microsoft.com/office/drawing/2014/main" id="{9E8E9AAE-1AD3-22DB-9066-F2CF6D2C2735}"/>
                </a:ext>
              </a:extLst>
            </p:cNvPr>
            <p:cNvSpPr/>
            <p:nvPr/>
          </p:nvSpPr>
          <p:spPr>
            <a:xfrm>
              <a:off x="3101775" y="4398825"/>
              <a:ext cx="4225" cy="38075"/>
            </a:xfrm>
            <a:custGeom>
              <a:avLst/>
              <a:gdLst/>
              <a:ahLst/>
              <a:cxnLst/>
              <a:rect l="l" t="t" r="r" b="b"/>
              <a:pathLst>
                <a:path w="169" h="1523" extrusionOk="0">
                  <a:moveTo>
                    <a:pt x="13" y="1"/>
                  </a:moveTo>
                  <a:lnTo>
                    <a:pt x="13" y="1"/>
                  </a:lnTo>
                  <a:cubicBezTo>
                    <a:pt x="1" y="256"/>
                    <a:pt x="35" y="512"/>
                    <a:pt x="45" y="767"/>
                  </a:cubicBezTo>
                  <a:cubicBezTo>
                    <a:pt x="79" y="1023"/>
                    <a:pt x="112" y="1278"/>
                    <a:pt x="168" y="1522"/>
                  </a:cubicBezTo>
                  <a:cubicBezTo>
                    <a:pt x="168" y="1267"/>
                    <a:pt x="146" y="1011"/>
                    <a:pt x="124" y="756"/>
                  </a:cubicBezTo>
                  <a:cubicBezTo>
                    <a:pt x="101" y="500"/>
                    <a:pt x="68" y="256"/>
                    <a:pt x="13" y="1"/>
                  </a:cubicBezTo>
                  <a:close/>
                </a:path>
              </a:pathLst>
            </a:custGeom>
            <a:solidFill>
              <a:srgbClr val="BF9A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2300;p62">
              <a:extLst>
                <a:ext uri="{FF2B5EF4-FFF2-40B4-BE49-F238E27FC236}">
                  <a16:creationId xmlns:a16="http://schemas.microsoft.com/office/drawing/2014/main" id="{35703865-9846-F1AC-DA98-90271897D1D5}"/>
                </a:ext>
              </a:extLst>
            </p:cNvPr>
            <p:cNvSpPr/>
            <p:nvPr/>
          </p:nvSpPr>
          <p:spPr>
            <a:xfrm>
              <a:off x="2926550" y="4047250"/>
              <a:ext cx="183600" cy="314100"/>
            </a:xfrm>
            <a:custGeom>
              <a:avLst/>
              <a:gdLst/>
              <a:ahLst/>
              <a:cxnLst/>
              <a:rect l="l" t="t" r="r" b="b"/>
              <a:pathLst>
                <a:path w="7344" h="12564" extrusionOk="0">
                  <a:moveTo>
                    <a:pt x="731" y="0"/>
                  </a:moveTo>
                  <a:cubicBezTo>
                    <a:pt x="728" y="0"/>
                    <a:pt x="725" y="0"/>
                    <a:pt x="722" y="0"/>
                  </a:cubicBezTo>
                  <a:cubicBezTo>
                    <a:pt x="1" y="0"/>
                    <a:pt x="534" y="944"/>
                    <a:pt x="745" y="1188"/>
                  </a:cubicBezTo>
                  <a:cubicBezTo>
                    <a:pt x="1578" y="2155"/>
                    <a:pt x="2344" y="3177"/>
                    <a:pt x="3045" y="4244"/>
                  </a:cubicBezTo>
                  <a:cubicBezTo>
                    <a:pt x="2978" y="3943"/>
                    <a:pt x="2922" y="3644"/>
                    <a:pt x="2855" y="3333"/>
                  </a:cubicBezTo>
                  <a:lnTo>
                    <a:pt x="2855" y="3333"/>
                  </a:lnTo>
                  <a:cubicBezTo>
                    <a:pt x="3311" y="3910"/>
                    <a:pt x="3766" y="4477"/>
                    <a:pt x="4222" y="5054"/>
                  </a:cubicBezTo>
                  <a:cubicBezTo>
                    <a:pt x="4355" y="5210"/>
                    <a:pt x="4489" y="5377"/>
                    <a:pt x="4555" y="5577"/>
                  </a:cubicBezTo>
                  <a:cubicBezTo>
                    <a:pt x="4610" y="5755"/>
                    <a:pt x="4610" y="5954"/>
                    <a:pt x="4600" y="6143"/>
                  </a:cubicBezTo>
                  <a:cubicBezTo>
                    <a:pt x="4588" y="6765"/>
                    <a:pt x="4588" y="7399"/>
                    <a:pt x="4578" y="8021"/>
                  </a:cubicBezTo>
                  <a:lnTo>
                    <a:pt x="4810" y="7587"/>
                  </a:lnTo>
                  <a:cubicBezTo>
                    <a:pt x="4822" y="8987"/>
                    <a:pt x="4833" y="10386"/>
                    <a:pt x="4844" y="11798"/>
                  </a:cubicBezTo>
                  <a:cubicBezTo>
                    <a:pt x="5111" y="11631"/>
                    <a:pt x="5321" y="11408"/>
                    <a:pt x="5466" y="11131"/>
                  </a:cubicBezTo>
                  <a:cubicBezTo>
                    <a:pt x="5477" y="11531"/>
                    <a:pt x="5499" y="11919"/>
                    <a:pt x="5511" y="12319"/>
                  </a:cubicBezTo>
                  <a:cubicBezTo>
                    <a:pt x="5733" y="12119"/>
                    <a:pt x="5933" y="11909"/>
                    <a:pt x="6099" y="11664"/>
                  </a:cubicBezTo>
                  <a:cubicBezTo>
                    <a:pt x="6222" y="11808"/>
                    <a:pt x="6321" y="11964"/>
                    <a:pt x="6388" y="12142"/>
                  </a:cubicBezTo>
                  <a:cubicBezTo>
                    <a:pt x="6477" y="11975"/>
                    <a:pt x="6555" y="11798"/>
                    <a:pt x="6588" y="11608"/>
                  </a:cubicBezTo>
                  <a:cubicBezTo>
                    <a:pt x="6755" y="11808"/>
                    <a:pt x="7188" y="12364"/>
                    <a:pt x="7343" y="12564"/>
                  </a:cubicBezTo>
                  <a:cubicBezTo>
                    <a:pt x="7210" y="10386"/>
                    <a:pt x="6388" y="7432"/>
                    <a:pt x="5988" y="5410"/>
                  </a:cubicBezTo>
                  <a:lnTo>
                    <a:pt x="5988" y="5410"/>
                  </a:lnTo>
                  <a:cubicBezTo>
                    <a:pt x="6082" y="5482"/>
                    <a:pt x="6205" y="5517"/>
                    <a:pt x="6328" y="5517"/>
                  </a:cubicBezTo>
                  <a:cubicBezTo>
                    <a:pt x="6394" y="5517"/>
                    <a:pt x="6459" y="5507"/>
                    <a:pt x="6521" y="5488"/>
                  </a:cubicBezTo>
                  <a:cubicBezTo>
                    <a:pt x="5055" y="3832"/>
                    <a:pt x="3400" y="2622"/>
                    <a:pt x="1911" y="988"/>
                  </a:cubicBezTo>
                  <a:cubicBezTo>
                    <a:pt x="1669" y="735"/>
                    <a:pt x="1120" y="0"/>
                    <a:pt x="731" y="0"/>
                  </a:cubicBezTo>
                  <a:close/>
                </a:path>
              </a:pathLst>
            </a:custGeom>
            <a:solidFill>
              <a:srgbClr val="774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2301;p62">
              <a:extLst>
                <a:ext uri="{FF2B5EF4-FFF2-40B4-BE49-F238E27FC236}">
                  <a16:creationId xmlns:a16="http://schemas.microsoft.com/office/drawing/2014/main" id="{D963E120-A731-28B1-D43D-1056144DA579}"/>
                </a:ext>
              </a:extLst>
            </p:cNvPr>
            <p:cNvSpPr/>
            <p:nvPr/>
          </p:nvSpPr>
          <p:spPr>
            <a:xfrm>
              <a:off x="3046250" y="4236650"/>
              <a:ext cx="66400" cy="129150"/>
            </a:xfrm>
            <a:custGeom>
              <a:avLst/>
              <a:gdLst/>
              <a:ahLst/>
              <a:cxnLst/>
              <a:rect l="l" t="t" r="r" b="b"/>
              <a:pathLst>
                <a:path w="2656" h="5166" extrusionOk="0">
                  <a:moveTo>
                    <a:pt x="34" y="0"/>
                  </a:moveTo>
                  <a:cubicBezTo>
                    <a:pt x="22" y="700"/>
                    <a:pt x="12" y="1411"/>
                    <a:pt x="12" y="2111"/>
                  </a:cubicBezTo>
                  <a:cubicBezTo>
                    <a:pt x="12" y="2810"/>
                    <a:pt x="0" y="3511"/>
                    <a:pt x="12" y="4210"/>
                  </a:cubicBezTo>
                  <a:lnTo>
                    <a:pt x="12" y="4333"/>
                  </a:lnTo>
                  <a:lnTo>
                    <a:pt x="123" y="4277"/>
                  </a:lnTo>
                  <a:cubicBezTo>
                    <a:pt x="320" y="4154"/>
                    <a:pt x="492" y="3989"/>
                    <a:pt x="631" y="3799"/>
                  </a:cubicBezTo>
                  <a:lnTo>
                    <a:pt x="631" y="3799"/>
                  </a:lnTo>
                  <a:lnTo>
                    <a:pt x="667" y="4743"/>
                  </a:lnTo>
                  <a:lnTo>
                    <a:pt x="667" y="4910"/>
                  </a:lnTo>
                  <a:lnTo>
                    <a:pt x="789" y="4799"/>
                  </a:lnTo>
                  <a:cubicBezTo>
                    <a:pt x="997" y="4621"/>
                    <a:pt x="1178" y="4426"/>
                    <a:pt x="1341" y="4213"/>
                  </a:cubicBezTo>
                  <a:lnTo>
                    <a:pt x="1341" y="4213"/>
                  </a:lnTo>
                  <a:cubicBezTo>
                    <a:pt x="1431" y="4322"/>
                    <a:pt x="1501" y="4450"/>
                    <a:pt x="1555" y="4577"/>
                  </a:cubicBezTo>
                  <a:lnTo>
                    <a:pt x="1611" y="4721"/>
                  </a:lnTo>
                  <a:lnTo>
                    <a:pt x="1678" y="4588"/>
                  </a:lnTo>
                  <a:cubicBezTo>
                    <a:pt x="1755" y="4459"/>
                    <a:pt x="1813" y="4323"/>
                    <a:pt x="1855" y="4175"/>
                  </a:cubicBezTo>
                  <a:lnTo>
                    <a:pt x="1855" y="4175"/>
                  </a:lnTo>
                  <a:cubicBezTo>
                    <a:pt x="2076" y="4454"/>
                    <a:pt x="2305" y="4732"/>
                    <a:pt x="2533" y="5010"/>
                  </a:cubicBezTo>
                  <a:lnTo>
                    <a:pt x="2656" y="5166"/>
                  </a:lnTo>
                  <a:lnTo>
                    <a:pt x="2633" y="4977"/>
                  </a:lnTo>
                  <a:cubicBezTo>
                    <a:pt x="2577" y="4543"/>
                    <a:pt x="2522" y="4111"/>
                    <a:pt x="2444" y="3677"/>
                  </a:cubicBezTo>
                  <a:cubicBezTo>
                    <a:pt x="2377" y="3244"/>
                    <a:pt x="2300" y="2810"/>
                    <a:pt x="2189" y="2388"/>
                  </a:cubicBezTo>
                  <a:lnTo>
                    <a:pt x="2189" y="2388"/>
                  </a:lnTo>
                  <a:cubicBezTo>
                    <a:pt x="2266" y="2822"/>
                    <a:pt x="2333" y="3255"/>
                    <a:pt x="2377" y="3689"/>
                  </a:cubicBezTo>
                  <a:cubicBezTo>
                    <a:pt x="2425" y="4054"/>
                    <a:pt x="2464" y="4420"/>
                    <a:pt x="2502" y="4786"/>
                  </a:cubicBezTo>
                  <a:lnTo>
                    <a:pt x="2502" y="4786"/>
                  </a:lnTo>
                  <a:cubicBezTo>
                    <a:pt x="2297" y="4519"/>
                    <a:pt x="2091" y="4258"/>
                    <a:pt x="1878" y="3988"/>
                  </a:cubicBezTo>
                  <a:lnTo>
                    <a:pt x="1789" y="3877"/>
                  </a:lnTo>
                  <a:lnTo>
                    <a:pt x="1755" y="4022"/>
                  </a:lnTo>
                  <a:cubicBezTo>
                    <a:pt x="1732" y="4150"/>
                    <a:pt x="1684" y="4272"/>
                    <a:pt x="1626" y="4389"/>
                  </a:cubicBezTo>
                  <a:lnTo>
                    <a:pt x="1626" y="4389"/>
                  </a:lnTo>
                  <a:cubicBezTo>
                    <a:pt x="1565" y="4265"/>
                    <a:pt x="1486" y="4148"/>
                    <a:pt x="1389" y="4044"/>
                  </a:cubicBezTo>
                  <a:lnTo>
                    <a:pt x="1333" y="3977"/>
                  </a:lnTo>
                  <a:lnTo>
                    <a:pt x="1278" y="4044"/>
                  </a:lnTo>
                  <a:cubicBezTo>
                    <a:pt x="1135" y="4232"/>
                    <a:pt x="984" y="4406"/>
                    <a:pt x="814" y="4565"/>
                  </a:cubicBezTo>
                  <a:lnTo>
                    <a:pt x="814" y="4565"/>
                  </a:lnTo>
                  <a:lnTo>
                    <a:pt x="767" y="3555"/>
                  </a:lnTo>
                  <a:lnTo>
                    <a:pt x="756" y="3277"/>
                  </a:lnTo>
                  <a:lnTo>
                    <a:pt x="634" y="3521"/>
                  </a:lnTo>
                  <a:cubicBezTo>
                    <a:pt x="521" y="3738"/>
                    <a:pt x="351" y="3931"/>
                    <a:pt x="154" y="4080"/>
                  </a:cubicBezTo>
                  <a:lnTo>
                    <a:pt x="154" y="4080"/>
                  </a:lnTo>
                  <a:cubicBezTo>
                    <a:pt x="142" y="3424"/>
                    <a:pt x="122" y="2767"/>
                    <a:pt x="111" y="2111"/>
                  </a:cubicBezTo>
                  <a:cubicBezTo>
                    <a:pt x="89" y="1411"/>
                    <a:pt x="67" y="700"/>
                    <a:pt x="34" y="0"/>
                  </a:cubicBez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2302;p62">
              <a:extLst>
                <a:ext uri="{FF2B5EF4-FFF2-40B4-BE49-F238E27FC236}">
                  <a16:creationId xmlns:a16="http://schemas.microsoft.com/office/drawing/2014/main" id="{1C0B0D0B-61D7-45D6-0C2D-5CD794A119DB}"/>
                </a:ext>
              </a:extLst>
            </p:cNvPr>
            <p:cNvSpPr/>
            <p:nvPr/>
          </p:nvSpPr>
          <p:spPr>
            <a:xfrm>
              <a:off x="2694925" y="3918950"/>
              <a:ext cx="43625" cy="103325"/>
            </a:xfrm>
            <a:custGeom>
              <a:avLst/>
              <a:gdLst/>
              <a:ahLst/>
              <a:cxnLst/>
              <a:rect l="l" t="t" r="r" b="b"/>
              <a:pathLst>
                <a:path w="1745" h="4133" extrusionOk="0">
                  <a:moveTo>
                    <a:pt x="576" y="0"/>
                  </a:moveTo>
                  <a:cubicBezTo>
                    <a:pt x="411" y="0"/>
                    <a:pt x="262" y="81"/>
                    <a:pt x="179" y="289"/>
                  </a:cubicBezTo>
                  <a:cubicBezTo>
                    <a:pt x="1" y="721"/>
                    <a:pt x="379" y="1477"/>
                    <a:pt x="500" y="1899"/>
                  </a:cubicBezTo>
                  <a:lnTo>
                    <a:pt x="1001" y="3666"/>
                  </a:lnTo>
                  <a:cubicBezTo>
                    <a:pt x="1067" y="3876"/>
                    <a:pt x="1179" y="4121"/>
                    <a:pt x="1389" y="4132"/>
                  </a:cubicBezTo>
                  <a:cubicBezTo>
                    <a:pt x="1534" y="4132"/>
                    <a:pt x="1656" y="4010"/>
                    <a:pt x="1700" y="3876"/>
                  </a:cubicBezTo>
                  <a:cubicBezTo>
                    <a:pt x="1745" y="3743"/>
                    <a:pt x="1734" y="3599"/>
                    <a:pt x="1722" y="3454"/>
                  </a:cubicBezTo>
                  <a:cubicBezTo>
                    <a:pt x="1656" y="2743"/>
                    <a:pt x="1601" y="2032"/>
                    <a:pt x="1534" y="1321"/>
                  </a:cubicBezTo>
                  <a:cubicBezTo>
                    <a:pt x="1500" y="877"/>
                    <a:pt x="1411" y="433"/>
                    <a:pt x="1011" y="155"/>
                  </a:cubicBezTo>
                  <a:cubicBezTo>
                    <a:pt x="877" y="62"/>
                    <a:pt x="720" y="0"/>
                    <a:pt x="576" y="0"/>
                  </a:cubicBez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2303;p62">
              <a:extLst>
                <a:ext uri="{FF2B5EF4-FFF2-40B4-BE49-F238E27FC236}">
                  <a16:creationId xmlns:a16="http://schemas.microsoft.com/office/drawing/2014/main" id="{A7690CA5-28B5-5916-2B6E-373B965E9695}"/>
                </a:ext>
              </a:extLst>
            </p:cNvPr>
            <p:cNvSpPr/>
            <p:nvPr/>
          </p:nvSpPr>
          <p:spPr>
            <a:xfrm>
              <a:off x="2725475" y="4032525"/>
              <a:ext cx="27800" cy="28375"/>
            </a:xfrm>
            <a:custGeom>
              <a:avLst/>
              <a:gdLst/>
              <a:ahLst/>
              <a:cxnLst/>
              <a:rect l="l" t="t" r="r" b="b"/>
              <a:pathLst>
                <a:path w="1112" h="1135" extrusionOk="0">
                  <a:moveTo>
                    <a:pt x="449" y="1"/>
                  </a:moveTo>
                  <a:cubicBezTo>
                    <a:pt x="300" y="1"/>
                    <a:pt x="159" y="67"/>
                    <a:pt x="68" y="234"/>
                  </a:cubicBezTo>
                  <a:cubicBezTo>
                    <a:pt x="1" y="367"/>
                    <a:pt x="1" y="522"/>
                    <a:pt x="1" y="666"/>
                  </a:cubicBezTo>
                  <a:cubicBezTo>
                    <a:pt x="12" y="778"/>
                    <a:pt x="23" y="911"/>
                    <a:pt x="100" y="1000"/>
                  </a:cubicBezTo>
                  <a:cubicBezTo>
                    <a:pt x="167" y="1078"/>
                    <a:pt x="278" y="1122"/>
                    <a:pt x="379" y="1133"/>
                  </a:cubicBezTo>
                  <a:cubicBezTo>
                    <a:pt x="393" y="1134"/>
                    <a:pt x="408" y="1135"/>
                    <a:pt x="423" y="1135"/>
                  </a:cubicBezTo>
                  <a:cubicBezTo>
                    <a:pt x="698" y="1135"/>
                    <a:pt x="982" y="941"/>
                    <a:pt x="1045" y="666"/>
                  </a:cubicBezTo>
                  <a:cubicBezTo>
                    <a:pt x="1112" y="367"/>
                    <a:pt x="867" y="111"/>
                    <a:pt x="601" y="22"/>
                  </a:cubicBezTo>
                  <a:cubicBezTo>
                    <a:pt x="550" y="8"/>
                    <a:pt x="499" y="1"/>
                    <a:pt x="449" y="1"/>
                  </a:cubicBez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2304;p62">
              <a:extLst>
                <a:ext uri="{FF2B5EF4-FFF2-40B4-BE49-F238E27FC236}">
                  <a16:creationId xmlns:a16="http://schemas.microsoft.com/office/drawing/2014/main" id="{D4C6CC2F-891D-02E3-0537-AB47433607A9}"/>
                </a:ext>
              </a:extLst>
            </p:cNvPr>
            <p:cNvSpPr/>
            <p:nvPr/>
          </p:nvSpPr>
          <p:spPr>
            <a:xfrm>
              <a:off x="2809350" y="3954450"/>
              <a:ext cx="121950" cy="106475"/>
            </a:xfrm>
            <a:custGeom>
              <a:avLst/>
              <a:gdLst/>
              <a:ahLst/>
              <a:cxnLst/>
              <a:rect l="l" t="t" r="r" b="b"/>
              <a:pathLst>
                <a:path w="4878" h="4259" extrusionOk="0">
                  <a:moveTo>
                    <a:pt x="2663" y="0"/>
                  </a:moveTo>
                  <a:cubicBezTo>
                    <a:pt x="2601" y="0"/>
                    <a:pt x="2539" y="4"/>
                    <a:pt x="2478" y="12"/>
                  </a:cubicBezTo>
                  <a:cubicBezTo>
                    <a:pt x="2289" y="35"/>
                    <a:pt x="2111" y="101"/>
                    <a:pt x="1967" y="212"/>
                  </a:cubicBezTo>
                  <a:cubicBezTo>
                    <a:pt x="1878" y="291"/>
                    <a:pt x="1823" y="590"/>
                    <a:pt x="1734" y="624"/>
                  </a:cubicBezTo>
                  <a:cubicBezTo>
                    <a:pt x="1718" y="632"/>
                    <a:pt x="1704" y="635"/>
                    <a:pt x="1690" y="635"/>
                  </a:cubicBezTo>
                  <a:cubicBezTo>
                    <a:pt x="1604" y="635"/>
                    <a:pt x="1544" y="504"/>
                    <a:pt x="1467" y="446"/>
                  </a:cubicBezTo>
                  <a:cubicBezTo>
                    <a:pt x="1354" y="363"/>
                    <a:pt x="1212" y="318"/>
                    <a:pt x="1074" y="318"/>
                  </a:cubicBezTo>
                  <a:cubicBezTo>
                    <a:pt x="954" y="318"/>
                    <a:pt x="838" y="352"/>
                    <a:pt x="745" y="424"/>
                  </a:cubicBezTo>
                  <a:cubicBezTo>
                    <a:pt x="545" y="568"/>
                    <a:pt x="456" y="824"/>
                    <a:pt x="389" y="1057"/>
                  </a:cubicBezTo>
                  <a:cubicBezTo>
                    <a:pt x="223" y="1646"/>
                    <a:pt x="100" y="2246"/>
                    <a:pt x="34" y="2846"/>
                  </a:cubicBezTo>
                  <a:cubicBezTo>
                    <a:pt x="1" y="3268"/>
                    <a:pt x="11" y="3757"/>
                    <a:pt x="345" y="4012"/>
                  </a:cubicBezTo>
                  <a:cubicBezTo>
                    <a:pt x="500" y="4134"/>
                    <a:pt x="722" y="4167"/>
                    <a:pt x="922" y="4201"/>
                  </a:cubicBezTo>
                  <a:cubicBezTo>
                    <a:pt x="1209" y="4237"/>
                    <a:pt x="1498" y="4258"/>
                    <a:pt x="1787" y="4258"/>
                  </a:cubicBezTo>
                  <a:cubicBezTo>
                    <a:pt x="2125" y="4258"/>
                    <a:pt x="2465" y="4228"/>
                    <a:pt x="2800" y="4157"/>
                  </a:cubicBezTo>
                  <a:cubicBezTo>
                    <a:pt x="3411" y="4023"/>
                    <a:pt x="4000" y="3745"/>
                    <a:pt x="4444" y="3312"/>
                  </a:cubicBezTo>
                  <a:cubicBezTo>
                    <a:pt x="4677" y="3079"/>
                    <a:pt x="4877" y="2779"/>
                    <a:pt x="4877" y="2446"/>
                  </a:cubicBezTo>
                  <a:cubicBezTo>
                    <a:pt x="4877" y="2224"/>
                    <a:pt x="4778" y="2024"/>
                    <a:pt x="4655" y="1824"/>
                  </a:cubicBezTo>
                  <a:cubicBezTo>
                    <a:pt x="4555" y="1668"/>
                    <a:pt x="4433" y="1513"/>
                    <a:pt x="4333" y="1357"/>
                  </a:cubicBezTo>
                  <a:cubicBezTo>
                    <a:pt x="4166" y="1090"/>
                    <a:pt x="4044" y="790"/>
                    <a:pt x="3844" y="546"/>
                  </a:cubicBezTo>
                  <a:cubicBezTo>
                    <a:pt x="3552" y="205"/>
                    <a:pt x="3106" y="0"/>
                    <a:pt x="2663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2305;p62">
              <a:extLst>
                <a:ext uri="{FF2B5EF4-FFF2-40B4-BE49-F238E27FC236}">
                  <a16:creationId xmlns:a16="http://schemas.microsoft.com/office/drawing/2014/main" id="{44482787-DBD1-10A1-CE89-0DFB9427BA74}"/>
                </a:ext>
              </a:extLst>
            </p:cNvPr>
            <p:cNvSpPr/>
            <p:nvPr/>
          </p:nvSpPr>
          <p:spPr>
            <a:xfrm>
              <a:off x="2872125" y="4024675"/>
              <a:ext cx="12250" cy="9925"/>
            </a:xfrm>
            <a:custGeom>
              <a:avLst/>
              <a:gdLst/>
              <a:ahLst/>
              <a:cxnLst/>
              <a:rect l="l" t="t" r="r" b="b"/>
              <a:pathLst>
                <a:path w="490" h="397" extrusionOk="0">
                  <a:moveTo>
                    <a:pt x="334" y="0"/>
                  </a:moveTo>
                  <a:cubicBezTo>
                    <a:pt x="314" y="0"/>
                    <a:pt x="291" y="8"/>
                    <a:pt x="267" y="25"/>
                  </a:cubicBezTo>
                  <a:cubicBezTo>
                    <a:pt x="189" y="81"/>
                    <a:pt x="100" y="148"/>
                    <a:pt x="33" y="214"/>
                  </a:cubicBezTo>
                  <a:cubicBezTo>
                    <a:pt x="11" y="225"/>
                    <a:pt x="0" y="247"/>
                    <a:pt x="0" y="281"/>
                  </a:cubicBezTo>
                  <a:cubicBezTo>
                    <a:pt x="0" y="292"/>
                    <a:pt x="11" y="303"/>
                    <a:pt x="11" y="314"/>
                  </a:cubicBezTo>
                  <a:cubicBezTo>
                    <a:pt x="45" y="348"/>
                    <a:pt x="67" y="381"/>
                    <a:pt x="111" y="392"/>
                  </a:cubicBezTo>
                  <a:cubicBezTo>
                    <a:pt x="121" y="395"/>
                    <a:pt x="131" y="397"/>
                    <a:pt x="140" y="397"/>
                  </a:cubicBezTo>
                  <a:cubicBezTo>
                    <a:pt x="164" y="397"/>
                    <a:pt x="188" y="389"/>
                    <a:pt x="211" y="381"/>
                  </a:cubicBezTo>
                  <a:cubicBezTo>
                    <a:pt x="311" y="336"/>
                    <a:pt x="400" y="281"/>
                    <a:pt x="467" y="203"/>
                  </a:cubicBezTo>
                  <a:cubicBezTo>
                    <a:pt x="478" y="181"/>
                    <a:pt x="489" y="170"/>
                    <a:pt x="489" y="148"/>
                  </a:cubicBezTo>
                  <a:cubicBezTo>
                    <a:pt x="489" y="126"/>
                    <a:pt x="478" y="103"/>
                    <a:pt x="455" y="81"/>
                  </a:cubicBezTo>
                  <a:cubicBezTo>
                    <a:pt x="418" y="35"/>
                    <a:pt x="380" y="0"/>
                    <a:pt x="334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2306;p62">
              <a:extLst>
                <a:ext uri="{FF2B5EF4-FFF2-40B4-BE49-F238E27FC236}">
                  <a16:creationId xmlns:a16="http://schemas.microsoft.com/office/drawing/2014/main" id="{3EB1D229-04D6-EB33-D125-B3E665E95863}"/>
                </a:ext>
              </a:extLst>
            </p:cNvPr>
            <p:cNvSpPr/>
            <p:nvPr/>
          </p:nvSpPr>
          <p:spPr>
            <a:xfrm>
              <a:off x="2877950" y="3992800"/>
              <a:ext cx="28625" cy="19075"/>
            </a:xfrm>
            <a:custGeom>
              <a:avLst/>
              <a:gdLst/>
              <a:ahLst/>
              <a:cxnLst/>
              <a:rect l="l" t="t" r="r" b="b"/>
              <a:pathLst>
                <a:path w="1145" h="763" extrusionOk="0">
                  <a:moveTo>
                    <a:pt x="978" y="1"/>
                  </a:moveTo>
                  <a:cubicBezTo>
                    <a:pt x="656" y="45"/>
                    <a:pt x="323" y="156"/>
                    <a:pt x="0" y="201"/>
                  </a:cubicBezTo>
                  <a:cubicBezTo>
                    <a:pt x="89" y="423"/>
                    <a:pt x="200" y="656"/>
                    <a:pt x="412" y="734"/>
                  </a:cubicBezTo>
                  <a:cubicBezTo>
                    <a:pt x="465" y="753"/>
                    <a:pt x="522" y="762"/>
                    <a:pt x="580" y="762"/>
                  </a:cubicBezTo>
                  <a:cubicBezTo>
                    <a:pt x="655" y="762"/>
                    <a:pt x="731" y="748"/>
                    <a:pt x="800" y="722"/>
                  </a:cubicBezTo>
                  <a:cubicBezTo>
                    <a:pt x="867" y="700"/>
                    <a:pt x="933" y="667"/>
                    <a:pt x="978" y="611"/>
                  </a:cubicBezTo>
                  <a:cubicBezTo>
                    <a:pt x="1100" y="467"/>
                    <a:pt x="1145" y="112"/>
                    <a:pt x="978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2307;p62">
              <a:extLst>
                <a:ext uri="{FF2B5EF4-FFF2-40B4-BE49-F238E27FC236}">
                  <a16:creationId xmlns:a16="http://schemas.microsoft.com/office/drawing/2014/main" id="{F87138F0-8D4E-42C4-D314-4E5E56E5FB10}"/>
                </a:ext>
              </a:extLst>
            </p:cNvPr>
            <p:cNvSpPr/>
            <p:nvPr/>
          </p:nvSpPr>
          <p:spPr>
            <a:xfrm>
              <a:off x="2826575" y="4001400"/>
              <a:ext cx="20025" cy="13925"/>
            </a:xfrm>
            <a:custGeom>
              <a:avLst/>
              <a:gdLst/>
              <a:ahLst/>
              <a:cxnLst/>
              <a:rect l="l" t="t" r="r" b="b"/>
              <a:pathLst>
                <a:path w="801" h="557" extrusionOk="0">
                  <a:moveTo>
                    <a:pt x="800" y="1"/>
                  </a:moveTo>
                  <a:cubicBezTo>
                    <a:pt x="567" y="45"/>
                    <a:pt x="312" y="57"/>
                    <a:pt x="89" y="112"/>
                  </a:cubicBezTo>
                  <a:cubicBezTo>
                    <a:pt x="1" y="234"/>
                    <a:pt x="122" y="457"/>
                    <a:pt x="245" y="523"/>
                  </a:cubicBezTo>
                  <a:cubicBezTo>
                    <a:pt x="289" y="546"/>
                    <a:pt x="344" y="556"/>
                    <a:pt x="389" y="556"/>
                  </a:cubicBezTo>
                  <a:cubicBezTo>
                    <a:pt x="489" y="556"/>
                    <a:pt x="589" y="523"/>
                    <a:pt x="667" y="467"/>
                  </a:cubicBezTo>
                  <a:cubicBezTo>
                    <a:pt x="789" y="356"/>
                    <a:pt x="800" y="168"/>
                    <a:pt x="800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2308;p62">
              <a:extLst>
                <a:ext uri="{FF2B5EF4-FFF2-40B4-BE49-F238E27FC236}">
                  <a16:creationId xmlns:a16="http://schemas.microsoft.com/office/drawing/2014/main" id="{8B9A232A-B84F-27D8-C559-DC9C03D0C265}"/>
                </a:ext>
              </a:extLst>
            </p:cNvPr>
            <p:cNvSpPr/>
            <p:nvPr/>
          </p:nvSpPr>
          <p:spPr>
            <a:xfrm>
              <a:off x="2822125" y="3981700"/>
              <a:ext cx="30850" cy="17800"/>
            </a:xfrm>
            <a:custGeom>
              <a:avLst/>
              <a:gdLst/>
              <a:ahLst/>
              <a:cxnLst/>
              <a:rect l="l" t="t" r="r" b="b"/>
              <a:pathLst>
                <a:path w="1234" h="712" extrusionOk="0">
                  <a:moveTo>
                    <a:pt x="1112" y="0"/>
                  </a:moveTo>
                  <a:cubicBezTo>
                    <a:pt x="945" y="11"/>
                    <a:pt x="778" y="78"/>
                    <a:pt x="634" y="144"/>
                  </a:cubicBezTo>
                  <a:cubicBezTo>
                    <a:pt x="389" y="256"/>
                    <a:pt x="179" y="423"/>
                    <a:pt x="1" y="633"/>
                  </a:cubicBezTo>
                  <a:cubicBezTo>
                    <a:pt x="11" y="667"/>
                    <a:pt x="34" y="689"/>
                    <a:pt x="45" y="711"/>
                  </a:cubicBezTo>
                  <a:cubicBezTo>
                    <a:pt x="367" y="522"/>
                    <a:pt x="767" y="478"/>
                    <a:pt x="1145" y="423"/>
                  </a:cubicBezTo>
                  <a:cubicBezTo>
                    <a:pt x="1178" y="423"/>
                    <a:pt x="1211" y="411"/>
                    <a:pt x="1233" y="400"/>
                  </a:cubicBezTo>
                  <a:cubicBezTo>
                    <a:pt x="1189" y="267"/>
                    <a:pt x="1156" y="134"/>
                    <a:pt x="1112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2309;p62">
              <a:extLst>
                <a:ext uri="{FF2B5EF4-FFF2-40B4-BE49-F238E27FC236}">
                  <a16:creationId xmlns:a16="http://schemas.microsoft.com/office/drawing/2014/main" id="{1597B8AF-18CB-D21A-98E4-63AE727A8B9B}"/>
                </a:ext>
              </a:extLst>
            </p:cNvPr>
            <p:cNvSpPr/>
            <p:nvPr/>
          </p:nvSpPr>
          <p:spPr>
            <a:xfrm>
              <a:off x="2871575" y="3974850"/>
              <a:ext cx="36125" cy="12700"/>
            </a:xfrm>
            <a:custGeom>
              <a:avLst/>
              <a:gdLst/>
              <a:ahLst/>
              <a:cxnLst/>
              <a:rect l="l" t="t" r="r" b="b"/>
              <a:pathLst>
                <a:path w="1445" h="508" extrusionOk="0">
                  <a:moveTo>
                    <a:pt x="161" y="1"/>
                  </a:moveTo>
                  <a:cubicBezTo>
                    <a:pt x="118" y="1"/>
                    <a:pt x="75" y="3"/>
                    <a:pt x="33" y="8"/>
                  </a:cubicBezTo>
                  <a:cubicBezTo>
                    <a:pt x="22" y="141"/>
                    <a:pt x="11" y="285"/>
                    <a:pt x="0" y="418"/>
                  </a:cubicBezTo>
                  <a:cubicBezTo>
                    <a:pt x="33" y="430"/>
                    <a:pt x="67" y="430"/>
                    <a:pt x="111" y="430"/>
                  </a:cubicBezTo>
                  <a:cubicBezTo>
                    <a:pt x="294" y="421"/>
                    <a:pt x="482" y="409"/>
                    <a:pt x="668" y="409"/>
                  </a:cubicBezTo>
                  <a:cubicBezTo>
                    <a:pt x="922" y="409"/>
                    <a:pt x="1174" y="430"/>
                    <a:pt x="1411" y="507"/>
                  </a:cubicBezTo>
                  <a:cubicBezTo>
                    <a:pt x="1422" y="474"/>
                    <a:pt x="1433" y="452"/>
                    <a:pt x="1444" y="430"/>
                  </a:cubicBezTo>
                  <a:cubicBezTo>
                    <a:pt x="1188" y="252"/>
                    <a:pt x="911" y="119"/>
                    <a:pt x="611" y="63"/>
                  </a:cubicBezTo>
                  <a:cubicBezTo>
                    <a:pt x="472" y="28"/>
                    <a:pt x="314" y="1"/>
                    <a:pt x="161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2310;p62">
              <a:extLst>
                <a:ext uri="{FF2B5EF4-FFF2-40B4-BE49-F238E27FC236}">
                  <a16:creationId xmlns:a16="http://schemas.microsoft.com/office/drawing/2014/main" id="{4CC7FBE1-DEFE-FBC8-4FFC-11ED3E3D0F13}"/>
                </a:ext>
              </a:extLst>
            </p:cNvPr>
            <p:cNvSpPr/>
            <p:nvPr/>
          </p:nvSpPr>
          <p:spPr>
            <a:xfrm>
              <a:off x="2894050" y="3993925"/>
              <a:ext cx="9750" cy="9750"/>
            </a:xfrm>
            <a:custGeom>
              <a:avLst/>
              <a:gdLst/>
              <a:ahLst/>
              <a:cxnLst/>
              <a:rect l="l" t="t" r="r" b="b"/>
              <a:pathLst>
                <a:path w="390" h="390" extrusionOk="0">
                  <a:moveTo>
                    <a:pt x="190" y="0"/>
                  </a:moveTo>
                  <a:cubicBezTo>
                    <a:pt x="89" y="0"/>
                    <a:pt x="1" y="111"/>
                    <a:pt x="12" y="211"/>
                  </a:cubicBezTo>
                  <a:cubicBezTo>
                    <a:pt x="22" y="315"/>
                    <a:pt x="91" y="390"/>
                    <a:pt x="191" y="390"/>
                  </a:cubicBezTo>
                  <a:cubicBezTo>
                    <a:pt x="198" y="390"/>
                    <a:pt x="205" y="389"/>
                    <a:pt x="212" y="389"/>
                  </a:cubicBezTo>
                  <a:cubicBezTo>
                    <a:pt x="301" y="389"/>
                    <a:pt x="390" y="289"/>
                    <a:pt x="378" y="189"/>
                  </a:cubicBezTo>
                  <a:cubicBezTo>
                    <a:pt x="368" y="78"/>
                    <a:pt x="289" y="0"/>
                    <a:pt x="190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2311;p62">
              <a:extLst>
                <a:ext uri="{FF2B5EF4-FFF2-40B4-BE49-F238E27FC236}">
                  <a16:creationId xmlns:a16="http://schemas.microsoft.com/office/drawing/2014/main" id="{FFCF67C8-ACA8-19AC-5C35-D64DA77591A1}"/>
                </a:ext>
              </a:extLst>
            </p:cNvPr>
            <p:cNvSpPr/>
            <p:nvPr/>
          </p:nvSpPr>
          <p:spPr>
            <a:xfrm>
              <a:off x="2836275" y="4003350"/>
              <a:ext cx="10600" cy="9325"/>
            </a:xfrm>
            <a:custGeom>
              <a:avLst/>
              <a:gdLst/>
              <a:ahLst/>
              <a:cxnLst/>
              <a:rect l="l" t="t" r="r" b="b"/>
              <a:pathLst>
                <a:path w="424" h="373" extrusionOk="0">
                  <a:moveTo>
                    <a:pt x="205" y="1"/>
                  </a:moveTo>
                  <a:cubicBezTo>
                    <a:pt x="174" y="1"/>
                    <a:pt x="142" y="8"/>
                    <a:pt x="112" y="23"/>
                  </a:cubicBezTo>
                  <a:cubicBezTo>
                    <a:pt x="35" y="78"/>
                    <a:pt x="1" y="201"/>
                    <a:pt x="57" y="278"/>
                  </a:cubicBezTo>
                  <a:cubicBezTo>
                    <a:pt x="94" y="337"/>
                    <a:pt x="155" y="372"/>
                    <a:pt x="219" y="372"/>
                  </a:cubicBezTo>
                  <a:cubicBezTo>
                    <a:pt x="250" y="372"/>
                    <a:pt x="282" y="364"/>
                    <a:pt x="312" y="345"/>
                  </a:cubicBezTo>
                  <a:cubicBezTo>
                    <a:pt x="390" y="300"/>
                    <a:pt x="423" y="179"/>
                    <a:pt x="368" y="90"/>
                  </a:cubicBezTo>
                  <a:cubicBezTo>
                    <a:pt x="331" y="31"/>
                    <a:pt x="269" y="1"/>
                    <a:pt x="205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2312;p62">
              <a:extLst>
                <a:ext uri="{FF2B5EF4-FFF2-40B4-BE49-F238E27FC236}">
                  <a16:creationId xmlns:a16="http://schemas.microsoft.com/office/drawing/2014/main" id="{203C93AD-329E-E061-26F9-F51CF427A391}"/>
                </a:ext>
              </a:extLst>
            </p:cNvPr>
            <p:cNvSpPr/>
            <p:nvPr/>
          </p:nvSpPr>
          <p:spPr>
            <a:xfrm>
              <a:off x="2860175" y="4031700"/>
              <a:ext cx="10025" cy="14800"/>
            </a:xfrm>
            <a:custGeom>
              <a:avLst/>
              <a:gdLst/>
              <a:ahLst/>
              <a:cxnLst/>
              <a:rect l="l" t="t" r="r" b="b"/>
              <a:pathLst>
                <a:path w="401" h="592" extrusionOk="0">
                  <a:moveTo>
                    <a:pt x="345" y="0"/>
                  </a:moveTo>
                  <a:cubicBezTo>
                    <a:pt x="323" y="11"/>
                    <a:pt x="301" y="33"/>
                    <a:pt x="278" y="44"/>
                  </a:cubicBezTo>
                  <a:cubicBezTo>
                    <a:pt x="167" y="111"/>
                    <a:pt x="89" y="211"/>
                    <a:pt x="12" y="311"/>
                  </a:cubicBezTo>
                  <a:cubicBezTo>
                    <a:pt x="12" y="322"/>
                    <a:pt x="0" y="322"/>
                    <a:pt x="0" y="322"/>
                  </a:cubicBezTo>
                  <a:cubicBezTo>
                    <a:pt x="12" y="344"/>
                    <a:pt x="22" y="356"/>
                    <a:pt x="34" y="366"/>
                  </a:cubicBezTo>
                  <a:cubicBezTo>
                    <a:pt x="134" y="455"/>
                    <a:pt x="234" y="533"/>
                    <a:pt x="345" y="588"/>
                  </a:cubicBezTo>
                  <a:cubicBezTo>
                    <a:pt x="351" y="591"/>
                    <a:pt x="357" y="592"/>
                    <a:pt x="363" y="592"/>
                  </a:cubicBezTo>
                  <a:cubicBezTo>
                    <a:pt x="386" y="592"/>
                    <a:pt x="400" y="574"/>
                    <a:pt x="400" y="555"/>
                  </a:cubicBezTo>
                  <a:cubicBezTo>
                    <a:pt x="378" y="455"/>
                    <a:pt x="367" y="300"/>
                    <a:pt x="356" y="277"/>
                  </a:cubicBezTo>
                  <a:cubicBezTo>
                    <a:pt x="345" y="178"/>
                    <a:pt x="345" y="89"/>
                    <a:pt x="345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2313;p62">
              <a:extLst>
                <a:ext uri="{FF2B5EF4-FFF2-40B4-BE49-F238E27FC236}">
                  <a16:creationId xmlns:a16="http://schemas.microsoft.com/office/drawing/2014/main" id="{057F1412-1F7B-8A1A-1076-50D0B0032918}"/>
                </a:ext>
              </a:extLst>
            </p:cNvPr>
            <p:cNvSpPr/>
            <p:nvPr/>
          </p:nvSpPr>
          <p:spPr>
            <a:xfrm>
              <a:off x="2887125" y="4019475"/>
              <a:ext cx="13050" cy="11975"/>
            </a:xfrm>
            <a:custGeom>
              <a:avLst/>
              <a:gdLst/>
              <a:ahLst/>
              <a:cxnLst/>
              <a:rect l="l" t="t" r="r" b="b"/>
              <a:pathLst>
                <a:path w="522" h="479" extrusionOk="0">
                  <a:moveTo>
                    <a:pt x="455" y="0"/>
                  </a:moveTo>
                  <a:cubicBezTo>
                    <a:pt x="378" y="11"/>
                    <a:pt x="300" y="33"/>
                    <a:pt x="222" y="55"/>
                  </a:cubicBezTo>
                  <a:cubicBezTo>
                    <a:pt x="156" y="89"/>
                    <a:pt x="78" y="111"/>
                    <a:pt x="0" y="111"/>
                  </a:cubicBezTo>
                  <a:lnTo>
                    <a:pt x="11" y="122"/>
                  </a:lnTo>
                  <a:cubicBezTo>
                    <a:pt x="89" y="178"/>
                    <a:pt x="178" y="233"/>
                    <a:pt x="245" y="289"/>
                  </a:cubicBezTo>
                  <a:cubicBezTo>
                    <a:pt x="267" y="311"/>
                    <a:pt x="389" y="400"/>
                    <a:pt x="467" y="467"/>
                  </a:cubicBezTo>
                  <a:cubicBezTo>
                    <a:pt x="471" y="475"/>
                    <a:pt x="477" y="478"/>
                    <a:pt x="484" y="478"/>
                  </a:cubicBezTo>
                  <a:cubicBezTo>
                    <a:pt x="497" y="478"/>
                    <a:pt x="511" y="466"/>
                    <a:pt x="511" y="445"/>
                  </a:cubicBezTo>
                  <a:cubicBezTo>
                    <a:pt x="522" y="322"/>
                    <a:pt x="522" y="189"/>
                    <a:pt x="489" y="55"/>
                  </a:cubicBezTo>
                  <a:cubicBezTo>
                    <a:pt x="489" y="45"/>
                    <a:pt x="489" y="22"/>
                    <a:pt x="467" y="11"/>
                  </a:cubicBezTo>
                  <a:cubicBezTo>
                    <a:pt x="467" y="0"/>
                    <a:pt x="455" y="0"/>
                    <a:pt x="455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2314;p62">
              <a:extLst>
                <a:ext uri="{FF2B5EF4-FFF2-40B4-BE49-F238E27FC236}">
                  <a16:creationId xmlns:a16="http://schemas.microsoft.com/office/drawing/2014/main" id="{D3BDD743-EF76-5F60-8E05-03B4C8047650}"/>
                </a:ext>
              </a:extLst>
            </p:cNvPr>
            <p:cNvSpPr/>
            <p:nvPr/>
          </p:nvSpPr>
          <p:spPr>
            <a:xfrm>
              <a:off x="2877675" y="3991700"/>
              <a:ext cx="25025" cy="6950"/>
            </a:xfrm>
            <a:custGeom>
              <a:avLst/>
              <a:gdLst/>
              <a:ahLst/>
              <a:cxnLst/>
              <a:rect l="l" t="t" r="r" b="b"/>
              <a:pathLst>
                <a:path w="1001" h="278" extrusionOk="0">
                  <a:moveTo>
                    <a:pt x="978" y="0"/>
                  </a:moveTo>
                  <a:cubicBezTo>
                    <a:pt x="656" y="111"/>
                    <a:pt x="334" y="178"/>
                    <a:pt x="1" y="211"/>
                  </a:cubicBezTo>
                  <a:lnTo>
                    <a:pt x="1" y="278"/>
                  </a:lnTo>
                  <a:cubicBezTo>
                    <a:pt x="345" y="245"/>
                    <a:pt x="678" y="167"/>
                    <a:pt x="1000" y="55"/>
                  </a:cubicBezTo>
                  <a:lnTo>
                    <a:pt x="978" y="0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2315;p62">
              <a:extLst>
                <a:ext uri="{FF2B5EF4-FFF2-40B4-BE49-F238E27FC236}">
                  <a16:creationId xmlns:a16="http://schemas.microsoft.com/office/drawing/2014/main" id="{81E24518-0017-DC73-692E-5279C8394173}"/>
                </a:ext>
              </a:extLst>
            </p:cNvPr>
            <p:cNvSpPr/>
            <p:nvPr/>
          </p:nvSpPr>
          <p:spPr>
            <a:xfrm>
              <a:off x="2828250" y="4000575"/>
              <a:ext cx="19450" cy="4200"/>
            </a:xfrm>
            <a:custGeom>
              <a:avLst/>
              <a:gdLst/>
              <a:ahLst/>
              <a:cxnLst/>
              <a:rect l="l" t="t" r="r" b="b"/>
              <a:pathLst>
                <a:path w="778" h="168" extrusionOk="0">
                  <a:moveTo>
                    <a:pt x="756" y="1"/>
                  </a:moveTo>
                  <a:cubicBezTo>
                    <a:pt x="511" y="68"/>
                    <a:pt x="255" y="100"/>
                    <a:pt x="0" y="100"/>
                  </a:cubicBezTo>
                  <a:lnTo>
                    <a:pt x="0" y="167"/>
                  </a:lnTo>
                  <a:cubicBezTo>
                    <a:pt x="267" y="167"/>
                    <a:pt x="522" y="123"/>
                    <a:pt x="778" y="56"/>
                  </a:cubicBezTo>
                  <a:lnTo>
                    <a:pt x="756" y="1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2316;p62">
              <a:extLst>
                <a:ext uri="{FF2B5EF4-FFF2-40B4-BE49-F238E27FC236}">
                  <a16:creationId xmlns:a16="http://schemas.microsoft.com/office/drawing/2014/main" id="{78EBA68F-E166-E168-6609-0C0025867D7A}"/>
                </a:ext>
              </a:extLst>
            </p:cNvPr>
            <p:cNvSpPr/>
            <p:nvPr/>
          </p:nvSpPr>
          <p:spPr>
            <a:xfrm>
              <a:off x="2853225" y="4004150"/>
              <a:ext cx="24475" cy="18950"/>
            </a:xfrm>
            <a:custGeom>
              <a:avLst/>
              <a:gdLst/>
              <a:ahLst/>
              <a:cxnLst/>
              <a:rect l="l" t="t" r="r" b="b"/>
              <a:pathLst>
                <a:path w="979" h="758" extrusionOk="0">
                  <a:moveTo>
                    <a:pt x="788" y="1"/>
                  </a:moveTo>
                  <a:cubicBezTo>
                    <a:pt x="653" y="1"/>
                    <a:pt x="530" y="87"/>
                    <a:pt x="456" y="213"/>
                  </a:cubicBezTo>
                  <a:cubicBezTo>
                    <a:pt x="434" y="180"/>
                    <a:pt x="412" y="147"/>
                    <a:pt x="379" y="113"/>
                  </a:cubicBezTo>
                  <a:cubicBezTo>
                    <a:pt x="333" y="74"/>
                    <a:pt x="273" y="50"/>
                    <a:pt x="213" y="50"/>
                  </a:cubicBezTo>
                  <a:cubicBezTo>
                    <a:pt x="170" y="50"/>
                    <a:pt x="127" y="63"/>
                    <a:pt x="90" y="91"/>
                  </a:cubicBezTo>
                  <a:cubicBezTo>
                    <a:pt x="34" y="147"/>
                    <a:pt x="1" y="246"/>
                    <a:pt x="23" y="347"/>
                  </a:cubicBezTo>
                  <a:cubicBezTo>
                    <a:pt x="56" y="513"/>
                    <a:pt x="167" y="635"/>
                    <a:pt x="256" y="757"/>
                  </a:cubicBezTo>
                  <a:lnTo>
                    <a:pt x="334" y="691"/>
                  </a:lnTo>
                  <a:cubicBezTo>
                    <a:pt x="256" y="579"/>
                    <a:pt x="157" y="468"/>
                    <a:pt x="134" y="324"/>
                  </a:cubicBezTo>
                  <a:cubicBezTo>
                    <a:pt x="112" y="280"/>
                    <a:pt x="123" y="202"/>
                    <a:pt x="157" y="169"/>
                  </a:cubicBezTo>
                  <a:cubicBezTo>
                    <a:pt x="172" y="157"/>
                    <a:pt x="190" y="152"/>
                    <a:pt x="209" y="152"/>
                  </a:cubicBezTo>
                  <a:cubicBezTo>
                    <a:pt x="245" y="152"/>
                    <a:pt x="283" y="169"/>
                    <a:pt x="312" y="191"/>
                  </a:cubicBezTo>
                  <a:cubicBezTo>
                    <a:pt x="367" y="236"/>
                    <a:pt x="401" y="313"/>
                    <a:pt x="423" y="380"/>
                  </a:cubicBezTo>
                  <a:lnTo>
                    <a:pt x="500" y="569"/>
                  </a:lnTo>
                  <a:lnTo>
                    <a:pt x="523" y="357"/>
                  </a:lnTo>
                  <a:cubicBezTo>
                    <a:pt x="534" y="224"/>
                    <a:pt x="668" y="102"/>
                    <a:pt x="811" y="102"/>
                  </a:cubicBezTo>
                  <a:lnTo>
                    <a:pt x="834" y="102"/>
                  </a:lnTo>
                  <a:cubicBezTo>
                    <a:pt x="834" y="102"/>
                    <a:pt x="834" y="113"/>
                    <a:pt x="845" y="113"/>
                  </a:cubicBezTo>
                  <a:cubicBezTo>
                    <a:pt x="856" y="169"/>
                    <a:pt x="834" y="236"/>
                    <a:pt x="801" y="302"/>
                  </a:cubicBezTo>
                  <a:cubicBezTo>
                    <a:pt x="756" y="424"/>
                    <a:pt x="690" y="535"/>
                    <a:pt x="589" y="579"/>
                  </a:cubicBezTo>
                  <a:lnTo>
                    <a:pt x="623" y="668"/>
                  </a:lnTo>
                  <a:cubicBezTo>
                    <a:pt x="634" y="668"/>
                    <a:pt x="645" y="668"/>
                    <a:pt x="656" y="658"/>
                  </a:cubicBezTo>
                  <a:cubicBezTo>
                    <a:pt x="779" y="602"/>
                    <a:pt x="845" y="468"/>
                    <a:pt x="900" y="347"/>
                  </a:cubicBezTo>
                  <a:cubicBezTo>
                    <a:pt x="934" y="280"/>
                    <a:pt x="979" y="180"/>
                    <a:pt x="934" y="80"/>
                  </a:cubicBezTo>
                  <a:cubicBezTo>
                    <a:pt x="923" y="46"/>
                    <a:pt x="912" y="24"/>
                    <a:pt x="878" y="13"/>
                  </a:cubicBezTo>
                  <a:cubicBezTo>
                    <a:pt x="856" y="2"/>
                    <a:pt x="834" y="2"/>
                    <a:pt x="811" y="2"/>
                  </a:cubicBezTo>
                  <a:cubicBezTo>
                    <a:pt x="804" y="1"/>
                    <a:pt x="796" y="1"/>
                    <a:pt x="788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2317;p62">
              <a:extLst>
                <a:ext uri="{FF2B5EF4-FFF2-40B4-BE49-F238E27FC236}">
                  <a16:creationId xmlns:a16="http://schemas.microsoft.com/office/drawing/2014/main" id="{F6D823C1-995E-FC29-59B7-3316112F82E7}"/>
                </a:ext>
              </a:extLst>
            </p:cNvPr>
            <p:cNvSpPr/>
            <p:nvPr/>
          </p:nvSpPr>
          <p:spPr>
            <a:xfrm>
              <a:off x="2859350" y="4018350"/>
              <a:ext cx="39725" cy="22525"/>
            </a:xfrm>
            <a:custGeom>
              <a:avLst/>
              <a:gdLst/>
              <a:ahLst/>
              <a:cxnLst/>
              <a:rect l="l" t="t" r="r" b="b"/>
              <a:pathLst>
                <a:path w="1589" h="901" extrusionOk="0">
                  <a:moveTo>
                    <a:pt x="1578" y="1"/>
                  </a:moveTo>
                  <a:cubicBezTo>
                    <a:pt x="1411" y="23"/>
                    <a:pt x="1255" y="56"/>
                    <a:pt x="1100" y="112"/>
                  </a:cubicBezTo>
                  <a:cubicBezTo>
                    <a:pt x="678" y="245"/>
                    <a:pt x="289" y="512"/>
                    <a:pt x="0" y="867"/>
                  </a:cubicBezTo>
                  <a:cubicBezTo>
                    <a:pt x="11" y="878"/>
                    <a:pt x="33" y="890"/>
                    <a:pt x="45" y="900"/>
                  </a:cubicBezTo>
                  <a:cubicBezTo>
                    <a:pt x="433" y="434"/>
                    <a:pt x="989" y="134"/>
                    <a:pt x="1589" y="67"/>
                  </a:cubicBezTo>
                  <a:cubicBezTo>
                    <a:pt x="1578" y="45"/>
                    <a:pt x="1578" y="23"/>
                    <a:pt x="1578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66116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>
          <a:extLst>
            <a:ext uri="{FF2B5EF4-FFF2-40B4-BE49-F238E27FC236}">
              <a16:creationId xmlns:a16="http://schemas.microsoft.com/office/drawing/2014/main" id="{67C608ED-328F-96E3-351F-FDBBE0CB5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38">
            <a:extLst>
              <a:ext uri="{FF2B5EF4-FFF2-40B4-BE49-F238E27FC236}">
                <a16:creationId xmlns:a16="http://schemas.microsoft.com/office/drawing/2014/main" id="{830834DB-5927-FFC2-8A22-964F17F94667}"/>
              </a:ext>
            </a:extLst>
          </p:cNvPr>
          <p:cNvSpPr/>
          <p:nvPr/>
        </p:nvSpPr>
        <p:spPr>
          <a:xfrm>
            <a:off x="870275" y="3217250"/>
            <a:ext cx="2247575" cy="471887"/>
          </a:xfrm>
          <a:custGeom>
            <a:avLst/>
            <a:gdLst/>
            <a:ahLst/>
            <a:cxnLst/>
            <a:rect l="l" t="t" r="r" b="b"/>
            <a:pathLst>
              <a:path w="154049" h="17797" extrusionOk="0">
                <a:moveTo>
                  <a:pt x="3238" y="2578"/>
                </a:moveTo>
                <a:lnTo>
                  <a:pt x="7988" y="0"/>
                </a:lnTo>
                <a:lnTo>
                  <a:pt x="64769" y="249"/>
                </a:lnTo>
                <a:lnTo>
                  <a:pt x="83984" y="915"/>
                </a:lnTo>
                <a:lnTo>
                  <a:pt x="148029" y="536"/>
                </a:lnTo>
                <a:lnTo>
                  <a:pt x="151890" y="3318"/>
                </a:lnTo>
                <a:lnTo>
                  <a:pt x="154049" y="8715"/>
                </a:lnTo>
                <a:lnTo>
                  <a:pt x="151776" y="16300"/>
                </a:lnTo>
                <a:lnTo>
                  <a:pt x="144868" y="17797"/>
                </a:lnTo>
                <a:lnTo>
                  <a:pt x="110324" y="17797"/>
                </a:lnTo>
                <a:lnTo>
                  <a:pt x="80098" y="17215"/>
                </a:lnTo>
                <a:lnTo>
                  <a:pt x="9283" y="17631"/>
                </a:lnTo>
                <a:lnTo>
                  <a:pt x="2375" y="14886"/>
                </a:lnTo>
                <a:lnTo>
                  <a:pt x="0" y="7235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0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41" name="Google Shape;941;p38">
            <a:extLst>
              <a:ext uri="{FF2B5EF4-FFF2-40B4-BE49-F238E27FC236}">
                <a16:creationId xmlns:a16="http://schemas.microsoft.com/office/drawing/2014/main" id="{7AE5E33E-7E52-97F8-F371-BB9E773CB2BC}"/>
              </a:ext>
            </a:extLst>
          </p:cNvPr>
          <p:cNvSpPr/>
          <p:nvPr/>
        </p:nvSpPr>
        <p:spPr>
          <a:xfrm flipH="1">
            <a:off x="3448237" y="3217250"/>
            <a:ext cx="2247575" cy="471887"/>
          </a:xfrm>
          <a:custGeom>
            <a:avLst/>
            <a:gdLst/>
            <a:ahLst/>
            <a:cxnLst/>
            <a:rect l="l" t="t" r="r" b="b"/>
            <a:pathLst>
              <a:path w="154049" h="17797" extrusionOk="0">
                <a:moveTo>
                  <a:pt x="3238" y="2578"/>
                </a:moveTo>
                <a:lnTo>
                  <a:pt x="7988" y="0"/>
                </a:lnTo>
                <a:lnTo>
                  <a:pt x="64769" y="249"/>
                </a:lnTo>
                <a:lnTo>
                  <a:pt x="83984" y="915"/>
                </a:lnTo>
                <a:lnTo>
                  <a:pt x="148029" y="536"/>
                </a:lnTo>
                <a:lnTo>
                  <a:pt x="151890" y="3318"/>
                </a:lnTo>
                <a:lnTo>
                  <a:pt x="154049" y="8715"/>
                </a:lnTo>
                <a:lnTo>
                  <a:pt x="151776" y="16300"/>
                </a:lnTo>
                <a:lnTo>
                  <a:pt x="144868" y="17797"/>
                </a:lnTo>
                <a:lnTo>
                  <a:pt x="110324" y="17797"/>
                </a:lnTo>
                <a:lnTo>
                  <a:pt x="80098" y="17215"/>
                </a:lnTo>
                <a:lnTo>
                  <a:pt x="9283" y="17631"/>
                </a:lnTo>
                <a:lnTo>
                  <a:pt x="2375" y="14886"/>
                </a:lnTo>
                <a:lnTo>
                  <a:pt x="0" y="7235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0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42" name="Google Shape;942;p38">
            <a:extLst>
              <a:ext uri="{FF2B5EF4-FFF2-40B4-BE49-F238E27FC236}">
                <a16:creationId xmlns:a16="http://schemas.microsoft.com/office/drawing/2014/main" id="{C531D6DA-43D4-6ED6-56E8-1710F77A553B}"/>
              </a:ext>
            </a:extLst>
          </p:cNvPr>
          <p:cNvSpPr/>
          <p:nvPr/>
        </p:nvSpPr>
        <p:spPr>
          <a:xfrm flipH="1">
            <a:off x="6026275" y="3217250"/>
            <a:ext cx="2247575" cy="471887"/>
          </a:xfrm>
          <a:custGeom>
            <a:avLst/>
            <a:gdLst/>
            <a:ahLst/>
            <a:cxnLst/>
            <a:rect l="l" t="t" r="r" b="b"/>
            <a:pathLst>
              <a:path w="154049" h="17797" extrusionOk="0">
                <a:moveTo>
                  <a:pt x="3238" y="2578"/>
                </a:moveTo>
                <a:lnTo>
                  <a:pt x="7988" y="0"/>
                </a:lnTo>
                <a:lnTo>
                  <a:pt x="64769" y="249"/>
                </a:lnTo>
                <a:lnTo>
                  <a:pt x="83984" y="915"/>
                </a:lnTo>
                <a:lnTo>
                  <a:pt x="148029" y="536"/>
                </a:lnTo>
                <a:lnTo>
                  <a:pt x="151890" y="3318"/>
                </a:lnTo>
                <a:lnTo>
                  <a:pt x="154049" y="8715"/>
                </a:lnTo>
                <a:lnTo>
                  <a:pt x="151776" y="16300"/>
                </a:lnTo>
                <a:lnTo>
                  <a:pt x="144868" y="17797"/>
                </a:lnTo>
                <a:lnTo>
                  <a:pt x="110324" y="17797"/>
                </a:lnTo>
                <a:lnTo>
                  <a:pt x="80098" y="17215"/>
                </a:lnTo>
                <a:lnTo>
                  <a:pt x="9283" y="17631"/>
                </a:lnTo>
                <a:lnTo>
                  <a:pt x="2375" y="14886"/>
                </a:lnTo>
                <a:lnTo>
                  <a:pt x="0" y="7235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0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43" name="Google Shape;943;p38">
            <a:extLst>
              <a:ext uri="{FF2B5EF4-FFF2-40B4-BE49-F238E27FC236}">
                <a16:creationId xmlns:a16="http://schemas.microsoft.com/office/drawing/2014/main" id="{220B1D18-C8C4-AFD2-61B2-4FC99545FD2A}"/>
              </a:ext>
            </a:extLst>
          </p:cNvPr>
          <p:cNvSpPr/>
          <p:nvPr/>
        </p:nvSpPr>
        <p:spPr>
          <a:xfrm flipH="1">
            <a:off x="1513763" y="404875"/>
            <a:ext cx="6116475" cy="843325"/>
          </a:xfrm>
          <a:custGeom>
            <a:avLst/>
            <a:gdLst/>
            <a:ahLst/>
            <a:cxnLst/>
            <a:rect l="l" t="t" r="r" b="b"/>
            <a:pathLst>
              <a:path w="244659" h="33733" extrusionOk="0">
                <a:moveTo>
                  <a:pt x="3896" y="4933"/>
                </a:moveTo>
                <a:lnTo>
                  <a:pt x="9611" y="0"/>
                </a:lnTo>
                <a:lnTo>
                  <a:pt x="97335" y="648"/>
                </a:lnTo>
                <a:lnTo>
                  <a:pt x="175247" y="1214"/>
                </a:lnTo>
                <a:lnTo>
                  <a:pt x="239843" y="931"/>
                </a:lnTo>
                <a:lnTo>
                  <a:pt x="244376" y="6881"/>
                </a:lnTo>
                <a:lnTo>
                  <a:pt x="244659" y="21330"/>
                </a:lnTo>
                <a:lnTo>
                  <a:pt x="240693" y="28979"/>
                </a:lnTo>
                <a:lnTo>
                  <a:pt x="235027" y="32946"/>
                </a:lnTo>
                <a:lnTo>
                  <a:pt x="164481" y="32946"/>
                </a:lnTo>
                <a:lnTo>
                  <a:pt x="91102" y="32662"/>
                </a:lnTo>
                <a:lnTo>
                  <a:pt x="11169" y="33733"/>
                </a:lnTo>
                <a:lnTo>
                  <a:pt x="2858" y="28482"/>
                </a:lnTo>
                <a:lnTo>
                  <a:pt x="0" y="13844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5400000" algn="bl" rotWithShape="0">
              <a:srgbClr val="9A80C1">
                <a:alpha val="8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44" name="Google Shape;944;p38">
            <a:extLst>
              <a:ext uri="{FF2B5EF4-FFF2-40B4-BE49-F238E27FC236}">
                <a16:creationId xmlns:a16="http://schemas.microsoft.com/office/drawing/2014/main" id="{48DCDCA4-AAD0-D3FE-F174-E150CCCDBA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Conclusions</a:t>
            </a:r>
            <a:r>
              <a:rPr lang="pl-PL" dirty="0"/>
              <a:t> &amp; </a:t>
            </a:r>
            <a:r>
              <a:rPr lang="pl-PL" dirty="0" err="1"/>
              <a:t>Future</a:t>
            </a:r>
            <a:r>
              <a:rPr lang="pl-PL" dirty="0"/>
              <a:t> </a:t>
            </a:r>
            <a:r>
              <a:rPr lang="pl-PL" dirty="0" err="1"/>
              <a:t>Work</a:t>
            </a:r>
            <a:endParaRPr dirty="0"/>
          </a:p>
        </p:txBody>
      </p:sp>
      <p:sp>
        <p:nvSpPr>
          <p:cNvPr id="945" name="Google Shape;945;p38">
            <a:extLst>
              <a:ext uri="{FF2B5EF4-FFF2-40B4-BE49-F238E27FC236}">
                <a16:creationId xmlns:a16="http://schemas.microsoft.com/office/drawing/2014/main" id="{F7873778-E95C-F653-514C-F3D84349BAF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3821550"/>
            <a:ext cx="2510700" cy="7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Successfully extracted structured topics from unstructured text.</a:t>
            </a:r>
            <a:endParaRPr sz="1400" dirty="0"/>
          </a:p>
        </p:txBody>
      </p:sp>
      <p:sp>
        <p:nvSpPr>
          <p:cNvPr id="946" name="Google Shape;946;p38">
            <a:extLst>
              <a:ext uri="{FF2B5EF4-FFF2-40B4-BE49-F238E27FC236}">
                <a16:creationId xmlns:a16="http://schemas.microsoft.com/office/drawing/2014/main" id="{967B1984-6E0A-0EF4-6C0F-4B7D2237426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316650" y="3821550"/>
            <a:ext cx="2510700" cy="7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Proved that density-based clustering (</a:t>
            </a:r>
            <a:r>
              <a:rPr lang="en-US" sz="1400" dirty="0" err="1"/>
              <a:t>BERTopic</a:t>
            </a:r>
            <a:r>
              <a:rPr lang="en-US" sz="1400" dirty="0"/>
              <a:t>) is effective for narrative reports even with varying lengths.</a:t>
            </a:r>
            <a:endParaRPr sz="1400" dirty="0"/>
          </a:p>
        </p:txBody>
      </p:sp>
      <p:sp>
        <p:nvSpPr>
          <p:cNvPr id="947" name="Google Shape;947;p38">
            <a:extLst>
              <a:ext uri="{FF2B5EF4-FFF2-40B4-BE49-F238E27FC236}">
                <a16:creationId xmlns:a16="http://schemas.microsoft.com/office/drawing/2014/main" id="{D16E71C2-0A80-F60E-C59F-AC09E1B2272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909500" y="3288625"/>
            <a:ext cx="2131800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Summary</a:t>
            </a:r>
            <a:endParaRPr dirty="0"/>
          </a:p>
        </p:txBody>
      </p:sp>
      <p:sp>
        <p:nvSpPr>
          <p:cNvPr id="948" name="Google Shape;948;p38">
            <a:extLst>
              <a:ext uri="{FF2B5EF4-FFF2-40B4-BE49-F238E27FC236}">
                <a16:creationId xmlns:a16="http://schemas.microsoft.com/office/drawing/2014/main" id="{08A1C864-9729-A9AC-902A-7F8AF2572A96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506125" y="3288625"/>
            <a:ext cx="2131800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 dirty="0" err="1"/>
              <a:t>Methodological</a:t>
            </a:r>
            <a:r>
              <a:rPr lang="pl-PL" sz="1400" dirty="0"/>
              <a:t> </a:t>
            </a:r>
            <a:r>
              <a:rPr lang="pl-PL" sz="1400" dirty="0" err="1"/>
              <a:t>Success</a:t>
            </a:r>
            <a:endParaRPr sz="1400" dirty="0"/>
          </a:p>
        </p:txBody>
      </p:sp>
      <p:sp>
        <p:nvSpPr>
          <p:cNvPr id="949" name="Google Shape;949;p38">
            <a:extLst>
              <a:ext uri="{FF2B5EF4-FFF2-40B4-BE49-F238E27FC236}">
                <a16:creationId xmlns:a16="http://schemas.microsoft.com/office/drawing/2014/main" id="{CA468B91-713C-2C66-877C-0F04E612E35B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5913300" y="3821550"/>
            <a:ext cx="2510700" cy="7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Could incorporate the ENVIRONMENT column as a guided variable or test different embedding models</a:t>
            </a:r>
            <a:endParaRPr sz="1400" dirty="0"/>
          </a:p>
        </p:txBody>
      </p:sp>
      <p:sp>
        <p:nvSpPr>
          <p:cNvPr id="950" name="Google Shape;950;p38">
            <a:extLst>
              <a:ext uri="{FF2B5EF4-FFF2-40B4-BE49-F238E27FC236}">
                <a16:creationId xmlns:a16="http://schemas.microsoft.com/office/drawing/2014/main" id="{BA173D62-946D-0180-7E05-8467B4E74A99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102750" y="3288625"/>
            <a:ext cx="2131800" cy="3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600" dirty="0" err="1"/>
              <a:t>Future</a:t>
            </a:r>
            <a:r>
              <a:rPr lang="pl-PL" sz="1600" dirty="0"/>
              <a:t> </a:t>
            </a:r>
            <a:r>
              <a:rPr lang="pl-PL" sz="1600" dirty="0" err="1"/>
              <a:t>Improvements</a:t>
            </a:r>
            <a:endParaRPr sz="1600" dirty="0"/>
          </a:p>
        </p:txBody>
      </p:sp>
      <p:sp>
        <p:nvSpPr>
          <p:cNvPr id="951" name="Google Shape;951;p38">
            <a:extLst>
              <a:ext uri="{FF2B5EF4-FFF2-40B4-BE49-F238E27FC236}">
                <a16:creationId xmlns:a16="http://schemas.microsoft.com/office/drawing/2014/main" id="{DA705660-8208-B700-2704-573CC636A4B4}"/>
              </a:ext>
            </a:extLst>
          </p:cNvPr>
          <p:cNvSpPr/>
          <p:nvPr/>
        </p:nvSpPr>
        <p:spPr>
          <a:xfrm rot="10800000">
            <a:off x="4012002" y="1937825"/>
            <a:ext cx="1120033" cy="1010756"/>
          </a:xfrm>
          <a:custGeom>
            <a:avLst/>
            <a:gdLst/>
            <a:ahLst/>
            <a:cxnLst/>
            <a:rect l="l" t="t" r="r" b="b"/>
            <a:pathLst>
              <a:path w="52283" h="47182" extrusionOk="0">
                <a:moveTo>
                  <a:pt x="2915" y="7287"/>
                </a:moveTo>
                <a:lnTo>
                  <a:pt x="8562" y="0"/>
                </a:lnTo>
                <a:lnTo>
                  <a:pt x="42446" y="911"/>
                </a:lnTo>
                <a:lnTo>
                  <a:pt x="50643" y="5829"/>
                </a:lnTo>
                <a:lnTo>
                  <a:pt x="52283" y="16942"/>
                </a:lnTo>
                <a:lnTo>
                  <a:pt x="49550" y="38620"/>
                </a:lnTo>
                <a:lnTo>
                  <a:pt x="44085" y="46635"/>
                </a:lnTo>
                <a:lnTo>
                  <a:pt x="9837" y="47182"/>
                </a:lnTo>
                <a:lnTo>
                  <a:pt x="2733" y="39713"/>
                </a:lnTo>
                <a:lnTo>
                  <a:pt x="0" y="19674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4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52" name="Google Shape;952;p38">
            <a:extLst>
              <a:ext uri="{FF2B5EF4-FFF2-40B4-BE49-F238E27FC236}">
                <a16:creationId xmlns:a16="http://schemas.microsoft.com/office/drawing/2014/main" id="{63FD07FD-4773-079F-9B3A-AE7DDA4210B0}"/>
              </a:ext>
            </a:extLst>
          </p:cNvPr>
          <p:cNvSpPr/>
          <p:nvPr/>
        </p:nvSpPr>
        <p:spPr>
          <a:xfrm>
            <a:off x="1434015" y="1937825"/>
            <a:ext cx="1120033" cy="1010756"/>
          </a:xfrm>
          <a:custGeom>
            <a:avLst/>
            <a:gdLst/>
            <a:ahLst/>
            <a:cxnLst/>
            <a:rect l="l" t="t" r="r" b="b"/>
            <a:pathLst>
              <a:path w="52283" h="47182" extrusionOk="0">
                <a:moveTo>
                  <a:pt x="2915" y="7287"/>
                </a:moveTo>
                <a:lnTo>
                  <a:pt x="8562" y="0"/>
                </a:lnTo>
                <a:lnTo>
                  <a:pt x="42446" y="911"/>
                </a:lnTo>
                <a:lnTo>
                  <a:pt x="50643" y="5829"/>
                </a:lnTo>
                <a:lnTo>
                  <a:pt x="52283" y="16942"/>
                </a:lnTo>
                <a:lnTo>
                  <a:pt x="49550" y="38620"/>
                </a:lnTo>
                <a:lnTo>
                  <a:pt x="44085" y="46635"/>
                </a:lnTo>
                <a:lnTo>
                  <a:pt x="9837" y="47182"/>
                </a:lnTo>
                <a:lnTo>
                  <a:pt x="2733" y="39713"/>
                </a:lnTo>
                <a:lnTo>
                  <a:pt x="0" y="19674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4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53" name="Google Shape;953;p38">
            <a:extLst>
              <a:ext uri="{FF2B5EF4-FFF2-40B4-BE49-F238E27FC236}">
                <a16:creationId xmlns:a16="http://schemas.microsoft.com/office/drawing/2014/main" id="{30CC7A71-F14A-C373-ED2B-73B7E07FAEE2}"/>
              </a:ext>
            </a:extLst>
          </p:cNvPr>
          <p:cNvSpPr/>
          <p:nvPr/>
        </p:nvSpPr>
        <p:spPr>
          <a:xfrm flipH="1">
            <a:off x="6589998" y="1937825"/>
            <a:ext cx="1120033" cy="1010756"/>
          </a:xfrm>
          <a:custGeom>
            <a:avLst/>
            <a:gdLst/>
            <a:ahLst/>
            <a:cxnLst/>
            <a:rect l="l" t="t" r="r" b="b"/>
            <a:pathLst>
              <a:path w="52283" h="47182" extrusionOk="0">
                <a:moveTo>
                  <a:pt x="2915" y="7287"/>
                </a:moveTo>
                <a:lnTo>
                  <a:pt x="8562" y="0"/>
                </a:lnTo>
                <a:lnTo>
                  <a:pt x="42446" y="911"/>
                </a:lnTo>
                <a:lnTo>
                  <a:pt x="50643" y="5829"/>
                </a:lnTo>
                <a:lnTo>
                  <a:pt x="52283" y="16942"/>
                </a:lnTo>
                <a:lnTo>
                  <a:pt x="49550" y="38620"/>
                </a:lnTo>
                <a:lnTo>
                  <a:pt x="44085" y="46635"/>
                </a:lnTo>
                <a:lnTo>
                  <a:pt x="9837" y="47182"/>
                </a:lnTo>
                <a:lnTo>
                  <a:pt x="2733" y="39713"/>
                </a:lnTo>
                <a:lnTo>
                  <a:pt x="0" y="19674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4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grpSp>
        <p:nvGrpSpPr>
          <p:cNvPr id="954" name="Google Shape;954;p38">
            <a:extLst>
              <a:ext uri="{FF2B5EF4-FFF2-40B4-BE49-F238E27FC236}">
                <a16:creationId xmlns:a16="http://schemas.microsoft.com/office/drawing/2014/main" id="{415C71B2-CA0B-F118-3916-05A114A01EB8}"/>
              </a:ext>
            </a:extLst>
          </p:cNvPr>
          <p:cNvGrpSpPr/>
          <p:nvPr/>
        </p:nvGrpSpPr>
        <p:grpSpPr>
          <a:xfrm>
            <a:off x="1758423" y="2173165"/>
            <a:ext cx="471282" cy="492960"/>
            <a:chOff x="6080691" y="2067722"/>
            <a:chExt cx="375823" cy="393110"/>
          </a:xfrm>
        </p:grpSpPr>
        <p:sp>
          <p:nvSpPr>
            <p:cNvPr id="955" name="Google Shape;955;p38">
              <a:extLst>
                <a:ext uri="{FF2B5EF4-FFF2-40B4-BE49-F238E27FC236}">
                  <a16:creationId xmlns:a16="http://schemas.microsoft.com/office/drawing/2014/main" id="{A82633EF-B617-9B21-7BDD-559093105F3C}"/>
                </a:ext>
              </a:extLst>
            </p:cNvPr>
            <p:cNvSpPr/>
            <p:nvPr/>
          </p:nvSpPr>
          <p:spPr>
            <a:xfrm>
              <a:off x="6165441" y="2260205"/>
              <a:ext cx="207527" cy="189101"/>
            </a:xfrm>
            <a:custGeom>
              <a:avLst/>
              <a:gdLst/>
              <a:ahLst/>
              <a:cxnLst/>
              <a:rect l="l" t="t" r="r" b="b"/>
              <a:pathLst>
                <a:path w="5147" h="4690" extrusionOk="0">
                  <a:moveTo>
                    <a:pt x="1" y="1"/>
                  </a:moveTo>
                  <a:lnTo>
                    <a:pt x="1" y="387"/>
                  </a:lnTo>
                  <a:cubicBezTo>
                    <a:pt x="1" y="1059"/>
                    <a:pt x="544" y="1602"/>
                    <a:pt x="1215" y="1602"/>
                  </a:cubicBezTo>
                  <a:lnTo>
                    <a:pt x="1329" y="1602"/>
                  </a:lnTo>
                  <a:lnTo>
                    <a:pt x="1329" y="4689"/>
                  </a:lnTo>
                  <a:lnTo>
                    <a:pt x="3816" y="4689"/>
                  </a:lnTo>
                  <a:lnTo>
                    <a:pt x="3816" y="1602"/>
                  </a:lnTo>
                  <a:lnTo>
                    <a:pt x="3931" y="1602"/>
                  </a:lnTo>
                  <a:cubicBezTo>
                    <a:pt x="4603" y="1602"/>
                    <a:pt x="5146" y="1059"/>
                    <a:pt x="5146" y="387"/>
                  </a:cubicBezTo>
                  <a:lnTo>
                    <a:pt x="5146" y="1"/>
                  </a:lnTo>
                  <a:lnTo>
                    <a:pt x="4575" y="1"/>
                  </a:lnTo>
                  <a:lnTo>
                    <a:pt x="4575" y="373"/>
                  </a:lnTo>
                  <a:cubicBezTo>
                    <a:pt x="4575" y="730"/>
                    <a:pt x="4289" y="1016"/>
                    <a:pt x="3931" y="1016"/>
                  </a:cubicBezTo>
                  <a:lnTo>
                    <a:pt x="3816" y="1016"/>
                  </a:lnTo>
                  <a:lnTo>
                    <a:pt x="3816" y="1030"/>
                  </a:lnTo>
                  <a:lnTo>
                    <a:pt x="3788" y="1030"/>
                  </a:lnTo>
                  <a:cubicBezTo>
                    <a:pt x="3917" y="830"/>
                    <a:pt x="4003" y="587"/>
                    <a:pt x="4003" y="330"/>
                  </a:cubicBezTo>
                  <a:lnTo>
                    <a:pt x="4003" y="1"/>
                  </a:lnTo>
                  <a:lnTo>
                    <a:pt x="3431" y="1"/>
                  </a:lnTo>
                  <a:lnTo>
                    <a:pt x="3431" y="330"/>
                  </a:lnTo>
                  <a:cubicBezTo>
                    <a:pt x="3431" y="673"/>
                    <a:pt x="3187" y="959"/>
                    <a:pt x="2859" y="1016"/>
                  </a:cubicBezTo>
                  <a:lnTo>
                    <a:pt x="2859" y="1"/>
                  </a:lnTo>
                  <a:lnTo>
                    <a:pt x="2288" y="1"/>
                  </a:lnTo>
                  <a:lnTo>
                    <a:pt x="2288" y="1030"/>
                  </a:lnTo>
                  <a:cubicBezTo>
                    <a:pt x="1958" y="959"/>
                    <a:pt x="1716" y="673"/>
                    <a:pt x="1716" y="330"/>
                  </a:cubicBezTo>
                  <a:lnTo>
                    <a:pt x="1716" y="1"/>
                  </a:lnTo>
                  <a:lnTo>
                    <a:pt x="1144" y="1"/>
                  </a:lnTo>
                  <a:lnTo>
                    <a:pt x="1144" y="330"/>
                  </a:lnTo>
                  <a:cubicBezTo>
                    <a:pt x="1144" y="587"/>
                    <a:pt x="1215" y="830"/>
                    <a:pt x="1358" y="1030"/>
                  </a:cubicBezTo>
                  <a:lnTo>
                    <a:pt x="1215" y="1030"/>
                  </a:lnTo>
                  <a:cubicBezTo>
                    <a:pt x="858" y="1030"/>
                    <a:pt x="572" y="744"/>
                    <a:pt x="572" y="387"/>
                  </a:cubicBezTo>
                  <a:lnTo>
                    <a:pt x="572" y="1"/>
                  </a:lnTo>
                  <a:close/>
                </a:path>
              </a:pathLst>
            </a:custGeom>
            <a:solidFill>
              <a:srgbClr val="6837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8">
              <a:extLst>
                <a:ext uri="{FF2B5EF4-FFF2-40B4-BE49-F238E27FC236}">
                  <a16:creationId xmlns:a16="http://schemas.microsoft.com/office/drawing/2014/main" id="{CCA3201F-F75F-7E25-0878-2C30BDFB9DC5}"/>
                </a:ext>
              </a:extLst>
            </p:cNvPr>
            <p:cNvSpPr/>
            <p:nvPr/>
          </p:nvSpPr>
          <p:spPr>
            <a:xfrm>
              <a:off x="6080691" y="2067722"/>
              <a:ext cx="375823" cy="204060"/>
            </a:xfrm>
            <a:custGeom>
              <a:avLst/>
              <a:gdLst/>
              <a:ahLst/>
              <a:cxnLst/>
              <a:rect l="l" t="t" r="r" b="b"/>
              <a:pathLst>
                <a:path w="9321" h="5061" extrusionOk="0">
                  <a:moveTo>
                    <a:pt x="4675" y="1"/>
                  </a:moveTo>
                  <a:cubicBezTo>
                    <a:pt x="4247" y="1"/>
                    <a:pt x="3846" y="115"/>
                    <a:pt x="3503" y="344"/>
                  </a:cubicBezTo>
                  <a:cubicBezTo>
                    <a:pt x="3218" y="515"/>
                    <a:pt x="2974" y="759"/>
                    <a:pt x="2802" y="1045"/>
                  </a:cubicBezTo>
                  <a:lnTo>
                    <a:pt x="2789" y="1045"/>
                  </a:lnTo>
                  <a:cubicBezTo>
                    <a:pt x="1931" y="1045"/>
                    <a:pt x="1230" y="1688"/>
                    <a:pt x="1131" y="2517"/>
                  </a:cubicBezTo>
                  <a:cubicBezTo>
                    <a:pt x="487" y="2602"/>
                    <a:pt x="1" y="3160"/>
                    <a:pt x="30" y="3832"/>
                  </a:cubicBezTo>
                  <a:cubicBezTo>
                    <a:pt x="44" y="4518"/>
                    <a:pt x="630" y="5061"/>
                    <a:pt x="1331" y="5061"/>
                  </a:cubicBezTo>
                  <a:lnTo>
                    <a:pt x="8049" y="5061"/>
                  </a:lnTo>
                  <a:cubicBezTo>
                    <a:pt x="8748" y="5061"/>
                    <a:pt x="9320" y="4489"/>
                    <a:pt x="9320" y="3789"/>
                  </a:cubicBezTo>
                  <a:cubicBezTo>
                    <a:pt x="9320" y="3132"/>
                    <a:pt x="8834" y="2589"/>
                    <a:pt x="8205" y="2503"/>
                  </a:cubicBezTo>
                  <a:cubicBezTo>
                    <a:pt x="8106" y="1688"/>
                    <a:pt x="7405" y="1045"/>
                    <a:pt x="6562" y="1045"/>
                  </a:cubicBezTo>
                  <a:lnTo>
                    <a:pt x="6534" y="1045"/>
                  </a:lnTo>
                  <a:cubicBezTo>
                    <a:pt x="6362" y="759"/>
                    <a:pt x="6118" y="515"/>
                    <a:pt x="5847" y="344"/>
                  </a:cubicBezTo>
                  <a:cubicBezTo>
                    <a:pt x="5490" y="115"/>
                    <a:pt x="5089" y="1"/>
                    <a:pt x="4675" y="1"/>
                  </a:cubicBezTo>
                  <a:close/>
                </a:path>
              </a:pathLst>
            </a:custGeom>
            <a:solidFill>
              <a:srgbClr val="A2B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8">
              <a:extLst>
                <a:ext uri="{FF2B5EF4-FFF2-40B4-BE49-F238E27FC236}">
                  <a16:creationId xmlns:a16="http://schemas.microsoft.com/office/drawing/2014/main" id="{DA6515B4-433E-6853-C843-05E936F10724}"/>
                </a:ext>
              </a:extLst>
            </p:cNvPr>
            <p:cNvSpPr/>
            <p:nvPr/>
          </p:nvSpPr>
          <p:spPr>
            <a:xfrm>
              <a:off x="6219025" y="2347253"/>
              <a:ext cx="34070" cy="23103"/>
            </a:xfrm>
            <a:custGeom>
              <a:avLst/>
              <a:gdLst/>
              <a:ahLst/>
              <a:cxnLst/>
              <a:rect l="l" t="t" r="r" b="b"/>
              <a:pathLst>
                <a:path w="845" h="573" extrusionOk="0">
                  <a:moveTo>
                    <a:pt x="0" y="1"/>
                  </a:moveTo>
                  <a:lnTo>
                    <a:pt x="0" y="573"/>
                  </a:lnTo>
                  <a:lnTo>
                    <a:pt x="844" y="573"/>
                  </a:lnTo>
                  <a:lnTo>
                    <a:pt x="844" y="1"/>
                  </a:lnTo>
                  <a:close/>
                </a:path>
              </a:pathLst>
            </a:custGeom>
            <a:solidFill>
              <a:srgbClr val="774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8">
              <a:extLst>
                <a:ext uri="{FF2B5EF4-FFF2-40B4-BE49-F238E27FC236}">
                  <a16:creationId xmlns:a16="http://schemas.microsoft.com/office/drawing/2014/main" id="{FCD6F40B-E624-CB6B-AE9E-213E45232C2B}"/>
                </a:ext>
              </a:extLst>
            </p:cNvPr>
            <p:cNvSpPr/>
            <p:nvPr/>
          </p:nvSpPr>
          <p:spPr>
            <a:xfrm>
              <a:off x="6284704" y="2391604"/>
              <a:ext cx="34635" cy="23103"/>
            </a:xfrm>
            <a:custGeom>
              <a:avLst/>
              <a:gdLst/>
              <a:ahLst/>
              <a:cxnLst/>
              <a:rect l="l" t="t" r="r" b="b"/>
              <a:pathLst>
                <a:path w="859" h="573" extrusionOk="0">
                  <a:moveTo>
                    <a:pt x="1" y="1"/>
                  </a:moveTo>
                  <a:lnTo>
                    <a:pt x="1" y="573"/>
                  </a:lnTo>
                  <a:lnTo>
                    <a:pt x="858" y="573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774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8">
              <a:extLst>
                <a:ext uri="{FF2B5EF4-FFF2-40B4-BE49-F238E27FC236}">
                  <a16:creationId xmlns:a16="http://schemas.microsoft.com/office/drawing/2014/main" id="{24CD0FB9-27CD-C68C-A675-00E9AE7FFBE6}"/>
                </a:ext>
              </a:extLst>
            </p:cNvPr>
            <p:cNvSpPr/>
            <p:nvPr/>
          </p:nvSpPr>
          <p:spPr>
            <a:xfrm>
              <a:off x="6142943" y="2437729"/>
              <a:ext cx="253048" cy="23103"/>
            </a:xfrm>
            <a:custGeom>
              <a:avLst/>
              <a:gdLst/>
              <a:ahLst/>
              <a:cxnLst/>
              <a:rect l="l" t="t" r="r" b="b"/>
              <a:pathLst>
                <a:path w="6276" h="573" extrusionOk="0">
                  <a:moveTo>
                    <a:pt x="1" y="0"/>
                  </a:moveTo>
                  <a:lnTo>
                    <a:pt x="1" y="572"/>
                  </a:lnTo>
                  <a:lnTo>
                    <a:pt x="6276" y="572"/>
                  </a:lnTo>
                  <a:lnTo>
                    <a:pt x="6276" y="0"/>
                  </a:ln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0" name="Google Shape;960;p38">
            <a:extLst>
              <a:ext uri="{FF2B5EF4-FFF2-40B4-BE49-F238E27FC236}">
                <a16:creationId xmlns:a16="http://schemas.microsoft.com/office/drawing/2014/main" id="{7F226803-32EA-8325-38E0-1ADBA3AD5FD1}"/>
              </a:ext>
            </a:extLst>
          </p:cNvPr>
          <p:cNvGrpSpPr/>
          <p:nvPr/>
        </p:nvGrpSpPr>
        <p:grpSpPr>
          <a:xfrm>
            <a:off x="6903189" y="2196715"/>
            <a:ext cx="493630" cy="492962"/>
            <a:chOff x="7430405" y="2067722"/>
            <a:chExt cx="393644" cy="393111"/>
          </a:xfrm>
        </p:grpSpPr>
        <p:sp>
          <p:nvSpPr>
            <p:cNvPr id="961" name="Google Shape;961;p38">
              <a:extLst>
                <a:ext uri="{FF2B5EF4-FFF2-40B4-BE49-F238E27FC236}">
                  <a16:creationId xmlns:a16="http://schemas.microsoft.com/office/drawing/2014/main" id="{D7606685-8361-5F48-9DEB-954AB4DB4A4C}"/>
                </a:ext>
              </a:extLst>
            </p:cNvPr>
            <p:cNvSpPr/>
            <p:nvPr/>
          </p:nvSpPr>
          <p:spPr>
            <a:xfrm>
              <a:off x="7430405" y="2391604"/>
              <a:ext cx="393644" cy="69229"/>
            </a:xfrm>
            <a:custGeom>
              <a:avLst/>
              <a:gdLst/>
              <a:ahLst/>
              <a:cxnLst/>
              <a:rect l="l" t="t" r="r" b="b"/>
              <a:pathLst>
                <a:path w="9763" h="1717" extrusionOk="0">
                  <a:moveTo>
                    <a:pt x="0" y="1"/>
                  </a:moveTo>
                  <a:lnTo>
                    <a:pt x="0" y="1716"/>
                  </a:lnTo>
                  <a:lnTo>
                    <a:pt x="9763" y="1716"/>
                  </a:lnTo>
                  <a:lnTo>
                    <a:pt x="9763" y="1"/>
                  </a:ln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8">
              <a:extLst>
                <a:ext uri="{FF2B5EF4-FFF2-40B4-BE49-F238E27FC236}">
                  <a16:creationId xmlns:a16="http://schemas.microsoft.com/office/drawing/2014/main" id="{036B4035-B340-D7FF-2AF4-36166FB2EEE8}"/>
                </a:ext>
              </a:extLst>
            </p:cNvPr>
            <p:cNvSpPr/>
            <p:nvPr/>
          </p:nvSpPr>
          <p:spPr>
            <a:xfrm>
              <a:off x="7430405" y="2171463"/>
              <a:ext cx="139507" cy="153337"/>
            </a:xfrm>
            <a:custGeom>
              <a:avLst/>
              <a:gdLst/>
              <a:ahLst/>
              <a:cxnLst/>
              <a:rect l="l" t="t" r="r" b="b"/>
              <a:pathLst>
                <a:path w="3460" h="3803" extrusionOk="0">
                  <a:moveTo>
                    <a:pt x="2045" y="1"/>
                  </a:moveTo>
                  <a:lnTo>
                    <a:pt x="0" y="2245"/>
                  </a:lnTo>
                  <a:lnTo>
                    <a:pt x="0" y="3803"/>
                  </a:lnTo>
                  <a:lnTo>
                    <a:pt x="1515" y="3803"/>
                  </a:lnTo>
                  <a:lnTo>
                    <a:pt x="3459" y="1559"/>
                  </a:lnTo>
                  <a:lnTo>
                    <a:pt x="2045" y="1"/>
                  </a:lnTo>
                  <a:close/>
                </a:path>
              </a:pathLst>
            </a:custGeom>
            <a:solidFill>
              <a:srgbClr val="A2B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8">
              <a:extLst>
                <a:ext uri="{FF2B5EF4-FFF2-40B4-BE49-F238E27FC236}">
                  <a16:creationId xmlns:a16="http://schemas.microsoft.com/office/drawing/2014/main" id="{8192AF0E-83AC-98AF-B21A-89E802051354}"/>
                </a:ext>
              </a:extLst>
            </p:cNvPr>
            <p:cNvSpPr/>
            <p:nvPr/>
          </p:nvSpPr>
          <p:spPr>
            <a:xfrm>
              <a:off x="7684534" y="2171463"/>
              <a:ext cx="139507" cy="153337"/>
            </a:xfrm>
            <a:custGeom>
              <a:avLst/>
              <a:gdLst/>
              <a:ahLst/>
              <a:cxnLst/>
              <a:rect l="l" t="t" r="r" b="b"/>
              <a:pathLst>
                <a:path w="3460" h="3803" extrusionOk="0">
                  <a:moveTo>
                    <a:pt x="1415" y="1"/>
                  </a:moveTo>
                  <a:lnTo>
                    <a:pt x="1" y="1559"/>
                  </a:lnTo>
                  <a:lnTo>
                    <a:pt x="1930" y="3803"/>
                  </a:lnTo>
                  <a:lnTo>
                    <a:pt x="3460" y="3803"/>
                  </a:lnTo>
                  <a:lnTo>
                    <a:pt x="3460" y="2245"/>
                  </a:lnTo>
                  <a:lnTo>
                    <a:pt x="1415" y="1"/>
                  </a:lnTo>
                  <a:close/>
                </a:path>
              </a:pathLst>
            </a:custGeom>
            <a:solidFill>
              <a:srgbClr val="A2B9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8">
              <a:extLst>
                <a:ext uri="{FF2B5EF4-FFF2-40B4-BE49-F238E27FC236}">
                  <a16:creationId xmlns:a16="http://schemas.microsoft.com/office/drawing/2014/main" id="{C98461D4-EC6C-2371-67B2-950EFFEFC322}"/>
                </a:ext>
              </a:extLst>
            </p:cNvPr>
            <p:cNvSpPr/>
            <p:nvPr/>
          </p:nvSpPr>
          <p:spPr>
            <a:xfrm>
              <a:off x="7567005" y="2131749"/>
              <a:ext cx="120436" cy="116444"/>
            </a:xfrm>
            <a:custGeom>
              <a:avLst/>
              <a:gdLst/>
              <a:ahLst/>
              <a:cxnLst/>
              <a:rect l="l" t="t" r="r" b="b"/>
              <a:pathLst>
                <a:path w="2987" h="2888" extrusionOk="0">
                  <a:moveTo>
                    <a:pt x="1487" y="0"/>
                  </a:moveTo>
                  <a:lnTo>
                    <a:pt x="0" y="1729"/>
                  </a:lnTo>
                  <a:lnTo>
                    <a:pt x="1487" y="2887"/>
                  </a:lnTo>
                  <a:lnTo>
                    <a:pt x="2987" y="1744"/>
                  </a:lnTo>
                  <a:lnTo>
                    <a:pt x="14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8">
              <a:extLst>
                <a:ext uri="{FF2B5EF4-FFF2-40B4-BE49-F238E27FC236}">
                  <a16:creationId xmlns:a16="http://schemas.microsoft.com/office/drawing/2014/main" id="{A209B14D-9EE0-1DF1-2D24-504F29B1509B}"/>
                </a:ext>
              </a:extLst>
            </p:cNvPr>
            <p:cNvSpPr/>
            <p:nvPr/>
          </p:nvSpPr>
          <p:spPr>
            <a:xfrm>
              <a:off x="7461490" y="2183599"/>
              <a:ext cx="331471" cy="141201"/>
            </a:xfrm>
            <a:custGeom>
              <a:avLst/>
              <a:gdLst/>
              <a:ahLst/>
              <a:cxnLst/>
              <a:rect l="l" t="t" r="r" b="b"/>
              <a:pathLst>
                <a:path w="8221" h="3502" extrusionOk="0">
                  <a:moveTo>
                    <a:pt x="3002" y="0"/>
                  </a:moveTo>
                  <a:lnTo>
                    <a:pt x="1" y="3502"/>
                  </a:lnTo>
                  <a:lnTo>
                    <a:pt x="8220" y="3502"/>
                  </a:lnTo>
                  <a:lnTo>
                    <a:pt x="5232" y="29"/>
                  </a:lnTo>
                  <a:lnTo>
                    <a:pt x="4104" y="887"/>
                  </a:lnTo>
                  <a:lnTo>
                    <a:pt x="3002" y="0"/>
                  </a:lnTo>
                  <a:close/>
                </a:path>
              </a:pathLst>
            </a:custGeom>
            <a:solidFill>
              <a:srgbClr val="536A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8">
              <a:extLst>
                <a:ext uri="{FF2B5EF4-FFF2-40B4-BE49-F238E27FC236}">
                  <a16:creationId xmlns:a16="http://schemas.microsoft.com/office/drawing/2014/main" id="{F7D37CB3-B26D-52BC-EFB4-DFD7F019AB12}"/>
                </a:ext>
              </a:extLst>
            </p:cNvPr>
            <p:cNvSpPr/>
            <p:nvPr/>
          </p:nvSpPr>
          <p:spPr>
            <a:xfrm>
              <a:off x="7430405" y="2301733"/>
              <a:ext cx="393644" cy="112977"/>
            </a:xfrm>
            <a:custGeom>
              <a:avLst/>
              <a:gdLst/>
              <a:ahLst/>
              <a:cxnLst/>
              <a:rect l="l" t="t" r="r" b="b"/>
              <a:pathLst>
                <a:path w="9763" h="2802" extrusionOk="0">
                  <a:moveTo>
                    <a:pt x="0" y="0"/>
                  </a:moveTo>
                  <a:lnTo>
                    <a:pt x="0" y="2802"/>
                  </a:lnTo>
                  <a:lnTo>
                    <a:pt x="9763" y="2802"/>
                  </a:lnTo>
                  <a:lnTo>
                    <a:pt x="9763" y="0"/>
                  </a:lnTo>
                  <a:close/>
                </a:path>
              </a:pathLst>
            </a:custGeom>
            <a:solidFill>
              <a:srgbClr val="2A56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8">
              <a:extLst>
                <a:ext uri="{FF2B5EF4-FFF2-40B4-BE49-F238E27FC236}">
                  <a16:creationId xmlns:a16="http://schemas.microsoft.com/office/drawing/2014/main" id="{EF760E16-39C9-E7C1-B7A8-C4C7290169A6}"/>
                </a:ext>
              </a:extLst>
            </p:cNvPr>
            <p:cNvSpPr/>
            <p:nvPr/>
          </p:nvSpPr>
          <p:spPr>
            <a:xfrm>
              <a:off x="7561239" y="2346648"/>
              <a:ext cx="102614" cy="23103"/>
            </a:xfrm>
            <a:custGeom>
              <a:avLst/>
              <a:gdLst/>
              <a:ahLst/>
              <a:cxnLst/>
              <a:rect l="l" t="t" r="r" b="b"/>
              <a:pathLst>
                <a:path w="2545" h="573" extrusionOk="0">
                  <a:moveTo>
                    <a:pt x="0" y="1"/>
                  </a:moveTo>
                  <a:lnTo>
                    <a:pt x="0" y="573"/>
                  </a:lnTo>
                  <a:lnTo>
                    <a:pt x="2544" y="573"/>
                  </a:lnTo>
                  <a:lnTo>
                    <a:pt x="2544" y="1"/>
                  </a:ln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8">
              <a:extLst>
                <a:ext uri="{FF2B5EF4-FFF2-40B4-BE49-F238E27FC236}">
                  <a16:creationId xmlns:a16="http://schemas.microsoft.com/office/drawing/2014/main" id="{2C0580F3-95B4-1F48-0065-5472FCB4738D}"/>
                </a:ext>
              </a:extLst>
            </p:cNvPr>
            <p:cNvSpPr/>
            <p:nvPr/>
          </p:nvSpPr>
          <p:spPr>
            <a:xfrm>
              <a:off x="7702396" y="2346648"/>
              <a:ext cx="23103" cy="23103"/>
            </a:xfrm>
            <a:custGeom>
              <a:avLst/>
              <a:gdLst/>
              <a:ahLst/>
              <a:cxnLst/>
              <a:rect l="l" t="t" r="r" b="b"/>
              <a:pathLst>
                <a:path w="573" h="573" extrusionOk="0">
                  <a:moveTo>
                    <a:pt x="1" y="1"/>
                  </a:moveTo>
                  <a:lnTo>
                    <a:pt x="1" y="573"/>
                  </a:lnTo>
                  <a:lnTo>
                    <a:pt x="572" y="573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8">
              <a:extLst>
                <a:ext uri="{FF2B5EF4-FFF2-40B4-BE49-F238E27FC236}">
                  <a16:creationId xmlns:a16="http://schemas.microsoft.com/office/drawing/2014/main" id="{081AA814-18CA-17E0-249A-10DC83A3586A}"/>
                </a:ext>
              </a:extLst>
            </p:cNvPr>
            <p:cNvSpPr/>
            <p:nvPr/>
          </p:nvSpPr>
          <p:spPr>
            <a:xfrm>
              <a:off x="7748480" y="2346648"/>
              <a:ext cx="23103" cy="23103"/>
            </a:xfrm>
            <a:custGeom>
              <a:avLst/>
              <a:gdLst/>
              <a:ahLst/>
              <a:cxnLst/>
              <a:rect l="l" t="t" r="r" b="b"/>
              <a:pathLst>
                <a:path w="573" h="573" extrusionOk="0">
                  <a:moveTo>
                    <a:pt x="1" y="1"/>
                  </a:moveTo>
                  <a:lnTo>
                    <a:pt x="1" y="573"/>
                  </a:lnTo>
                  <a:lnTo>
                    <a:pt x="573" y="573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8">
              <a:extLst>
                <a:ext uri="{FF2B5EF4-FFF2-40B4-BE49-F238E27FC236}">
                  <a16:creationId xmlns:a16="http://schemas.microsoft.com/office/drawing/2014/main" id="{53716FE0-0BED-F434-B6C1-6B5801CAF1F0}"/>
                </a:ext>
              </a:extLst>
            </p:cNvPr>
            <p:cNvSpPr/>
            <p:nvPr/>
          </p:nvSpPr>
          <p:spPr>
            <a:xfrm>
              <a:off x="7496689" y="2346648"/>
              <a:ext cx="41530" cy="23103"/>
            </a:xfrm>
            <a:custGeom>
              <a:avLst/>
              <a:gdLst/>
              <a:ahLst/>
              <a:cxnLst/>
              <a:rect l="l" t="t" r="r" b="b"/>
              <a:pathLst>
                <a:path w="1030" h="573" extrusionOk="0">
                  <a:moveTo>
                    <a:pt x="0" y="1"/>
                  </a:moveTo>
                  <a:lnTo>
                    <a:pt x="0" y="573"/>
                  </a:lnTo>
                  <a:lnTo>
                    <a:pt x="1029" y="573"/>
                  </a:lnTo>
                  <a:lnTo>
                    <a:pt x="1029" y="1"/>
                  </a:ln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8">
              <a:extLst>
                <a:ext uri="{FF2B5EF4-FFF2-40B4-BE49-F238E27FC236}">
                  <a16:creationId xmlns:a16="http://schemas.microsoft.com/office/drawing/2014/main" id="{D3F6C6FC-1EEC-B80E-0699-DA6B9D4B6E8A}"/>
                </a:ext>
              </a:extLst>
            </p:cNvPr>
            <p:cNvSpPr/>
            <p:nvPr/>
          </p:nvSpPr>
          <p:spPr>
            <a:xfrm>
              <a:off x="7473022" y="2067722"/>
              <a:ext cx="79027" cy="79027"/>
            </a:xfrm>
            <a:custGeom>
              <a:avLst/>
              <a:gdLst/>
              <a:ahLst/>
              <a:cxnLst/>
              <a:rect l="l" t="t" r="r" b="b"/>
              <a:pathLst>
                <a:path w="1960" h="1960" extrusionOk="0">
                  <a:moveTo>
                    <a:pt x="988" y="1"/>
                  </a:moveTo>
                  <a:cubicBezTo>
                    <a:pt x="444" y="1"/>
                    <a:pt x="1" y="430"/>
                    <a:pt x="1" y="973"/>
                  </a:cubicBezTo>
                  <a:cubicBezTo>
                    <a:pt x="1" y="1516"/>
                    <a:pt x="444" y="1960"/>
                    <a:pt x="988" y="1960"/>
                  </a:cubicBezTo>
                  <a:cubicBezTo>
                    <a:pt x="1531" y="1960"/>
                    <a:pt x="1960" y="1516"/>
                    <a:pt x="1960" y="973"/>
                  </a:cubicBezTo>
                  <a:cubicBezTo>
                    <a:pt x="1960" y="430"/>
                    <a:pt x="1531" y="1"/>
                    <a:pt x="988" y="1"/>
                  </a:cubicBezTo>
                  <a:close/>
                </a:path>
              </a:pathLst>
            </a:custGeom>
            <a:solidFill>
              <a:srgbClr val="FFCC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2" name="Google Shape;972;p38">
            <a:extLst>
              <a:ext uri="{FF2B5EF4-FFF2-40B4-BE49-F238E27FC236}">
                <a16:creationId xmlns:a16="http://schemas.microsoft.com/office/drawing/2014/main" id="{D5937485-6390-0E9C-120E-EC4CDE254F3F}"/>
              </a:ext>
            </a:extLst>
          </p:cNvPr>
          <p:cNvGrpSpPr/>
          <p:nvPr/>
        </p:nvGrpSpPr>
        <p:grpSpPr>
          <a:xfrm>
            <a:off x="4325214" y="2196738"/>
            <a:ext cx="493622" cy="492915"/>
            <a:chOff x="7430405" y="4209866"/>
            <a:chExt cx="393638" cy="393074"/>
          </a:xfrm>
        </p:grpSpPr>
        <p:sp>
          <p:nvSpPr>
            <p:cNvPr id="973" name="Google Shape;973;p38">
              <a:extLst>
                <a:ext uri="{FF2B5EF4-FFF2-40B4-BE49-F238E27FC236}">
                  <a16:creationId xmlns:a16="http://schemas.microsoft.com/office/drawing/2014/main" id="{9816F957-F75F-75C2-84BC-EAD9BE6B681D}"/>
                </a:ext>
              </a:extLst>
            </p:cNvPr>
            <p:cNvSpPr/>
            <p:nvPr/>
          </p:nvSpPr>
          <p:spPr>
            <a:xfrm>
              <a:off x="7637845" y="4209866"/>
              <a:ext cx="186198" cy="240912"/>
            </a:xfrm>
            <a:custGeom>
              <a:avLst/>
              <a:gdLst/>
              <a:ahLst/>
              <a:cxnLst/>
              <a:rect l="l" t="t" r="r" b="b"/>
              <a:pathLst>
                <a:path w="4618" h="5975" extrusionOk="0">
                  <a:moveTo>
                    <a:pt x="2230" y="0"/>
                  </a:moveTo>
                  <a:cubicBezTo>
                    <a:pt x="1001" y="0"/>
                    <a:pt x="1" y="986"/>
                    <a:pt x="1" y="2215"/>
                  </a:cubicBezTo>
                  <a:lnTo>
                    <a:pt x="1" y="5975"/>
                  </a:lnTo>
                  <a:lnTo>
                    <a:pt x="2388" y="5975"/>
                  </a:lnTo>
                  <a:cubicBezTo>
                    <a:pt x="3617" y="5975"/>
                    <a:pt x="4618" y="4988"/>
                    <a:pt x="4618" y="3759"/>
                  </a:cubicBezTo>
                  <a:lnTo>
                    <a:pt x="4618" y="0"/>
                  </a:ln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8">
              <a:extLst>
                <a:ext uri="{FF2B5EF4-FFF2-40B4-BE49-F238E27FC236}">
                  <a16:creationId xmlns:a16="http://schemas.microsoft.com/office/drawing/2014/main" id="{713FCF4F-A4C6-C971-A3C9-45AEA574F4E6}"/>
                </a:ext>
              </a:extLst>
            </p:cNvPr>
            <p:cNvSpPr/>
            <p:nvPr/>
          </p:nvSpPr>
          <p:spPr>
            <a:xfrm>
              <a:off x="7649376" y="4439241"/>
              <a:ext cx="118742" cy="117613"/>
            </a:xfrm>
            <a:custGeom>
              <a:avLst/>
              <a:gdLst/>
              <a:ahLst/>
              <a:cxnLst/>
              <a:rect l="l" t="t" r="r" b="b"/>
              <a:pathLst>
                <a:path w="2945" h="2917" extrusionOk="0">
                  <a:moveTo>
                    <a:pt x="1" y="0"/>
                  </a:moveTo>
                  <a:lnTo>
                    <a:pt x="1" y="1443"/>
                  </a:lnTo>
                  <a:cubicBezTo>
                    <a:pt x="1" y="2230"/>
                    <a:pt x="616" y="2887"/>
                    <a:pt x="1401" y="2916"/>
                  </a:cubicBezTo>
                  <a:cubicBezTo>
                    <a:pt x="1418" y="2916"/>
                    <a:pt x="1435" y="2917"/>
                    <a:pt x="1452" y="2917"/>
                  </a:cubicBezTo>
                  <a:cubicBezTo>
                    <a:pt x="2273" y="2917"/>
                    <a:pt x="2944" y="2241"/>
                    <a:pt x="2916" y="1401"/>
                  </a:cubicBezTo>
                  <a:cubicBezTo>
                    <a:pt x="2888" y="614"/>
                    <a:pt x="2230" y="0"/>
                    <a:pt x="1445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8">
              <a:extLst>
                <a:ext uri="{FF2B5EF4-FFF2-40B4-BE49-F238E27FC236}">
                  <a16:creationId xmlns:a16="http://schemas.microsoft.com/office/drawing/2014/main" id="{D813007B-BEE3-9DCF-8FAC-3F14806FC74B}"/>
                </a:ext>
              </a:extLst>
            </p:cNvPr>
            <p:cNvSpPr/>
            <p:nvPr/>
          </p:nvSpPr>
          <p:spPr>
            <a:xfrm>
              <a:off x="7649376" y="4439241"/>
              <a:ext cx="118742" cy="117613"/>
            </a:xfrm>
            <a:custGeom>
              <a:avLst/>
              <a:gdLst/>
              <a:ahLst/>
              <a:cxnLst/>
              <a:rect l="l" t="t" r="r" b="b"/>
              <a:pathLst>
                <a:path w="2945" h="2917" extrusionOk="0">
                  <a:moveTo>
                    <a:pt x="1" y="0"/>
                  </a:moveTo>
                  <a:lnTo>
                    <a:pt x="1" y="1443"/>
                  </a:lnTo>
                  <a:cubicBezTo>
                    <a:pt x="1" y="2230"/>
                    <a:pt x="616" y="2887"/>
                    <a:pt x="1401" y="2916"/>
                  </a:cubicBezTo>
                  <a:cubicBezTo>
                    <a:pt x="1418" y="2916"/>
                    <a:pt x="1435" y="2917"/>
                    <a:pt x="1452" y="2917"/>
                  </a:cubicBezTo>
                  <a:cubicBezTo>
                    <a:pt x="2273" y="2917"/>
                    <a:pt x="2944" y="2241"/>
                    <a:pt x="2916" y="1401"/>
                  </a:cubicBezTo>
                  <a:cubicBezTo>
                    <a:pt x="2888" y="614"/>
                    <a:pt x="2230" y="0"/>
                    <a:pt x="1445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8">
              <a:extLst>
                <a:ext uri="{FF2B5EF4-FFF2-40B4-BE49-F238E27FC236}">
                  <a16:creationId xmlns:a16="http://schemas.microsoft.com/office/drawing/2014/main" id="{45C1BEDA-02F7-17B0-7E5D-E83A90B44FF1}"/>
                </a:ext>
              </a:extLst>
            </p:cNvPr>
            <p:cNvSpPr/>
            <p:nvPr/>
          </p:nvSpPr>
          <p:spPr>
            <a:xfrm>
              <a:off x="7638450" y="4427710"/>
              <a:ext cx="140676" cy="175231"/>
            </a:xfrm>
            <a:custGeom>
              <a:avLst/>
              <a:gdLst/>
              <a:ahLst/>
              <a:cxnLst/>
              <a:rect l="l" t="t" r="r" b="b"/>
              <a:pathLst>
                <a:path w="3489" h="4346" extrusionOk="0">
                  <a:moveTo>
                    <a:pt x="1716" y="572"/>
                  </a:moveTo>
                  <a:cubicBezTo>
                    <a:pt x="2330" y="572"/>
                    <a:pt x="2859" y="1043"/>
                    <a:pt x="2902" y="1672"/>
                  </a:cubicBezTo>
                  <a:cubicBezTo>
                    <a:pt x="2943" y="2349"/>
                    <a:pt x="2398" y="2918"/>
                    <a:pt x="1716" y="2918"/>
                  </a:cubicBezTo>
                  <a:cubicBezTo>
                    <a:pt x="1692" y="2918"/>
                    <a:pt x="1668" y="2917"/>
                    <a:pt x="1644" y="2916"/>
                  </a:cubicBezTo>
                  <a:cubicBezTo>
                    <a:pt x="1030" y="2873"/>
                    <a:pt x="557" y="2344"/>
                    <a:pt x="557" y="1729"/>
                  </a:cubicBezTo>
                  <a:lnTo>
                    <a:pt x="557" y="572"/>
                  </a:lnTo>
                  <a:close/>
                  <a:moveTo>
                    <a:pt x="1" y="0"/>
                  </a:moveTo>
                  <a:lnTo>
                    <a:pt x="1" y="1744"/>
                  </a:lnTo>
                  <a:cubicBezTo>
                    <a:pt x="1" y="2615"/>
                    <a:pt x="629" y="3330"/>
                    <a:pt x="1458" y="3459"/>
                  </a:cubicBezTo>
                  <a:lnTo>
                    <a:pt x="1458" y="4345"/>
                  </a:lnTo>
                  <a:lnTo>
                    <a:pt x="2030" y="4345"/>
                  </a:lnTo>
                  <a:lnTo>
                    <a:pt x="2030" y="3459"/>
                  </a:lnTo>
                  <a:cubicBezTo>
                    <a:pt x="2844" y="3330"/>
                    <a:pt x="3473" y="2615"/>
                    <a:pt x="3488" y="1758"/>
                  </a:cubicBezTo>
                  <a:cubicBezTo>
                    <a:pt x="3488" y="801"/>
                    <a:pt x="2688" y="0"/>
                    <a:pt x="1716" y="0"/>
                  </a:cubicBezTo>
                  <a:close/>
                </a:path>
              </a:pathLst>
            </a:custGeom>
            <a:solidFill>
              <a:srgbClr val="FF7C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8">
              <a:extLst>
                <a:ext uri="{FF2B5EF4-FFF2-40B4-BE49-F238E27FC236}">
                  <a16:creationId xmlns:a16="http://schemas.microsoft.com/office/drawing/2014/main" id="{64CCA454-A578-858B-F251-7E0ADD517B75}"/>
                </a:ext>
              </a:extLst>
            </p:cNvPr>
            <p:cNvSpPr/>
            <p:nvPr/>
          </p:nvSpPr>
          <p:spPr>
            <a:xfrm>
              <a:off x="7638450" y="4427710"/>
              <a:ext cx="140676" cy="175231"/>
            </a:xfrm>
            <a:custGeom>
              <a:avLst/>
              <a:gdLst/>
              <a:ahLst/>
              <a:cxnLst/>
              <a:rect l="l" t="t" r="r" b="b"/>
              <a:pathLst>
                <a:path w="3489" h="4346" extrusionOk="0">
                  <a:moveTo>
                    <a:pt x="1716" y="572"/>
                  </a:moveTo>
                  <a:cubicBezTo>
                    <a:pt x="2330" y="572"/>
                    <a:pt x="2859" y="1043"/>
                    <a:pt x="2902" y="1672"/>
                  </a:cubicBezTo>
                  <a:cubicBezTo>
                    <a:pt x="2943" y="2349"/>
                    <a:pt x="2398" y="2918"/>
                    <a:pt x="1716" y="2918"/>
                  </a:cubicBezTo>
                  <a:cubicBezTo>
                    <a:pt x="1692" y="2918"/>
                    <a:pt x="1668" y="2917"/>
                    <a:pt x="1644" y="2916"/>
                  </a:cubicBezTo>
                  <a:cubicBezTo>
                    <a:pt x="1030" y="2873"/>
                    <a:pt x="557" y="2344"/>
                    <a:pt x="557" y="1729"/>
                  </a:cubicBezTo>
                  <a:lnTo>
                    <a:pt x="557" y="572"/>
                  </a:lnTo>
                  <a:close/>
                  <a:moveTo>
                    <a:pt x="1" y="0"/>
                  </a:moveTo>
                  <a:lnTo>
                    <a:pt x="1" y="1744"/>
                  </a:lnTo>
                  <a:cubicBezTo>
                    <a:pt x="1" y="2615"/>
                    <a:pt x="629" y="3330"/>
                    <a:pt x="1458" y="3459"/>
                  </a:cubicBezTo>
                  <a:lnTo>
                    <a:pt x="1458" y="4345"/>
                  </a:lnTo>
                  <a:lnTo>
                    <a:pt x="2030" y="4345"/>
                  </a:lnTo>
                  <a:lnTo>
                    <a:pt x="2030" y="3459"/>
                  </a:lnTo>
                  <a:cubicBezTo>
                    <a:pt x="2844" y="3330"/>
                    <a:pt x="3473" y="2615"/>
                    <a:pt x="3488" y="1758"/>
                  </a:cubicBezTo>
                  <a:cubicBezTo>
                    <a:pt x="3488" y="801"/>
                    <a:pt x="2688" y="0"/>
                    <a:pt x="1716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8">
              <a:extLst>
                <a:ext uri="{FF2B5EF4-FFF2-40B4-BE49-F238E27FC236}">
                  <a16:creationId xmlns:a16="http://schemas.microsoft.com/office/drawing/2014/main" id="{DA08069A-96C4-48EA-E813-03E6E04C1BD8}"/>
                </a:ext>
              </a:extLst>
            </p:cNvPr>
            <p:cNvSpPr/>
            <p:nvPr/>
          </p:nvSpPr>
          <p:spPr>
            <a:xfrm>
              <a:off x="7688566" y="4260588"/>
              <a:ext cx="84793" cy="139507"/>
            </a:xfrm>
            <a:custGeom>
              <a:avLst/>
              <a:gdLst/>
              <a:ahLst/>
              <a:cxnLst/>
              <a:rect l="l" t="t" r="r" b="b"/>
              <a:pathLst>
                <a:path w="2103" h="3460" extrusionOk="0">
                  <a:moveTo>
                    <a:pt x="1201" y="0"/>
                  </a:moveTo>
                  <a:cubicBezTo>
                    <a:pt x="530" y="0"/>
                    <a:pt x="0" y="528"/>
                    <a:pt x="0" y="1186"/>
                  </a:cubicBezTo>
                  <a:lnTo>
                    <a:pt x="0" y="3459"/>
                  </a:lnTo>
                  <a:lnTo>
                    <a:pt x="902" y="3459"/>
                  </a:lnTo>
                  <a:cubicBezTo>
                    <a:pt x="1559" y="3459"/>
                    <a:pt x="2102" y="2930"/>
                    <a:pt x="2102" y="2272"/>
                  </a:cubicBezTo>
                  <a:lnTo>
                    <a:pt x="2102" y="0"/>
                  </a:lnTo>
                  <a:close/>
                </a:path>
              </a:pathLst>
            </a:custGeom>
            <a:solidFill>
              <a:srgbClr val="D875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8">
              <a:extLst>
                <a:ext uri="{FF2B5EF4-FFF2-40B4-BE49-F238E27FC236}">
                  <a16:creationId xmlns:a16="http://schemas.microsoft.com/office/drawing/2014/main" id="{62B49877-DB9E-69D1-672A-FAFF85F42322}"/>
                </a:ext>
              </a:extLst>
            </p:cNvPr>
            <p:cNvSpPr/>
            <p:nvPr/>
          </p:nvSpPr>
          <p:spPr>
            <a:xfrm>
              <a:off x="7430405" y="4209866"/>
              <a:ext cx="186198" cy="240912"/>
            </a:xfrm>
            <a:custGeom>
              <a:avLst/>
              <a:gdLst/>
              <a:ahLst/>
              <a:cxnLst/>
              <a:rect l="l" t="t" r="r" b="b"/>
              <a:pathLst>
                <a:path w="4618" h="5975" extrusionOk="0">
                  <a:moveTo>
                    <a:pt x="0" y="0"/>
                  </a:moveTo>
                  <a:lnTo>
                    <a:pt x="0" y="3759"/>
                  </a:lnTo>
                  <a:cubicBezTo>
                    <a:pt x="0" y="4988"/>
                    <a:pt x="1001" y="5975"/>
                    <a:pt x="2230" y="5975"/>
                  </a:cubicBezTo>
                  <a:lnTo>
                    <a:pt x="4617" y="5975"/>
                  </a:lnTo>
                  <a:lnTo>
                    <a:pt x="4617" y="2230"/>
                  </a:lnTo>
                  <a:cubicBezTo>
                    <a:pt x="4617" y="1001"/>
                    <a:pt x="3617" y="0"/>
                    <a:pt x="2388" y="0"/>
                  </a:cubicBez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8">
              <a:extLst>
                <a:ext uri="{FF2B5EF4-FFF2-40B4-BE49-F238E27FC236}">
                  <a16:creationId xmlns:a16="http://schemas.microsoft.com/office/drawing/2014/main" id="{A095A413-1C31-5628-4DDD-8F46E11DFEB9}"/>
                </a:ext>
              </a:extLst>
            </p:cNvPr>
            <p:cNvSpPr/>
            <p:nvPr/>
          </p:nvSpPr>
          <p:spPr>
            <a:xfrm>
              <a:off x="7486327" y="4439241"/>
              <a:ext cx="118742" cy="117573"/>
            </a:xfrm>
            <a:custGeom>
              <a:avLst/>
              <a:gdLst/>
              <a:ahLst/>
              <a:cxnLst/>
              <a:rect l="l" t="t" r="r" b="b"/>
              <a:pathLst>
                <a:path w="2945" h="2916" extrusionOk="0">
                  <a:moveTo>
                    <a:pt x="1500" y="0"/>
                  </a:moveTo>
                  <a:cubicBezTo>
                    <a:pt x="715" y="0"/>
                    <a:pt x="57" y="629"/>
                    <a:pt x="29" y="1414"/>
                  </a:cubicBezTo>
                  <a:cubicBezTo>
                    <a:pt x="0" y="2244"/>
                    <a:pt x="658" y="2916"/>
                    <a:pt x="1487" y="2916"/>
                  </a:cubicBezTo>
                  <a:cubicBezTo>
                    <a:pt x="2287" y="2916"/>
                    <a:pt x="2945" y="2272"/>
                    <a:pt x="2945" y="1458"/>
                  </a:cubicBezTo>
                  <a:lnTo>
                    <a:pt x="2945" y="0"/>
                  </a:lnTo>
                  <a:close/>
                </a:path>
              </a:pathLst>
            </a:custGeom>
            <a:solidFill>
              <a:srgbClr val="9A80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8">
              <a:extLst>
                <a:ext uri="{FF2B5EF4-FFF2-40B4-BE49-F238E27FC236}">
                  <a16:creationId xmlns:a16="http://schemas.microsoft.com/office/drawing/2014/main" id="{5540285F-4422-0EA6-4646-FB9A837DE07B}"/>
                </a:ext>
              </a:extLst>
            </p:cNvPr>
            <p:cNvSpPr/>
            <p:nvPr/>
          </p:nvSpPr>
          <p:spPr>
            <a:xfrm>
              <a:off x="7475320" y="4427710"/>
              <a:ext cx="140112" cy="175231"/>
            </a:xfrm>
            <a:custGeom>
              <a:avLst/>
              <a:gdLst/>
              <a:ahLst/>
              <a:cxnLst/>
              <a:rect l="l" t="t" r="r" b="b"/>
              <a:pathLst>
                <a:path w="3475" h="4346" extrusionOk="0">
                  <a:moveTo>
                    <a:pt x="2932" y="572"/>
                  </a:moveTo>
                  <a:lnTo>
                    <a:pt x="2932" y="1744"/>
                  </a:lnTo>
                  <a:cubicBezTo>
                    <a:pt x="2932" y="2398"/>
                    <a:pt x="2402" y="2917"/>
                    <a:pt x="1754" y="2917"/>
                  </a:cubicBezTo>
                  <a:cubicBezTo>
                    <a:pt x="1737" y="2917"/>
                    <a:pt x="1720" y="2917"/>
                    <a:pt x="1702" y="2916"/>
                  </a:cubicBezTo>
                  <a:cubicBezTo>
                    <a:pt x="1102" y="2887"/>
                    <a:pt x="616" y="2401"/>
                    <a:pt x="588" y="1801"/>
                  </a:cubicBezTo>
                  <a:cubicBezTo>
                    <a:pt x="559" y="1129"/>
                    <a:pt x="1087" y="572"/>
                    <a:pt x="1760" y="572"/>
                  </a:cubicBezTo>
                  <a:close/>
                  <a:moveTo>
                    <a:pt x="1773" y="0"/>
                  </a:moveTo>
                  <a:cubicBezTo>
                    <a:pt x="801" y="0"/>
                    <a:pt x="1" y="801"/>
                    <a:pt x="16" y="1758"/>
                  </a:cubicBezTo>
                  <a:cubicBezTo>
                    <a:pt x="16" y="2615"/>
                    <a:pt x="645" y="3330"/>
                    <a:pt x="1459" y="3459"/>
                  </a:cubicBezTo>
                  <a:lnTo>
                    <a:pt x="1459" y="4345"/>
                  </a:lnTo>
                  <a:lnTo>
                    <a:pt x="2031" y="4345"/>
                  </a:lnTo>
                  <a:lnTo>
                    <a:pt x="2031" y="3459"/>
                  </a:lnTo>
                  <a:cubicBezTo>
                    <a:pt x="2846" y="3330"/>
                    <a:pt x="3475" y="2615"/>
                    <a:pt x="3475" y="1744"/>
                  </a:cubicBezTo>
                  <a:lnTo>
                    <a:pt x="3475" y="0"/>
                  </a:ln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8">
              <a:extLst>
                <a:ext uri="{FF2B5EF4-FFF2-40B4-BE49-F238E27FC236}">
                  <a16:creationId xmlns:a16="http://schemas.microsoft.com/office/drawing/2014/main" id="{2FAF284D-90CE-4554-1738-2DE8CD477A53}"/>
                </a:ext>
              </a:extLst>
            </p:cNvPr>
            <p:cNvSpPr/>
            <p:nvPr/>
          </p:nvSpPr>
          <p:spPr>
            <a:xfrm>
              <a:off x="7481085" y="4260588"/>
              <a:ext cx="84793" cy="139507"/>
            </a:xfrm>
            <a:custGeom>
              <a:avLst/>
              <a:gdLst/>
              <a:ahLst/>
              <a:cxnLst/>
              <a:rect l="l" t="t" r="r" b="b"/>
              <a:pathLst>
                <a:path w="2103" h="3460" extrusionOk="0">
                  <a:moveTo>
                    <a:pt x="1" y="0"/>
                  </a:moveTo>
                  <a:lnTo>
                    <a:pt x="1" y="2272"/>
                  </a:lnTo>
                  <a:cubicBezTo>
                    <a:pt x="1" y="2930"/>
                    <a:pt x="530" y="3459"/>
                    <a:pt x="1201" y="3459"/>
                  </a:cubicBezTo>
                  <a:lnTo>
                    <a:pt x="2103" y="3459"/>
                  </a:lnTo>
                  <a:lnTo>
                    <a:pt x="2103" y="1186"/>
                  </a:lnTo>
                  <a:cubicBezTo>
                    <a:pt x="2103" y="528"/>
                    <a:pt x="1559" y="0"/>
                    <a:pt x="902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8">
              <a:extLst>
                <a:ext uri="{FF2B5EF4-FFF2-40B4-BE49-F238E27FC236}">
                  <a16:creationId xmlns:a16="http://schemas.microsoft.com/office/drawing/2014/main" id="{966EB87C-ABD4-337E-A293-3F4B28BDB065}"/>
                </a:ext>
              </a:extLst>
            </p:cNvPr>
            <p:cNvSpPr/>
            <p:nvPr/>
          </p:nvSpPr>
          <p:spPr>
            <a:xfrm>
              <a:off x="7688002" y="4477826"/>
              <a:ext cx="40925" cy="40360"/>
            </a:xfrm>
            <a:custGeom>
              <a:avLst/>
              <a:gdLst/>
              <a:ahLst/>
              <a:cxnLst/>
              <a:rect l="l" t="t" r="r" b="b"/>
              <a:pathLst>
                <a:path w="1015" h="1001" extrusionOk="0">
                  <a:moveTo>
                    <a:pt x="500" y="0"/>
                  </a:moveTo>
                  <a:cubicBezTo>
                    <a:pt x="229" y="0"/>
                    <a:pt x="1" y="229"/>
                    <a:pt x="1" y="501"/>
                  </a:cubicBezTo>
                  <a:cubicBezTo>
                    <a:pt x="1" y="772"/>
                    <a:pt x="229" y="1001"/>
                    <a:pt x="500" y="1001"/>
                  </a:cubicBezTo>
                  <a:cubicBezTo>
                    <a:pt x="786" y="1001"/>
                    <a:pt x="1015" y="772"/>
                    <a:pt x="1015" y="501"/>
                  </a:cubicBezTo>
                  <a:cubicBezTo>
                    <a:pt x="1015" y="229"/>
                    <a:pt x="786" y="0"/>
                    <a:pt x="500" y="0"/>
                  </a:cubicBezTo>
                  <a:close/>
                </a:path>
              </a:pathLst>
            </a:custGeom>
            <a:solidFill>
              <a:srgbClr val="FF7C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8">
              <a:extLst>
                <a:ext uri="{FF2B5EF4-FFF2-40B4-BE49-F238E27FC236}">
                  <a16:creationId xmlns:a16="http://schemas.microsoft.com/office/drawing/2014/main" id="{E0D48875-AFC1-2BE8-C7FF-8BA5AEA73F02}"/>
                </a:ext>
              </a:extLst>
            </p:cNvPr>
            <p:cNvSpPr/>
            <p:nvPr/>
          </p:nvSpPr>
          <p:spPr>
            <a:xfrm>
              <a:off x="7525517" y="4477826"/>
              <a:ext cx="40360" cy="40360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500" y="0"/>
                  </a:moveTo>
                  <a:cubicBezTo>
                    <a:pt x="229" y="0"/>
                    <a:pt x="0" y="229"/>
                    <a:pt x="0" y="501"/>
                  </a:cubicBezTo>
                  <a:cubicBezTo>
                    <a:pt x="0" y="772"/>
                    <a:pt x="229" y="1001"/>
                    <a:pt x="500" y="1001"/>
                  </a:cubicBezTo>
                  <a:cubicBezTo>
                    <a:pt x="786" y="1001"/>
                    <a:pt x="1001" y="772"/>
                    <a:pt x="1001" y="501"/>
                  </a:cubicBezTo>
                  <a:cubicBezTo>
                    <a:pt x="1001" y="229"/>
                    <a:pt x="786" y="0"/>
                    <a:pt x="500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8">
              <a:extLst>
                <a:ext uri="{FF2B5EF4-FFF2-40B4-BE49-F238E27FC236}">
                  <a16:creationId xmlns:a16="http://schemas.microsoft.com/office/drawing/2014/main" id="{5349280C-AF67-75B4-92A8-B4AB1E998041}"/>
                </a:ext>
              </a:extLst>
            </p:cNvPr>
            <p:cNvSpPr/>
            <p:nvPr/>
          </p:nvSpPr>
          <p:spPr>
            <a:xfrm>
              <a:off x="7603856" y="4293689"/>
              <a:ext cx="45562" cy="222204"/>
            </a:xfrm>
            <a:custGeom>
              <a:avLst/>
              <a:gdLst/>
              <a:ahLst/>
              <a:cxnLst/>
              <a:rect l="l" t="t" r="r" b="b"/>
              <a:pathLst>
                <a:path w="1130" h="5511" extrusionOk="0">
                  <a:moveTo>
                    <a:pt x="567" y="0"/>
                  </a:moveTo>
                  <a:cubicBezTo>
                    <a:pt x="536" y="0"/>
                    <a:pt x="504" y="3"/>
                    <a:pt x="472" y="8"/>
                  </a:cubicBezTo>
                  <a:cubicBezTo>
                    <a:pt x="201" y="50"/>
                    <a:pt x="1" y="294"/>
                    <a:pt x="1" y="580"/>
                  </a:cubicBezTo>
                  <a:lnTo>
                    <a:pt x="1" y="4954"/>
                  </a:lnTo>
                  <a:cubicBezTo>
                    <a:pt x="1" y="5253"/>
                    <a:pt x="258" y="5510"/>
                    <a:pt x="573" y="5510"/>
                  </a:cubicBezTo>
                  <a:cubicBezTo>
                    <a:pt x="872" y="5510"/>
                    <a:pt x="1130" y="5253"/>
                    <a:pt x="1130" y="4954"/>
                  </a:cubicBezTo>
                  <a:lnTo>
                    <a:pt x="1130" y="565"/>
                  </a:lnTo>
                  <a:cubicBezTo>
                    <a:pt x="1130" y="253"/>
                    <a:pt x="882" y="0"/>
                    <a:pt x="567" y="0"/>
                  </a:cubicBezTo>
                  <a:close/>
                </a:path>
              </a:pathLst>
            </a:custGeom>
            <a:solidFill>
              <a:srgbClr val="FFCC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8">
              <a:extLst>
                <a:ext uri="{FF2B5EF4-FFF2-40B4-BE49-F238E27FC236}">
                  <a16:creationId xmlns:a16="http://schemas.microsoft.com/office/drawing/2014/main" id="{885FBA7A-897D-F6BE-BE8F-AE5A72610D72}"/>
                </a:ext>
              </a:extLst>
            </p:cNvPr>
            <p:cNvSpPr/>
            <p:nvPr/>
          </p:nvSpPr>
          <p:spPr>
            <a:xfrm>
              <a:off x="7688566" y="4260588"/>
              <a:ext cx="84793" cy="139507"/>
            </a:xfrm>
            <a:custGeom>
              <a:avLst/>
              <a:gdLst/>
              <a:ahLst/>
              <a:cxnLst/>
              <a:rect l="l" t="t" r="r" b="b"/>
              <a:pathLst>
                <a:path w="2103" h="3460" extrusionOk="0">
                  <a:moveTo>
                    <a:pt x="1201" y="0"/>
                  </a:moveTo>
                  <a:cubicBezTo>
                    <a:pt x="530" y="0"/>
                    <a:pt x="0" y="528"/>
                    <a:pt x="0" y="1186"/>
                  </a:cubicBezTo>
                  <a:lnTo>
                    <a:pt x="0" y="3459"/>
                  </a:lnTo>
                  <a:lnTo>
                    <a:pt x="902" y="3459"/>
                  </a:lnTo>
                  <a:cubicBezTo>
                    <a:pt x="1559" y="3459"/>
                    <a:pt x="2102" y="2930"/>
                    <a:pt x="2102" y="2272"/>
                  </a:cubicBezTo>
                  <a:lnTo>
                    <a:pt x="2102" y="0"/>
                  </a:ln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8">
              <a:extLst>
                <a:ext uri="{FF2B5EF4-FFF2-40B4-BE49-F238E27FC236}">
                  <a16:creationId xmlns:a16="http://schemas.microsoft.com/office/drawing/2014/main" id="{DE1DCB16-63AE-D46E-EE73-5F8B5DE34DFB}"/>
                </a:ext>
              </a:extLst>
            </p:cNvPr>
            <p:cNvSpPr/>
            <p:nvPr/>
          </p:nvSpPr>
          <p:spPr>
            <a:xfrm>
              <a:off x="7688002" y="4477826"/>
              <a:ext cx="40925" cy="40360"/>
            </a:xfrm>
            <a:custGeom>
              <a:avLst/>
              <a:gdLst/>
              <a:ahLst/>
              <a:cxnLst/>
              <a:rect l="l" t="t" r="r" b="b"/>
              <a:pathLst>
                <a:path w="1015" h="1001" extrusionOk="0">
                  <a:moveTo>
                    <a:pt x="500" y="0"/>
                  </a:moveTo>
                  <a:cubicBezTo>
                    <a:pt x="229" y="0"/>
                    <a:pt x="1" y="229"/>
                    <a:pt x="1" y="501"/>
                  </a:cubicBezTo>
                  <a:cubicBezTo>
                    <a:pt x="1" y="772"/>
                    <a:pt x="229" y="1001"/>
                    <a:pt x="500" y="1001"/>
                  </a:cubicBezTo>
                  <a:cubicBezTo>
                    <a:pt x="786" y="1001"/>
                    <a:pt x="1015" y="772"/>
                    <a:pt x="1015" y="501"/>
                  </a:cubicBezTo>
                  <a:cubicBezTo>
                    <a:pt x="1015" y="229"/>
                    <a:pt x="786" y="0"/>
                    <a:pt x="500" y="0"/>
                  </a:cubicBezTo>
                  <a:close/>
                </a:path>
              </a:pathLst>
            </a:custGeom>
            <a:solidFill>
              <a:srgbClr val="FFA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253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4">
          <a:extLst>
            <a:ext uri="{FF2B5EF4-FFF2-40B4-BE49-F238E27FC236}">
              <a16:creationId xmlns:a16="http://schemas.microsoft.com/office/drawing/2014/main" id="{BB934723-B62D-683E-76AA-D75A8F446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Google Shape;1915;p61">
            <a:extLst>
              <a:ext uri="{FF2B5EF4-FFF2-40B4-BE49-F238E27FC236}">
                <a16:creationId xmlns:a16="http://schemas.microsoft.com/office/drawing/2014/main" id="{E5469639-4940-1576-81B3-46C2F2BB940B}"/>
              </a:ext>
            </a:extLst>
          </p:cNvPr>
          <p:cNvSpPr/>
          <p:nvPr/>
        </p:nvSpPr>
        <p:spPr>
          <a:xfrm>
            <a:off x="4167115" y="2566687"/>
            <a:ext cx="4068679" cy="457925"/>
          </a:xfrm>
          <a:custGeom>
            <a:avLst/>
            <a:gdLst/>
            <a:ahLst/>
            <a:cxnLst/>
            <a:rect l="l" t="t" r="r" b="b"/>
            <a:pathLst>
              <a:path w="244659" h="33733" extrusionOk="0">
                <a:moveTo>
                  <a:pt x="3896" y="4933"/>
                </a:moveTo>
                <a:lnTo>
                  <a:pt x="9611" y="0"/>
                </a:lnTo>
                <a:lnTo>
                  <a:pt x="97335" y="648"/>
                </a:lnTo>
                <a:lnTo>
                  <a:pt x="175247" y="1214"/>
                </a:lnTo>
                <a:lnTo>
                  <a:pt x="239843" y="931"/>
                </a:lnTo>
                <a:lnTo>
                  <a:pt x="244376" y="6881"/>
                </a:lnTo>
                <a:lnTo>
                  <a:pt x="244659" y="21330"/>
                </a:lnTo>
                <a:lnTo>
                  <a:pt x="240693" y="28979"/>
                </a:lnTo>
                <a:lnTo>
                  <a:pt x="235027" y="32946"/>
                </a:lnTo>
                <a:lnTo>
                  <a:pt x="164481" y="32946"/>
                </a:lnTo>
                <a:lnTo>
                  <a:pt x="91102" y="32662"/>
                </a:lnTo>
                <a:lnTo>
                  <a:pt x="11169" y="33733"/>
                </a:lnTo>
                <a:lnTo>
                  <a:pt x="2858" y="28482"/>
                </a:lnTo>
                <a:lnTo>
                  <a:pt x="0" y="13844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5400000" algn="bl" rotWithShape="0">
              <a:srgbClr val="9A80C1">
                <a:alpha val="8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916" name="Google Shape;1916;p61">
            <a:extLst>
              <a:ext uri="{FF2B5EF4-FFF2-40B4-BE49-F238E27FC236}">
                <a16:creationId xmlns:a16="http://schemas.microsoft.com/office/drawing/2014/main" id="{E5B6B808-6B29-6081-1C1B-D309BAAAF82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167114" y="1585487"/>
            <a:ext cx="4068679" cy="78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1917" name="Google Shape;1917;p61">
            <a:extLst>
              <a:ext uri="{FF2B5EF4-FFF2-40B4-BE49-F238E27FC236}">
                <a16:creationId xmlns:a16="http://schemas.microsoft.com/office/drawing/2014/main" id="{B8C769AB-2790-1522-DCC3-4254CCAD920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873390" y="2678362"/>
            <a:ext cx="4265100" cy="23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  <p:grpSp>
        <p:nvGrpSpPr>
          <p:cNvPr id="1936" name="Google Shape;1936;p61">
            <a:extLst>
              <a:ext uri="{FF2B5EF4-FFF2-40B4-BE49-F238E27FC236}">
                <a16:creationId xmlns:a16="http://schemas.microsoft.com/office/drawing/2014/main" id="{68B742FB-75C5-DF88-D496-BC84A71A6BB8}"/>
              </a:ext>
            </a:extLst>
          </p:cNvPr>
          <p:cNvGrpSpPr/>
          <p:nvPr/>
        </p:nvGrpSpPr>
        <p:grpSpPr>
          <a:xfrm>
            <a:off x="434090" y="1645244"/>
            <a:ext cx="3587230" cy="3115591"/>
            <a:chOff x="1340750" y="3084050"/>
            <a:chExt cx="994850" cy="864050"/>
          </a:xfrm>
        </p:grpSpPr>
        <p:sp>
          <p:nvSpPr>
            <p:cNvPr id="1937" name="Google Shape;1937;p61">
              <a:extLst>
                <a:ext uri="{FF2B5EF4-FFF2-40B4-BE49-F238E27FC236}">
                  <a16:creationId xmlns:a16="http://schemas.microsoft.com/office/drawing/2014/main" id="{5E19822C-85A5-DC8C-A1DA-C3CCAB56850F}"/>
                </a:ext>
              </a:extLst>
            </p:cNvPr>
            <p:cNvSpPr/>
            <p:nvPr/>
          </p:nvSpPr>
          <p:spPr>
            <a:xfrm>
              <a:off x="1487125" y="3677700"/>
              <a:ext cx="848475" cy="270400"/>
            </a:xfrm>
            <a:custGeom>
              <a:avLst/>
              <a:gdLst/>
              <a:ahLst/>
              <a:cxnLst/>
              <a:rect l="l" t="t" r="r" b="b"/>
              <a:pathLst>
                <a:path w="33939" h="10816" extrusionOk="0">
                  <a:moveTo>
                    <a:pt x="28874" y="0"/>
                  </a:moveTo>
                  <a:cubicBezTo>
                    <a:pt x="28493" y="0"/>
                    <a:pt x="28098" y="48"/>
                    <a:pt x="27739" y="85"/>
                  </a:cubicBezTo>
                  <a:lnTo>
                    <a:pt x="0" y="85"/>
                  </a:lnTo>
                  <a:lnTo>
                    <a:pt x="0" y="10816"/>
                  </a:lnTo>
                  <a:lnTo>
                    <a:pt x="30428" y="10816"/>
                  </a:lnTo>
                  <a:lnTo>
                    <a:pt x="30428" y="10505"/>
                  </a:lnTo>
                  <a:cubicBezTo>
                    <a:pt x="31216" y="10272"/>
                    <a:pt x="31961" y="9850"/>
                    <a:pt x="32627" y="9238"/>
                  </a:cubicBezTo>
                  <a:cubicBezTo>
                    <a:pt x="32705" y="9161"/>
                    <a:pt x="32793" y="9072"/>
                    <a:pt x="32805" y="8961"/>
                  </a:cubicBezTo>
                  <a:cubicBezTo>
                    <a:pt x="32826" y="8858"/>
                    <a:pt x="32751" y="8736"/>
                    <a:pt x="32652" y="8736"/>
                  </a:cubicBezTo>
                  <a:cubicBezTo>
                    <a:pt x="32644" y="8736"/>
                    <a:pt x="32636" y="8737"/>
                    <a:pt x="32627" y="8739"/>
                  </a:cubicBezTo>
                  <a:cubicBezTo>
                    <a:pt x="33260" y="8161"/>
                    <a:pt x="33682" y="7350"/>
                    <a:pt x="33783" y="6506"/>
                  </a:cubicBezTo>
                  <a:cubicBezTo>
                    <a:pt x="33793" y="6417"/>
                    <a:pt x="33793" y="6328"/>
                    <a:pt x="33749" y="6251"/>
                  </a:cubicBezTo>
                  <a:cubicBezTo>
                    <a:pt x="33725" y="6194"/>
                    <a:pt x="33665" y="6155"/>
                    <a:pt x="33605" y="6155"/>
                  </a:cubicBezTo>
                  <a:cubicBezTo>
                    <a:pt x="33582" y="6155"/>
                    <a:pt x="33559" y="6160"/>
                    <a:pt x="33538" y="6172"/>
                  </a:cubicBezTo>
                  <a:cubicBezTo>
                    <a:pt x="33738" y="5950"/>
                    <a:pt x="33838" y="5673"/>
                    <a:pt x="33882" y="5384"/>
                  </a:cubicBezTo>
                  <a:cubicBezTo>
                    <a:pt x="33938" y="5039"/>
                    <a:pt x="33916" y="4662"/>
                    <a:pt x="33860" y="4306"/>
                  </a:cubicBezTo>
                  <a:cubicBezTo>
                    <a:pt x="33738" y="3562"/>
                    <a:pt x="33527" y="2829"/>
                    <a:pt x="33316" y="2107"/>
                  </a:cubicBezTo>
                  <a:cubicBezTo>
                    <a:pt x="33272" y="1963"/>
                    <a:pt x="33216" y="1807"/>
                    <a:pt x="33094" y="1729"/>
                  </a:cubicBezTo>
                  <a:cubicBezTo>
                    <a:pt x="33065" y="1714"/>
                    <a:pt x="33032" y="1708"/>
                    <a:pt x="32998" y="1708"/>
                  </a:cubicBezTo>
                  <a:cubicBezTo>
                    <a:pt x="32877" y="1708"/>
                    <a:pt x="32748" y="1794"/>
                    <a:pt x="32783" y="1907"/>
                  </a:cubicBezTo>
                  <a:cubicBezTo>
                    <a:pt x="32361" y="1418"/>
                    <a:pt x="31916" y="918"/>
                    <a:pt x="31316" y="707"/>
                  </a:cubicBezTo>
                  <a:cubicBezTo>
                    <a:pt x="31016" y="607"/>
                    <a:pt x="30705" y="551"/>
                    <a:pt x="30428" y="418"/>
                  </a:cubicBezTo>
                  <a:lnTo>
                    <a:pt x="30428" y="85"/>
                  </a:lnTo>
                  <a:lnTo>
                    <a:pt x="29628" y="85"/>
                  </a:lnTo>
                  <a:cubicBezTo>
                    <a:pt x="29561" y="62"/>
                    <a:pt x="29483" y="52"/>
                    <a:pt x="29416" y="40"/>
                  </a:cubicBezTo>
                  <a:cubicBezTo>
                    <a:pt x="29242" y="11"/>
                    <a:pt x="29060" y="0"/>
                    <a:pt x="28874" y="0"/>
                  </a:cubicBezTo>
                  <a:close/>
                </a:path>
              </a:pathLst>
            </a:custGeom>
            <a:solidFill>
              <a:srgbClr val="0931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61">
              <a:extLst>
                <a:ext uri="{FF2B5EF4-FFF2-40B4-BE49-F238E27FC236}">
                  <a16:creationId xmlns:a16="http://schemas.microsoft.com/office/drawing/2014/main" id="{74ABECA6-8090-C43B-48BC-A7F8044CF00F}"/>
                </a:ext>
              </a:extLst>
            </p:cNvPr>
            <p:cNvSpPr/>
            <p:nvPr/>
          </p:nvSpPr>
          <p:spPr>
            <a:xfrm>
              <a:off x="1487125" y="3533450"/>
              <a:ext cx="837350" cy="251225"/>
            </a:xfrm>
            <a:custGeom>
              <a:avLst/>
              <a:gdLst/>
              <a:ahLst/>
              <a:cxnLst/>
              <a:rect l="l" t="t" r="r" b="b"/>
              <a:pathLst>
                <a:path w="33494" h="10049" extrusionOk="0">
                  <a:moveTo>
                    <a:pt x="27084" y="1"/>
                  </a:moveTo>
                  <a:cubicBezTo>
                    <a:pt x="26484" y="789"/>
                    <a:pt x="26062" y="1700"/>
                    <a:pt x="25851" y="2667"/>
                  </a:cubicBezTo>
                  <a:cubicBezTo>
                    <a:pt x="25806" y="2878"/>
                    <a:pt x="25762" y="3100"/>
                    <a:pt x="25607" y="3233"/>
                  </a:cubicBezTo>
                  <a:cubicBezTo>
                    <a:pt x="25506" y="3322"/>
                    <a:pt x="25384" y="3366"/>
                    <a:pt x="25262" y="3411"/>
                  </a:cubicBezTo>
                  <a:cubicBezTo>
                    <a:pt x="25195" y="3445"/>
                    <a:pt x="25128" y="3467"/>
                    <a:pt x="25051" y="3500"/>
                  </a:cubicBezTo>
                  <a:cubicBezTo>
                    <a:pt x="24829" y="3689"/>
                    <a:pt x="24585" y="3855"/>
                    <a:pt x="24395" y="4067"/>
                  </a:cubicBezTo>
                  <a:cubicBezTo>
                    <a:pt x="24051" y="4444"/>
                    <a:pt x="23551" y="5277"/>
                    <a:pt x="22963" y="5433"/>
                  </a:cubicBezTo>
                  <a:cubicBezTo>
                    <a:pt x="22232" y="5810"/>
                    <a:pt x="21490" y="5862"/>
                    <a:pt x="20716" y="5862"/>
                  </a:cubicBezTo>
                  <a:cubicBezTo>
                    <a:pt x="20419" y="5862"/>
                    <a:pt x="20116" y="5855"/>
                    <a:pt x="19808" y="5855"/>
                  </a:cubicBezTo>
                  <a:lnTo>
                    <a:pt x="0" y="5855"/>
                  </a:lnTo>
                  <a:lnTo>
                    <a:pt x="0" y="9921"/>
                  </a:lnTo>
                  <a:cubicBezTo>
                    <a:pt x="467" y="9943"/>
                    <a:pt x="945" y="9932"/>
                    <a:pt x="1400" y="9943"/>
                  </a:cubicBezTo>
                  <a:cubicBezTo>
                    <a:pt x="2289" y="9977"/>
                    <a:pt x="3189" y="9987"/>
                    <a:pt x="4078" y="9987"/>
                  </a:cubicBezTo>
                  <a:cubicBezTo>
                    <a:pt x="4811" y="9993"/>
                    <a:pt x="5544" y="9996"/>
                    <a:pt x="6277" y="9996"/>
                  </a:cubicBezTo>
                  <a:cubicBezTo>
                    <a:pt x="7010" y="9996"/>
                    <a:pt x="7744" y="9993"/>
                    <a:pt x="8477" y="9987"/>
                  </a:cubicBezTo>
                  <a:cubicBezTo>
                    <a:pt x="10143" y="9987"/>
                    <a:pt x="11820" y="9987"/>
                    <a:pt x="13486" y="9999"/>
                  </a:cubicBezTo>
                  <a:cubicBezTo>
                    <a:pt x="15031" y="10009"/>
                    <a:pt x="16575" y="9999"/>
                    <a:pt x="18119" y="10021"/>
                  </a:cubicBezTo>
                  <a:cubicBezTo>
                    <a:pt x="18761" y="10026"/>
                    <a:pt x="19406" y="10049"/>
                    <a:pt x="20049" y="10049"/>
                  </a:cubicBezTo>
                  <a:cubicBezTo>
                    <a:pt x="20764" y="10049"/>
                    <a:pt x="21477" y="10021"/>
                    <a:pt x="22185" y="9910"/>
                  </a:cubicBezTo>
                  <a:cubicBezTo>
                    <a:pt x="21840" y="9743"/>
                    <a:pt x="21496" y="9587"/>
                    <a:pt x="21196" y="9332"/>
                  </a:cubicBezTo>
                  <a:cubicBezTo>
                    <a:pt x="21151" y="9298"/>
                    <a:pt x="21174" y="9243"/>
                    <a:pt x="21207" y="9221"/>
                  </a:cubicBezTo>
                  <a:cubicBezTo>
                    <a:pt x="21696" y="9021"/>
                    <a:pt x="22218" y="8987"/>
                    <a:pt x="22740" y="8977"/>
                  </a:cubicBezTo>
                  <a:cubicBezTo>
                    <a:pt x="23351" y="8965"/>
                    <a:pt x="23962" y="8932"/>
                    <a:pt x="24573" y="8910"/>
                  </a:cubicBezTo>
                  <a:cubicBezTo>
                    <a:pt x="25950" y="8843"/>
                    <a:pt x="27340" y="8787"/>
                    <a:pt x="28728" y="8732"/>
                  </a:cubicBezTo>
                  <a:cubicBezTo>
                    <a:pt x="30317" y="8676"/>
                    <a:pt x="31905" y="8577"/>
                    <a:pt x="33494" y="8510"/>
                  </a:cubicBezTo>
                  <a:cubicBezTo>
                    <a:pt x="33438" y="8299"/>
                    <a:pt x="33371" y="8088"/>
                    <a:pt x="33316" y="7877"/>
                  </a:cubicBezTo>
                  <a:cubicBezTo>
                    <a:pt x="33272" y="7733"/>
                    <a:pt x="33216" y="7577"/>
                    <a:pt x="33094" y="7499"/>
                  </a:cubicBezTo>
                  <a:cubicBezTo>
                    <a:pt x="33065" y="7484"/>
                    <a:pt x="33032" y="7478"/>
                    <a:pt x="32998" y="7478"/>
                  </a:cubicBezTo>
                  <a:cubicBezTo>
                    <a:pt x="32877" y="7478"/>
                    <a:pt x="32748" y="7564"/>
                    <a:pt x="32783" y="7677"/>
                  </a:cubicBezTo>
                  <a:cubicBezTo>
                    <a:pt x="32361" y="7188"/>
                    <a:pt x="31916" y="6688"/>
                    <a:pt x="31316" y="6477"/>
                  </a:cubicBezTo>
                  <a:cubicBezTo>
                    <a:pt x="31016" y="6377"/>
                    <a:pt x="30705" y="6321"/>
                    <a:pt x="30428" y="6188"/>
                  </a:cubicBezTo>
                  <a:lnTo>
                    <a:pt x="30428" y="5855"/>
                  </a:lnTo>
                  <a:lnTo>
                    <a:pt x="29628" y="5855"/>
                  </a:lnTo>
                  <a:cubicBezTo>
                    <a:pt x="29561" y="5832"/>
                    <a:pt x="29483" y="5822"/>
                    <a:pt x="29416" y="5810"/>
                  </a:cubicBezTo>
                  <a:cubicBezTo>
                    <a:pt x="29208" y="5775"/>
                    <a:pt x="28998" y="5762"/>
                    <a:pt x="28786" y="5762"/>
                  </a:cubicBezTo>
                  <a:cubicBezTo>
                    <a:pt x="28197" y="5762"/>
                    <a:pt x="27601" y="5866"/>
                    <a:pt x="27028" y="5899"/>
                  </a:cubicBezTo>
                  <a:cubicBezTo>
                    <a:pt x="26830" y="5913"/>
                    <a:pt x="26631" y="5919"/>
                    <a:pt x="26434" y="5919"/>
                  </a:cubicBezTo>
                  <a:cubicBezTo>
                    <a:pt x="25803" y="5919"/>
                    <a:pt x="25179" y="5854"/>
                    <a:pt x="24562" y="5744"/>
                  </a:cubicBezTo>
                  <a:cubicBezTo>
                    <a:pt x="24506" y="5744"/>
                    <a:pt x="24451" y="5733"/>
                    <a:pt x="24407" y="5711"/>
                  </a:cubicBezTo>
                  <a:cubicBezTo>
                    <a:pt x="24362" y="5699"/>
                    <a:pt x="24318" y="5677"/>
                    <a:pt x="24296" y="5644"/>
                  </a:cubicBezTo>
                  <a:cubicBezTo>
                    <a:pt x="24251" y="5610"/>
                    <a:pt x="24240" y="5566"/>
                    <a:pt x="24240" y="5521"/>
                  </a:cubicBezTo>
                  <a:cubicBezTo>
                    <a:pt x="24229" y="5466"/>
                    <a:pt x="24229" y="5410"/>
                    <a:pt x="24251" y="5344"/>
                  </a:cubicBezTo>
                  <a:cubicBezTo>
                    <a:pt x="24451" y="4744"/>
                    <a:pt x="25017" y="4411"/>
                    <a:pt x="25506" y="4077"/>
                  </a:cubicBezTo>
                  <a:cubicBezTo>
                    <a:pt x="26062" y="3711"/>
                    <a:pt x="26528" y="3245"/>
                    <a:pt x="27106" y="2922"/>
                  </a:cubicBezTo>
                  <a:cubicBezTo>
                    <a:pt x="27851" y="2500"/>
                    <a:pt x="28606" y="2033"/>
                    <a:pt x="29095" y="1356"/>
                  </a:cubicBezTo>
                  <a:cubicBezTo>
                    <a:pt x="29083" y="1300"/>
                    <a:pt x="29072" y="1233"/>
                    <a:pt x="29061" y="1178"/>
                  </a:cubicBezTo>
                  <a:cubicBezTo>
                    <a:pt x="28728" y="1356"/>
                    <a:pt x="28372" y="1512"/>
                    <a:pt x="28050" y="1700"/>
                  </a:cubicBezTo>
                  <a:cubicBezTo>
                    <a:pt x="27673" y="1922"/>
                    <a:pt x="27239" y="2378"/>
                    <a:pt x="26773" y="2500"/>
                  </a:cubicBezTo>
                  <a:cubicBezTo>
                    <a:pt x="26728" y="2538"/>
                    <a:pt x="26668" y="2570"/>
                    <a:pt x="26616" y="2570"/>
                  </a:cubicBezTo>
                  <a:cubicBezTo>
                    <a:pt x="26591" y="2570"/>
                    <a:pt x="26569" y="2563"/>
                    <a:pt x="26550" y="2544"/>
                  </a:cubicBezTo>
                  <a:lnTo>
                    <a:pt x="26540" y="2534"/>
                  </a:lnTo>
                  <a:cubicBezTo>
                    <a:pt x="26495" y="2534"/>
                    <a:pt x="26461" y="2522"/>
                    <a:pt x="26417" y="2522"/>
                  </a:cubicBezTo>
                  <a:cubicBezTo>
                    <a:pt x="26362" y="2511"/>
                    <a:pt x="26306" y="2445"/>
                    <a:pt x="26328" y="2389"/>
                  </a:cubicBezTo>
                  <a:cubicBezTo>
                    <a:pt x="26473" y="1734"/>
                    <a:pt x="26717" y="1089"/>
                    <a:pt x="27084" y="534"/>
                  </a:cubicBezTo>
                  <a:cubicBezTo>
                    <a:pt x="27117" y="478"/>
                    <a:pt x="27140" y="423"/>
                    <a:pt x="27172" y="367"/>
                  </a:cubicBezTo>
                  <a:cubicBezTo>
                    <a:pt x="27162" y="234"/>
                    <a:pt x="27140" y="112"/>
                    <a:pt x="27084" y="1"/>
                  </a:cubicBezTo>
                  <a:close/>
                </a:path>
              </a:pathLst>
            </a:custGeom>
            <a:solidFill>
              <a:srgbClr val="072D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61">
              <a:extLst>
                <a:ext uri="{FF2B5EF4-FFF2-40B4-BE49-F238E27FC236}">
                  <a16:creationId xmlns:a16="http://schemas.microsoft.com/office/drawing/2014/main" id="{D09BB1C3-432F-52C0-4EF0-7050704D50C6}"/>
                </a:ext>
              </a:extLst>
            </p:cNvPr>
            <p:cNvSpPr/>
            <p:nvPr/>
          </p:nvSpPr>
          <p:spPr>
            <a:xfrm>
              <a:off x="1483525" y="3831450"/>
              <a:ext cx="848450" cy="116650"/>
            </a:xfrm>
            <a:custGeom>
              <a:avLst/>
              <a:gdLst/>
              <a:ahLst/>
              <a:cxnLst/>
              <a:rect l="l" t="t" r="r" b="b"/>
              <a:pathLst>
                <a:path w="33938" h="4666" extrusionOk="0">
                  <a:moveTo>
                    <a:pt x="33693" y="0"/>
                  </a:moveTo>
                  <a:cubicBezTo>
                    <a:pt x="33549" y="22"/>
                    <a:pt x="33404" y="56"/>
                    <a:pt x="33249" y="78"/>
                  </a:cubicBezTo>
                  <a:cubicBezTo>
                    <a:pt x="31138" y="78"/>
                    <a:pt x="29005" y="434"/>
                    <a:pt x="26884" y="478"/>
                  </a:cubicBezTo>
                  <a:cubicBezTo>
                    <a:pt x="26406" y="489"/>
                    <a:pt x="25761" y="678"/>
                    <a:pt x="25817" y="1145"/>
                  </a:cubicBezTo>
                  <a:cubicBezTo>
                    <a:pt x="26439" y="1355"/>
                    <a:pt x="27017" y="1689"/>
                    <a:pt x="27516" y="2111"/>
                  </a:cubicBezTo>
                  <a:cubicBezTo>
                    <a:pt x="24605" y="2305"/>
                    <a:pt x="21686" y="2401"/>
                    <a:pt x="18764" y="2401"/>
                  </a:cubicBezTo>
                  <a:cubicBezTo>
                    <a:pt x="16680" y="2401"/>
                    <a:pt x="14594" y="2353"/>
                    <a:pt x="12509" y="2256"/>
                  </a:cubicBezTo>
                  <a:cubicBezTo>
                    <a:pt x="12509" y="1611"/>
                    <a:pt x="13020" y="989"/>
                    <a:pt x="13664" y="867"/>
                  </a:cubicBezTo>
                  <a:cubicBezTo>
                    <a:pt x="9954" y="867"/>
                    <a:pt x="6243" y="856"/>
                    <a:pt x="2522" y="844"/>
                  </a:cubicBezTo>
                  <a:cubicBezTo>
                    <a:pt x="2219" y="844"/>
                    <a:pt x="1653" y="772"/>
                    <a:pt x="1142" y="772"/>
                  </a:cubicBezTo>
                  <a:cubicBezTo>
                    <a:pt x="697" y="772"/>
                    <a:pt x="294" y="827"/>
                    <a:pt x="144" y="1034"/>
                  </a:cubicBezTo>
                  <a:cubicBezTo>
                    <a:pt x="0" y="1244"/>
                    <a:pt x="144" y="2078"/>
                    <a:pt x="144" y="2333"/>
                  </a:cubicBezTo>
                  <a:lnTo>
                    <a:pt x="144" y="4666"/>
                  </a:lnTo>
                  <a:lnTo>
                    <a:pt x="30572" y="4666"/>
                  </a:lnTo>
                  <a:lnTo>
                    <a:pt x="30572" y="4355"/>
                  </a:lnTo>
                  <a:cubicBezTo>
                    <a:pt x="31360" y="4122"/>
                    <a:pt x="32105" y="3700"/>
                    <a:pt x="32771" y="3088"/>
                  </a:cubicBezTo>
                  <a:cubicBezTo>
                    <a:pt x="32849" y="3011"/>
                    <a:pt x="32937" y="2922"/>
                    <a:pt x="32949" y="2811"/>
                  </a:cubicBezTo>
                  <a:cubicBezTo>
                    <a:pt x="32970" y="2708"/>
                    <a:pt x="32895" y="2586"/>
                    <a:pt x="32796" y="2586"/>
                  </a:cubicBezTo>
                  <a:cubicBezTo>
                    <a:pt x="32788" y="2586"/>
                    <a:pt x="32780" y="2587"/>
                    <a:pt x="32771" y="2589"/>
                  </a:cubicBezTo>
                  <a:cubicBezTo>
                    <a:pt x="33404" y="2011"/>
                    <a:pt x="33826" y="1200"/>
                    <a:pt x="33927" y="356"/>
                  </a:cubicBezTo>
                  <a:cubicBezTo>
                    <a:pt x="33937" y="267"/>
                    <a:pt x="33937" y="178"/>
                    <a:pt x="33893" y="101"/>
                  </a:cubicBezTo>
                  <a:cubicBezTo>
                    <a:pt x="33869" y="44"/>
                    <a:pt x="33809" y="5"/>
                    <a:pt x="33749" y="5"/>
                  </a:cubicBezTo>
                  <a:cubicBezTo>
                    <a:pt x="33729" y="5"/>
                    <a:pt x="33709" y="9"/>
                    <a:pt x="33691" y="18"/>
                  </a:cubicBezTo>
                  <a:lnTo>
                    <a:pt x="33691" y="18"/>
                  </a:lnTo>
                  <a:cubicBezTo>
                    <a:pt x="33693" y="14"/>
                    <a:pt x="33693" y="7"/>
                    <a:pt x="33693" y="0"/>
                  </a:cubicBezTo>
                  <a:close/>
                </a:path>
              </a:pathLst>
            </a:custGeom>
            <a:solidFill>
              <a:srgbClr val="072D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61">
              <a:extLst>
                <a:ext uri="{FF2B5EF4-FFF2-40B4-BE49-F238E27FC236}">
                  <a16:creationId xmlns:a16="http://schemas.microsoft.com/office/drawing/2014/main" id="{EBD8968E-6D37-D17B-CA59-A25440BAC00E}"/>
                </a:ext>
              </a:extLst>
            </p:cNvPr>
            <p:cNvSpPr/>
            <p:nvPr/>
          </p:nvSpPr>
          <p:spPr>
            <a:xfrm>
              <a:off x="1340750" y="3677550"/>
              <a:ext cx="267475" cy="268825"/>
            </a:xfrm>
            <a:custGeom>
              <a:avLst/>
              <a:gdLst/>
              <a:ahLst/>
              <a:cxnLst/>
              <a:rect l="l" t="t" r="r" b="b"/>
              <a:pathLst>
                <a:path w="10699" h="10753" extrusionOk="0">
                  <a:moveTo>
                    <a:pt x="5658" y="0"/>
                  </a:moveTo>
                  <a:cubicBezTo>
                    <a:pt x="5221" y="0"/>
                    <a:pt x="4760" y="62"/>
                    <a:pt x="4356" y="102"/>
                  </a:cubicBezTo>
                  <a:cubicBezTo>
                    <a:pt x="4023" y="135"/>
                    <a:pt x="3678" y="180"/>
                    <a:pt x="3356" y="313"/>
                  </a:cubicBezTo>
                  <a:cubicBezTo>
                    <a:pt x="3023" y="446"/>
                    <a:pt x="2734" y="658"/>
                    <a:pt x="2456" y="891"/>
                  </a:cubicBezTo>
                  <a:cubicBezTo>
                    <a:pt x="1767" y="1446"/>
                    <a:pt x="1167" y="2113"/>
                    <a:pt x="712" y="2868"/>
                  </a:cubicBezTo>
                  <a:cubicBezTo>
                    <a:pt x="190" y="3746"/>
                    <a:pt x="0" y="4679"/>
                    <a:pt x="12" y="5701"/>
                  </a:cubicBezTo>
                  <a:cubicBezTo>
                    <a:pt x="12" y="6368"/>
                    <a:pt x="157" y="7045"/>
                    <a:pt x="512" y="7600"/>
                  </a:cubicBezTo>
                  <a:cubicBezTo>
                    <a:pt x="401" y="7467"/>
                    <a:pt x="246" y="7378"/>
                    <a:pt x="79" y="7356"/>
                  </a:cubicBezTo>
                  <a:lnTo>
                    <a:pt x="79" y="7356"/>
                  </a:lnTo>
                  <a:cubicBezTo>
                    <a:pt x="68" y="7511"/>
                    <a:pt x="135" y="7656"/>
                    <a:pt x="201" y="7800"/>
                  </a:cubicBezTo>
                  <a:cubicBezTo>
                    <a:pt x="701" y="8800"/>
                    <a:pt x="1601" y="9578"/>
                    <a:pt x="2623" y="10066"/>
                  </a:cubicBezTo>
                  <a:cubicBezTo>
                    <a:pt x="3563" y="10514"/>
                    <a:pt x="4557" y="10753"/>
                    <a:pt x="5535" y="10753"/>
                  </a:cubicBezTo>
                  <a:cubicBezTo>
                    <a:pt x="6913" y="10753"/>
                    <a:pt x="8259" y="10278"/>
                    <a:pt x="9377" y="9244"/>
                  </a:cubicBezTo>
                  <a:cubicBezTo>
                    <a:pt x="9466" y="9167"/>
                    <a:pt x="9543" y="9078"/>
                    <a:pt x="9566" y="8967"/>
                  </a:cubicBezTo>
                  <a:cubicBezTo>
                    <a:pt x="9576" y="8864"/>
                    <a:pt x="9501" y="8742"/>
                    <a:pt x="9402" y="8742"/>
                  </a:cubicBezTo>
                  <a:cubicBezTo>
                    <a:pt x="9394" y="8742"/>
                    <a:pt x="9385" y="8743"/>
                    <a:pt x="9377" y="8745"/>
                  </a:cubicBezTo>
                  <a:cubicBezTo>
                    <a:pt x="10021" y="8178"/>
                    <a:pt x="10432" y="7367"/>
                    <a:pt x="10533" y="6512"/>
                  </a:cubicBezTo>
                  <a:cubicBezTo>
                    <a:pt x="10543" y="6423"/>
                    <a:pt x="10555" y="6334"/>
                    <a:pt x="10510" y="6257"/>
                  </a:cubicBezTo>
                  <a:cubicBezTo>
                    <a:pt x="10478" y="6200"/>
                    <a:pt x="10416" y="6161"/>
                    <a:pt x="10359" y="6161"/>
                  </a:cubicBezTo>
                  <a:cubicBezTo>
                    <a:pt x="10338" y="6161"/>
                    <a:pt x="10317" y="6166"/>
                    <a:pt x="10299" y="6178"/>
                  </a:cubicBezTo>
                  <a:cubicBezTo>
                    <a:pt x="10488" y="5956"/>
                    <a:pt x="10588" y="5679"/>
                    <a:pt x="10644" y="5390"/>
                  </a:cubicBezTo>
                  <a:cubicBezTo>
                    <a:pt x="10699" y="5045"/>
                    <a:pt x="10666" y="4668"/>
                    <a:pt x="10610" y="4312"/>
                  </a:cubicBezTo>
                  <a:cubicBezTo>
                    <a:pt x="10499" y="3568"/>
                    <a:pt x="10288" y="2835"/>
                    <a:pt x="10066" y="2113"/>
                  </a:cubicBezTo>
                  <a:cubicBezTo>
                    <a:pt x="10021" y="1969"/>
                    <a:pt x="9977" y="1813"/>
                    <a:pt x="9844" y="1735"/>
                  </a:cubicBezTo>
                  <a:cubicBezTo>
                    <a:pt x="9812" y="1716"/>
                    <a:pt x="9775" y="1708"/>
                    <a:pt x="9739" y="1708"/>
                  </a:cubicBezTo>
                  <a:cubicBezTo>
                    <a:pt x="9623" y="1708"/>
                    <a:pt x="9507" y="1792"/>
                    <a:pt x="9533" y="1902"/>
                  </a:cubicBezTo>
                  <a:cubicBezTo>
                    <a:pt x="9121" y="1424"/>
                    <a:pt x="8677" y="913"/>
                    <a:pt x="8066" y="713"/>
                  </a:cubicBezTo>
                  <a:cubicBezTo>
                    <a:pt x="7755" y="602"/>
                    <a:pt x="7433" y="557"/>
                    <a:pt x="7133" y="402"/>
                  </a:cubicBezTo>
                  <a:cubicBezTo>
                    <a:pt x="6822" y="246"/>
                    <a:pt x="6522" y="102"/>
                    <a:pt x="6166" y="36"/>
                  </a:cubicBezTo>
                  <a:cubicBezTo>
                    <a:pt x="6004" y="10"/>
                    <a:pt x="5833" y="0"/>
                    <a:pt x="5658" y="0"/>
                  </a:cubicBezTo>
                  <a:close/>
                </a:path>
              </a:pathLst>
            </a:custGeom>
            <a:solidFill>
              <a:srgbClr val="2A56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61">
              <a:extLst>
                <a:ext uri="{FF2B5EF4-FFF2-40B4-BE49-F238E27FC236}">
                  <a16:creationId xmlns:a16="http://schemas.microsoft.com/office/drawing/2014/main" id="{8E87C0A7-D50B-5BA0-9E1D-2AB4626FE803}"/>
                </a:ext>
              </a:extLst>
            </p:cNvPr>
            <p:cNvSpPr/>
            <p:nvPr/>
          </p:nvSpPr>
          <p:spPr>
            <a:xfrm>
              <a:off x="1355475" y="3755075"/>
              <a:ext cx="193875" cy="175250"/>
            </a:xfrm>
            <a:custGeom>
              <a:avLst/>
              <a:gdLst/>
              <a:ahLst/>
              <a:cxnLst/>
              <a:rect l="l" t="t" r="r" b="b"/>
              <a:pathLst>
                <a:path w="7755" h="7010" extrusionOk="0">
                  <a:moveTo>
                    <a:pt x="701" y="1"/>
                  </a:moveTo>
                  <a:cubicBezTo>
                    <a:pt x="223" y="722"/>
                    <a:pt x="1" y="1645"/>
                    <a:pt x="45" y="2578"/>
                  </a:cubicBezTo>
                  <a:cubicBezTo>
                    <a:pt x="90" y="3388"/>
                    <a:pt x="345" y="4233"/>
                    <a:pt x="778" y="5022"/>
                  </a:cubicBezTo>
                  <a:cubicBezTo>
                    <a:pt x="723" y="5044"/>
                    <a:pt x="667" y="5111"/>
                    <a:pt x="667" y="5177"/>
                  </a:cubicBezTo>
                  <a:cubicBezTo>
                    <a:pt x="667" y="5266"/>
                    <a:pt x="712" y="5344"/>
                    <a:pt x="778" y="5410"/>
                  </a:cubicBezTo>
                  <a:cubicBezTo>
                    <a:pt x="1412" y="6155"/>
                    <a:pt x="2289" y="6677"/>
                    <a:pt x="3244" y="6899"/>
                  </a:cubicBezTo>
                  <a:cubicBezTo>
                    <a:pt x="3555" y="6977"/>
                    <a:pt x="3889" y="7010"/>
                    <a:pt x="4222" y="7010"/>
                  </a:cubicBezTo>
                  <a:cubicBezTo>
                    <a:pt x="5433" y="7010"/>
                    <a:pt x="6710" y="6543"/>
                    <a:pt x="7732" y="5688"/>
                  </a:cubicBezTo>
                  <a:lnTo>
                    <a:pt x="7700" y="5644"/>
                  </a:lnTo>
                  <a:lnTo>
                    <a:pt x="7755" y="5632"/>
                  </a:lnTo>
                  <a:lnTo>
                    <a:pt x="7755" y="5511"/>
                  </a:lnTo>
                  <a:lnTo>
                    <a:pt x="7655" y="5588"/>
                  </a:lnTo>
                  <a:cubicBezTo>
                    <a:pt x="6651" y="6426"/>
                    <a:pt x="5400" y="6894"/>
                    <a:pt x="4214" y="6894"/>
                  </a:cubicBezTo>
                  <a:cubicBezTo>
                    <a:pt x="3892" y="6894"/>
                    <a:pt x="3574" y="6859"/>
                    <a:pt x="3267" y="6788"/>
                  </a:cubicBezTo>
                  <a:cubicBezTo>
                    <a:pt x="2345" y="6566"/>
                    <a:pt x="1489" y="6055"/>
                    <a:pt x="867" y="5333"/>
                  </a:cubicBezTo>
                  <a:cubicBezTo>
                    <a:pt x="823" y="5288"/>
                    <a:pt x="790" y="5232"/>
                    <a:pt x="790" y="5177"/>
                  </a:cubicBezTo>
                  <a:cubicBezTo>
                    <a:pt x="790" y="5166"/>
                    <a:pt x="800" y="5144"/>
                    <a:pt x="823" y="5133"/>
                  </a:cubicBezTo>
                  <a:lnTo>
                    <a:pt x="845" y="5133"/>
                  </a:lnTo>
                  <a:lnTo>
                    <a:pt x="1112" y="5366"/>
                  </a:lnTo>
                  <a:lnTo>
                    <a:pt x="1112" y="5366"/>
                  </a:lnTo>
                  <a:lnTo>
                    <a:pt x="934" y="5055"/>
                  </a:lnTo>
                  <a:cubicBezTo>
                    <a:pt x="479" y="4255"/>
                    <a:pt x="212" y="3388"/>
                    <a:pt x="168" y="2566"/>
                  </a:cubicBezTo>
                  <a:cubicBezTo>
                    <a:pt x="123" y="1655"/>
                    <a:pt x="345" y="767"/>
                    <a:pt x="800" y="67"/>
                  </a:cubicBezTo>
                  <a:lnTo>
                    <a:pt x="701" y="1"/>
                  </a:lnTo>
                  <a:close/>
                </a:path>
              </a:pathLst>
            </a:custGeom>
            <a:solidFill>
              <a:srgbClr val="1B4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61">
              <a:extLst>
                <a:ext uri="{FF2B5EF4-FFF2-40B4-BE49-F238E27FC236}">
                  <a16:creationId xmlns:a16="http://schemas.microsoft.com/office/drawing/2014/main" id="{E5EB4B66-938F-B520-985E-7D4A35BC6892}"/>
                </a:ext>
              </a:extLst>
            </p:cNvPr>
            <p:cNvSpPr/>
            <p:nvPr/>
          </p:nvSpPr>
          <p:spPr>
            <a:xfrm>
              <a:off x="1382975" y="3723375"/>
              <a:ext cx="188875" cy="156150"/>
            </a:xfrm>
            <a:custGeom>
              <a:avLst/>
              <a:gdLst/>
              <a:ahLst/>
              <a:cxnLst/>
              <a:rect l="l" t="t" r="r" b="b"/>
              <a:pathLst>
                <a:path w="7555" h="6246" extrusionOk="0">
                  <a:moveTo>
                    <a:pt x="3863" y="0"/>
                  </a:moveTo>
                  <a:cubicBezTo>
                    <a:pt x="3475" y="0"/>
                    <a:pt x="3066" y="68"/>
                    <a:pt x="2645" y="202"/>
                  </a:cubicBezTo>
                  <a:cubicBezTo>
                    <a:pt x="1467" y="580"/>
                    <a:pt x="478" y="1446"/>
                    <a:pt x="1" y="2513"/>
                  </a:cubicBezTo>
                  <a:lnTo>
                    <a:pt x="112" y="2557"/>
                  </a:lnTo>
                  <a:cubicBezTo>
                    <a:pt x="567" y="1524"/>
                    <a:pt x="1534" y="691"/>
                    <a:pt x="2689" y="313"/>
                  </a:cubicBezTo>
                  <a:cubicBezTo>
                    <a:pt x="2998" y="215"/>
                    <a:pt x="3408" y="121"/>
                    <a:pt x="3853" y="121"/>
                  </a:cubicBezTo>
                  <a:cubicBezTo>
                    <a:pt x="4113" y="121"/>
                    <a:pt x="4385" y="153"/>
                    <a:pt x="4655" y="235"/>
                  </a:cubicBezTo>
                  <a:cubicBezTo>
                    <a:pt x="5333" y="435"/>
                    <a:pt x="5877" y="924"/>
                    <a:pt x="6077" y="1501"/>
                  </a:cubicBezTo>
                  <a:lnTo>
                    <a:pt x="6188" y="1835"/>
                  </a:lnTo>
                  <a:lnTo>
                    <a:pt x="6200" y="958"/>
                  </a:lnTo>
                  <a:cubicBezTo>
                    <a:pt x="6205" y="957"/>
                    <a:pt x="6211" y="957"/>
                    <a:pt x="6216" y="957"/>
                  </a:cubicBezTo>
                  <a:cubicBezTo>
                    <a:pt x="6454" y="957"/>
                    <a:pt x="6669" y="1196"/>
                    <a:pt x="6788" y="1435"/>
                  </a:cubicBezTo>
                  <a:cubicBezTo>
                    <a:pt x="7432" y="2679"/>
                    <a:pt x="7133" y="4201"/>
                    <a:pt x="6766" y="5246"/>
                  </a:cubicBezTo>
                  <a:cubicBezTo>
                    <a:pt x="6644" y="5590"/>
                    <a:pt x="6499" y="5934"/>
                    <a:pt x="6232" y="6157"/>
                  </a:cubicBezTo>
                  <a:lnTo>
                    <a:pt x="6311" y="6245"/>
                  </a:lnTo>
                  <a:cubicBezTo>
                    <a:pt x="6600" y="6012"/>
                    <a:pt x="6755" y="5646"/>
                    <a:pt x="6877" y="5290"/>
                  </a:cubicBezTo>
                  <a:cubicBezTo>
                    <a:pt x="7244" y="4212"/>
                    <a:pt x="7555" y="2668"/>
                    <a:pt x="6899" y="1380"/>
                  </a:cubicBezTo>
                  <a:cubicBezTo>
                    <a:pt x="6828" y="1247"/>
                    <a:pt x="6589" y="836"/>
                    <a:pt x="6234" y="836"/>
                  </a:cubicBezTo>
                  <a:cubicBezTo>
                    <a:pt x="6201" y="836"/>
                    <a:pt x="6167" y="839"/>
                    <a:pt x="6133" y="847"/>
                  </a:cubicBezTo>
                  <a:lnTo>
                    <a:pt x="6077" y="847"/>
                  </a:lnTo>
                  <a:lnTo>
                    <a:pt x="6077" y="1213"/>
                  </a:lnTo>
                  <a:cubicBezTo>
                    <a:pt x="5810" y="702"/>
                    <a:pt x="5299" y="302"/>
                    <a:pt x="4689" y="113"/>
                  </a:cubicBezTo>
                  <a:cubicBezTo>
                    <a:pt x="4428" y="38"/>
                    <a:pt x="4152" y="0"/>
                    <a:pt x="3863" y="0"/>
                  </a:cubicBezTo>
                  <a:close/>
                </a:path>
              </a:pathLst>
            </a:custGeom>
            <a:solidFill>
              <a:srgbClr val="1B4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61">
              <a:extLst>
                <a:ext uri="{FF2B5EF4-FFF2-40B4-BE49-F238E27FC236}">
                  <a16:creationId xmlns:a16="http://schemas.microsoft.com/office/drawing/2014/main" id="{C1487AAB-93A0-A414-E9BE-1B31774E9DB2}"/>
                </a:ext>
              </a:extLst>
            </p:cNvPr>
            <p:cNvSpPr/>
            <p:nvPr/>
          </p:nvSpPr>
          <p:spPr>
            <a:xfrm>
              <a:off x="1439650" y="3680225"/>
              <a:ext cx="165525" cy="141800"/>
            </a:xfrm>
            <a:custGeom>
              <a:avLst/>
              <a:gdLst/>
              <a:ahLst/>
              <a:cxnLst/>
              <a:rect l="l" t="t" r="r" b="b"/>
              <a:pathLst>
                <a:path w="6621" h="5672" extrusionOk="0">
                  <a:moveTo>
                    <a:pt x="1794" y="0"/>
                  </a:moveTo>
                  <a:cubicBezTo>
                    <a:pt x="1176" y="0"/>
                    <a:pt x="560" y="135"/>
                    <a:pt x="0" y="395"/>
                  </a:cubicBezTo>
                  <a:lnTo>
                    <a:pt x="45" y="506"/>
                  </a:lnTo>
                  <a:cubicBezTo>
                    <a:pt x="593" y="251"/>
                    <a:pt x="1199" y="120"/>
                    <a:pt x="1804" y="120"/>
                  </a:cubicBezTo>
                  <a:cubicBezTo>
                    <a:pt x="2228" y="120"/>
                    <a:pt x="2652" y="184"/>
                    <a:pt x="3055" y="317"/>
                  </a:cubicBezTo>
                  <a:cubicBezTo>
                    <a:pt x="4032" y="640"/>
                    <a:pt x="4876" y="1339"/>
                    <a:pt x="5377" y="2239"/>
                  </a:cubicBezTo>
                  <a:lnTo>
                    <a:pt x="5610" y="2661"/>
                  </a:lnTo>
                  <a:lnTo>
                    <a:pt x="5488" y="2195"/>
                  </a:lnTo>
                  <a:cubicBezTo>
                    <a:pt x="5476" y="2150"/>
                    <a:pt x="5499" y="2117"/>
                    <a:pt x="5521" y="2094"/>
                  </a:cubicBezTo>
                  <a:cubicBezTo>
                    <a:pt x="5558" y="2065"/>
                    <a:pt x="5610" y="2050"/>
                    <a:pt x="5656" y="2050"/>
                  </a:cubicBezTo>
                  <a:cubicBezTo>
                    <a:pt x="5680" y="2050"/>
                    <a:pt x="5702" y="2054"/>
                    <a:pt x="5721" y="2062"/>
                  </a:cubicBezTo>
                  <a:cubicBezTo>
                    <a:pt x="5843" y="2117"/>
                    <a:pt x="5910" y="2250"/>
                    <a:pt x="5954" y="2395"/>
                  </a:cubicBezTo>
                  <a:cubicBezTo>
                    <a:pt x="6199" y="3028"/>
                    <a:pt x="6310" y="3694"/>
                    <a:pt x="6377" y="4205"/>
                  </a:cubicBezTo>
                  <a:cubicBezTo>
                    <a:pt x="6443" y="4661"/>
                    <a:pt x="6498" y="5172"/>
                    <a:pt x="6365" y="5639"/>
                  </a:cubicBezTo>
                  <a:lnTo>
                    <a:pt x="6476" y="5671"/>
                  </a:lnTo>
                  <a:cubicBezTo>
                    <a:pt x="6621" y="5183"/>
                    <a:pt x="6565" y="4649"/>
                    <a:pt x="6498" y="4194"/>
                  </a:cubicBezTo>
                  <a:cubicBezTo>
                    <a:pt x="6421" y="3672"/>
                    <a:pt x="6310" y="2995"/>
                    <a:pt x="6076" y="2350"/>
                  </a:cubicBezTo>
                  <a:cubicBezTo>
                    <a:pt x="6010" y="2195"/>
                    <a:pt x="5932" y="2028"/>
                    <a:pt x="5765" y="1950"/>
                  </a:cubicBezTo>
                  <a:cubicBezTo>
                    <a:pt x="5731" y="1935"/>
                    <a:pt x="5693" y="1928"/>
                    <a:pt x="5654" y="1928"/>
                  </a:cubicBezTo>
                  <a:cubicBezTo>
                    <a:pt x="5579" y="1928"/>
                    <a:pt x="5502" y="1955"/>
                    <a:pt x="5443" y="2006"/>
                  </a:cubicBezTo>
                  <a:cubicBezTo>
                    <a:pt x="5432" y="2017"/>
                    <a:pt x="5421" y="2039"/>
                    <a:pt x="5410" y="2050"/>
                  </a:cubicBezTo>
                  <a:cubicBezTo>
                    <a:pt x="4888" y="1183"/>
                    <a:pt x="4054" y="517"/>
                    <a:pt x="3088" y="206"/>
                  </a:cubicBezTo>
                  <a:cubicBezTo>
                    <a:pt x="2669" y="68"/>
                    <a:pt x="2231" y="0"/>
                    <a:pt x="1794" y="0"/>
                  </a:cubicBezTo>
                  <a:close/>
                </a:path>
              </a:pathLst>
            </a:custGeom>
            <a:solidFill>
              <a:srgbClr val="1B4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61">
              <a:extLst>
                <a:ext uri="{FF2B5EF4-FFF2-40B4-BE49-F238E27FC236}">
                  <a16:creationId xmlns:a16="http://schemas.microsoft.com/office/drawing/2014/main" id="{0E1DD379-6079-5CDA-305E-2CE565283D94}"/>
                </a:ext>
              </a:extLst>
            </p:cNvPr>
            <p:cNvSpPr/>
            <p:nvPr/>
          </p:nvSpPr>
          <p:spPr>
            <a:xfrm>
              <a:off x="1472400" y="3908650"/>
              <a:ext cx="85275" cy="33900"/>
            </a:xfrm>
            <a:custGeom>
              <a:avLst/>
              <a:gdLst/>
              <a:ahLst/>
              <a:cxnLst/>
              <a:rect l="l" t="t" r="r" b="b"/>
              <a:pathLst>
                <a:path w="3411" h="1356" extrusionOk="0">
                  <a:moveTo>
                    <a:pt x="3334" y="0"/>
                  </a:moveTo>
                  <a:cubicBezTo>
                    <a:pt x="2356" y="711"/>
                    <a:pt x="1201" y="1133"/>
                    <a:pt x="1" y="1234"/>
                  </a:cubicBezTo>
                  <a:lnTo>
                    <a:pt x="12" y="1356"/>
                  </a:lnTo>
                  <a:cubicBezTo>
                    <a:pt x="1234" y="1256"/>
                    <a:pt x="2411" y="822"/>
                    <a:pt x="3411" y="101"/>
                  </a:cubicBezTo>
                  <a:lnTo>
                    <a:pt x="3334" y="0"/>
                  </a:lnTo>
                  <a:close/>
                </a:path>
              </a:pathLst>
            </a:custGeom>
            <a:solidFill>
              <a:srgbClr val="1B4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61">
              <a:extLst>
                <a:ext uri="{FF2B5EF4-FFF2-40B4-BE49-F238E27FC236}">
                  <a16:creationId xmlns:a16="http://schemas.microsoft.com/office/drawing/2014/main" id="{5ADA189D-4678-C2B6-4C62-991545C9569E}"/>
                </a:ext>
              </a:extLst>
            </p:cNvPr>
            <p:cNvSpPr/>
            <p:nvPr/>
          </p:nvSpPr>
          <p:spPr>
            <a:xfrm>
              <a:off x="1576275" y="3850625"/>
              <a:ext cx="16700" cy="34175"/>
            </a:xfrm>
            <a:custGeom>
              <a:avLst/>
              <a:gdLst/>
              <a:ahLst/>
              <a:cxnLst/>
              <a:rect l="l" t="t" r="r" b="b"/>
              <a:pathLst>
                <a:path w="668" h="1367" extrusionOk="0">
                  <a:moveTo>
                    <a:pt x="545" y="0"/>
                  </a:moveTo>
                  <a:cubicBezTo>
                    <a:pt x="522" y="467"/>
                    <a:pt x="322" y="944"/>
                    <a:pt x="1" y="1289"/>
                  </a:cubicBezTo>
                  <a:lnTo>
                    <a:pt x="89" y="1366"/>
                  </a:lnTo>
                  <a:cubicBezTo>
                    <a:pt x="433" y="1000"/>
                    <a:pt x="645" y="500"/>
                    <a:pt x="667" y="0"/>
                  </a:cubicBezTo>
                  <a:close/>
                </a:path>
              </a:pathLst>
            </a:custGeom>
            <a:solidFill>
              <a:srgbClr val="1B4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61">
              <a:extLst>
                <a:ext uri="{FF2B5EF4-FFF2-40B4-BE49-F238E27FC236}">
                  <a16:creationId xmlns:a16="http://schemas.microsoft.com/office/drawing/2014/main" id="{A2703A7F-FDB8-77FA-11F5-C080E6FB7F21}"/>
                </a:ext>
              </a:extLst>
            </p:cNvPr>
            <p:cNvSpPr/>
            <p:nvPr/>
          </p:nvSpPr>
          <p:spPr>
            <a:xfrm>
              <a:off x="1451575" y="3782275"/>
              <a:ext cx="36975" cy="43625"/>
            </a:xfrm>
            <a:custGeom>
              <a:avLst/>
              <a:gdLst/>
              <a:ahLst/>
              <a:cxnLst/>
              <a:rect l="l" t="t" r="r" b="b"/>
              <a:pathLst>
                <a:path w="1479" h="1745" extrusionOk="0">
                  <a:moveTo>
                    <a:pt x="387" y="1"/>
                  </a:moveTo>
                  <a:cubicBezTo>
                    <a:pt x="280" y="1"/>
                    <a:pt x="174" y="57"/>
                    <a:pt x="111" y="135"/>
                  </a:cubicBezTo>
                  <a:cubicBezTo>
                    <a:pt x="34" y="234"/>
                    <a:pt x="0" y="357"/>
                    <a:pt x="0" y="535"/>
                  </a:cubicBezTo>
                  <a:cubicBezTo>
                    <a:pt x="12" y="990"/>
                    <a:pt x="301" y="1445"/>
                    <a:pt x="711" y="1656"/>
                  </a:cubicBezTo>
                  <a:cubicBezTo>
                    <a:pt x="812" y="1701"/>
                    <a:pt x="923" y="1745"/>
                    <a:pt x="1045" y="1745"/>
                  </a:cubicBezTo>
                  <a:cubicBezTo>
                    <a:pt x="1133" y="1745"/>
                    <a:pt x="1234" y="1712"/>
                    <a:pt x="1311" y="1645"/>
                  </a:cubicBezTo>
                  <a:cubicBezTo>
                    <a:pt x="1478" y="1490"/>
                    <a:pt x="1456" y="1234"/>
                    <a:pt x="1356" y="1046"/>
                  </a:cubicBezTo>
                  <a:cubicBezTo>
                    <a:pt x="1289" y="912"/>
                    <a:pt x="1212" y="823"/>
                    <a:pt x="1111" y="790"/>
                  </a:cubicBezTo>
                  <a:cubicBezTo>
                    <a:pt x="1074" y="773"/>
                    <a:pt x="1032" y="764"/>
                    <a:pt x="991" y="764"/>
                  </a:cubicBezTo>
                  <a:cubicBezTo>
                    <a:pt x="896" y="764"/>
                    <a:pt x="802" y="808"/>
                    <a:pt x="756" y="901"/>
                  </a:cubicBezTo>
                  <a:cubicBezTo>
                    <a:pt x="723" y="967"/>
                    <a:pt x="733" y="1056"/>
                    <a:pt x="778" y="1123"/>
                  </a:cubicBezTo>
                  <a:cubicBezTo>
                    <a:pt x="817" y="1172"/>
                    <a:pt x="873" y="1203"/>
                    <a:pt x="930" y="1203"/>
                  </a:cubicBezTo>
                  <a:cubicBezTo>
                    <a:pt x="939" y="1203"/>
                    <a:pt x="947" y="1202"/>
                    <a:pt x="956" y="1201"/>
                  </a:cubicBezTo>
                  <a:lnTo>
                    <a:pt x="933" y="1078"/>
                  </a:lnTo>
                  <a:cubicBezTo>
                    <a:pt x="929" y="1081"/>
                    <a:pt x="925" y="1082"/>
                    <a:pt x="920" y="1082"/>
                  </a:cubicBezTo>
                  <a:cubicBezTo>
                    <a:pt x="903" y="1082"/>
                    <a:pt x="887" y="1065"/>
                    <a:pt x="878" y="1056"/>
                  </a:cubicBezTo>
                  <a:cubicBezTo>
                    <a:pt x="856" y="1023"/>
                    <a:pt x="845" y="979"/>
                    <a:pt x="867" y="957"/>
                  </a:cubicBezTo>
                  <a:cubicBezTo>
                    <a:pt x="890" y="911"/>
                    <a:pt x="945" y="886"/>
                    <a:pt x="999" y="886"/>
                  </a:cubicBezTo>
                  <a:cubicBezTo>
                    <a:pt x="1023" y="886"/>
                    <a:pt x="1046" y="891"/>
                    <a:pt x="1067" y="901"/>
                  </a:cubicBezTo>
                  <a:cubicBezTo>
                    <a:pt x="1133" y="923"/>
                    <a:pt x="1200" y="990"/>
                    <a:pt x="1256" y="1101"/>
                  </a:cubicBezTo>
                  <a:cubicBezTo>
                    <a:pt x="1323" y="1246"/>
                    <a:pt x="1345" y="1445"/>
                    <a:pt x="1234" y="1557"/>
                  </a:cubicBezTo>
                  <a:cubicBezTo>
                    <a:pt x="1181" y="1604"/>
                    <a:pt x="1114" y="1623"/>
                    <a:pt x="1044" y="1623"/>
                  </a:cubicBezTo>
                  <a:cubicBezTo>
                    <a:pt x="950" y="1623"/>
                    <a:pt x="849" y="1590"/>
                    <a:pt x="767" y="1545"/>
                  </a:cubicBezTo>
                  <a:cubicBezTo>
                    <a:pt x="390" y="1357"/>
                    <a:pt x="134" y="945"/>
                    <a:pt x="123" y="523"/>
                  </a:cubicBezTo>
                  <a:cubicBezTo>
                    <a:pt x="123" y="390"/>
                    <a:pt x="145" y="279"/>
                    <a:pt x="200" y="212"/>
                  </a:cubicBezTo>
                  <a:cubicBezTo>
                    <a:pt x="239" y="158"/>
                    <a:pt x="309" y="121"/>
                    <a:pt x="375" y="121"/>
                  </a:cubicBezTo>
                  <a:cubicBezTo>
                    <a:pt x="404" y="121"/>
                    <a:pt x="432" y="128"/>
                    <a:pt x="456" y="145"/>
                  </a:cubicBezTo>
                  <a:lnTo>
                    <a:pt x="523" y="34"/>
                  </a:lnTo>
                  <a:cubicBezTo>
                    <a:pt x="479" y="11"/>
                    <a:pt x="433" y="1"/>
                    <a:pt x="387" y="1"/>
                  </a:cubicBezTo>
                  <a:close/>
                </a:path>
              </a:pathLst>
            </a:custGeom>
            <a:solidFill>
              <a:srgbClr val="1B4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61">
              <a:extLst>
                <a:ext uri="{FF2B5EF4-FFF2-40B4-BE49-F238E27FC236}">
                  <a16:creationId xmlns:a16="http://schemas.microsoft.com/office/drawing/2014/main" id="{CEFF5862-D59A-4FB9-6738-476E5B12E1D6}"/>
                </a:ext>
              </a:extLst>
            </p:cNvPr>
            <p:cNvSpPr/>
            <p:nvPr/>
          </p:nvSpPr>
          <p:spPr>
            <a:xfrm>
              <a:off x="1401875" y="3757575"/>
              <a:ext cx="114450" cy="111400"/>
            </a:xfrm>
            <a:custGeom>
              <a:avLst/>
              <a:gdLst/>
              <a:ahLst/>
              <a:cxnLst/>
              <a:rect l="l" t="t" r="r" b="b"/>
              <a:pathLst>
                <a:path w="4578" h="4456" extrusionOk="0">
                  <a:moveTo>
                    <a:pt x="2055" y="0"/>
                  </a:moveTo>
                  <a:cubicBezTo>
                    <a:pt x="1296" y="0"/>
                    <a:pt x="541" y="530"/>
                    <a:pt x="267" y="1267"/>
                  </a:cubicBezTo>
                  <a:cubicBezTo>
                    <a:pt x="0" y="1978"/>
                    <a:pt x="166" y="2833"/>
                    <a:pt x="677" y="3455"/>
                  </a:cubicBezTo>
                  <a:cubicBezTo>
                    <a:pt x="1144" y="4022"/>
                    <a:pt x="1911" y="4399"/>
                    <a:pt x="2711" y="4444"/>
                  </a:cubicBezTo>
                  <a:cubicBezTo>
                    <a:pt x="2777" y="4444"/>
                    <a:pt x="2833" y="4455"/>
                    <a:pt x="2889" y="4455"/>
                  </a:cubicBezTo>
                  <a:cubicBezTo>
                    <a:pt x="3244" y="4455"/>
                    <a:pt x="3555" y="4389"/>
                    <a:pt x="3822" y="4255"/>
                  </a:cubicBezTo>
                  <a:cubicBezTo>
                    <a:pt x="4199" y="4078"/>
                    <a:pt x="4466" y="3777"/>
                    <a:pt x="4577" y="3433"/>
                  </a:cubicBezTo>
                  <a:lnTo>
                    <a:pt x="4466" y="3399"/>
                  </a:lnTo>
                  <a:cubicBezTo>
                    <a:pt x="4366" y="3711"/>
                    <a:pt x="4111" y="3989"/>
                    <a:pt x="3777" y="4144"/>
                  </a:cubicBezTo>
                  <a:cubicBezTo>
                    <a:pt x="3519" y="4268"/>
                    <a:pt x="3220" y="4327"/>
                    <a:pt x="2888" y="4327"/>
                  </a:cubicBezTo>
                  <a:cubicBezTo>
                    <a:pt x="2833" y="4327"/>
                    <a:pt x="2778" y="4325"/>
                    <a:pt x="2721" y="4322"/>
                  </a:cubicBezTo>
                  <a:cubicBezTo>
                    <a:pt x="1944" y="4278"/>
                    <a:pt x="1211" y="3922"/>
                    <a:pt x="766" y="3377"/>
                  </a:cubicBezTo>
                  <a:cubicBezTo>
                    <a:pt x="278" y="2789"/>
                    <a:pt x="134" y="1978"/>
                    <a:pt x="378" y="1311"/>
                  </a:cubicBezTo>
                  <a:cubicBezTo>
                    <a:pt x="633" y="612"/>
                    <a:pt x="1333" y="123"/>
                    <a:pt x="2044" y="123"/>
                  </a:cubicBezTo>
                  <a:lnTo>
                    <a:pt x="2067" y="123"/>
                  </a:lnTo>
                  <a:cubicBezTo>
                    <a:pt x="2522" y="123"/>
                    <a:pt x="3010" y="323"/>
                    <a:pt x="3521" y="700"/>
                  </a:cubicBezTo>
                  <a:cubicBezTo>
                    <a:pt x="3733" y="867"/>
                    <a:pt x="3999" y="1089"/>
                    <a:pt x="4143" y="1389"/>
                  </a:cubicBezTo>
                  <a:cubicBezTo>
                    <a:pt x="4333" y="1778"/>
                    <a:pt x="4311" y="2278"/>
                    <a:pt x="4077" y="2866"/>
                  </a:cubicBezTo>
                  <a:cubicBezTo>
                    <a:pt x="4010" y="3044"/>
                    <a:pt x="3911" y="3233"/>
                    <a:pt x="3755" y="3344"/>
                  </a:cubicBezTo>
                  <a:cubicBezTo>
                    <a:pt x="3643" y="3421"/>
                    <a:pt x="3503" y="3459"/>
                    <a:pt x="3332" y="3459"/>
                  </a:cubicBezTo>
                  <a:cubicBezTo>
                    <a:pt x="3232" y="3459"/>
                    <a:pt x="3122" y="3446"/>
                    <a:pt x="3000" y="3422"/>
                  </a:cubicBezTo>
                  <a:cubicBezTo>
                    <a:pt x="2333" y="3288"/>
                    <a:pt x="1766" y="2933"/>
                    <a:pt x="1467" y="2456"/>
                  </a:cubicBezTo>
                  <a:cubicBezTo>
                    <a:pt x="1111" y="1922"/>
                    <a:pt x="1122" y="1200"/>
                    <a:pt x="1477" y="745"/>
                  </a:cubicBezTo>
                  <a:cubicBezTo>
                    <a:pt x="1636" y="542"/>
                    <a:pt x="1899" y="375"/>
                    <a:pt x="2161" y="375"/>
                  </a:cubicBezTo>
                  <a:cubicBezTo>
                    <a:pt x="2230" y="375"/>
                    <a:pt x="2299" y="386"/>
                    <a:pt x="2366" y="412"/>
                  </a:cubicBezTo>
                  <a:lnTo>
                    <a:pt x="2410" y="301"/>
                  </a:lnTo>
                  <a:cubicBezTo>
                    <a:pt x="2327" y="267"/>
                    <a:pt x="2241" y="252"/>
                    <a:pt x="2157" y="252"/>
                  </a:cubicBezTo>
                  <a:cubicBezTo>
                    <a:pt x="1849" y="252"/>
                    <a:pt x="1552" y="449"/>
                    <a:pt x="1378" y="667"/>
                  </a:cubicBezTo>
                  <a:cubicBezTo>
                    <a:pt x="989" y="1167"/>
                    <a:pt x="978" y="1933"/>
                    <a:pt x="1366" y="2522"/>
                  </a:cubicBezTo>
                  <a:cubicBezTo>
                    <a:pt x="1689" y="3022"/>
                    <a:pt x="2277" y="3399"/>
                    <a:pt x="2977" y="3533"/>
                  </a:cubicBezTo>
                  <a:cubicBezTo>
                    <a:pt x="3108" y="3561"/>
                    <a:pt x="3227" y="3574"/>
                    <a:pt x="3336" y="3574"/>
                  </a:cubicBezTo>
                  <a:cubicBezTo>
                    <a:pt x="3532" y="3574"/>
                    <a:pt x="3693" y="3530"/>
                    <a:pt x="3822" y="3444"/>
                  </a:cubicBezTo>
                  <a:cubicBezTo>
                    <a:pt x="4010" y="3311"/>
                    <a:pt x="4111" y="3100"/>
                    <a:pt x="4188" y="2911"/>
                  </a:cubicBezTo>
                  <a:cubicBezTo>
                    <a:pt x="4432" y="2289"/>
                    <a:pt x="4454" y="1767"/>
                    <a:pt x="4255" y="1345"/>
                  </a:cubicBezTo>
                  <a:cubicBezTo>
                    <a:pt x="4099" y="1012"/>
                    <a:pt x="3822" y="778"/>
                    <a:pt x="3588" y="600"/>
                  </a:cubicBezTo>
                  <a:cubicBezTo>
                    <a:pt x="3066" y="212"/>
                    <a:pt x="2555" y="12"/>
                    <a:pt x="2077" y="0"/>
                  </a:cubicBezTo>
                  <a:cubicBezTo>
                    <a:pt x="2070" y="0"/>
                    <a:pt x="2062" y="0"/>
                    <a:pt x="2055" y="0"/>
                  </a:cubicBezTo>
                  <a:close/>
                </a:path>
              </a:pathLst>
            </a:custGeom>
            <a:solidFill>
              <a:srgbClr val="1B4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61">
              <a:extLst>
                <a:ext uri="{FF2B5EF4-FFF2-40B4-BE49-F238E27FC236}">
                  <a16:creationId xmlns:a16="http://schemas.microsoft.com/office/drawing/2014/main" id="{A14C1560-009F-7746-37B6-C012A53E2BEC}"/>
                </a:ext>
              </a:extLst>
            </p:cNvPr>
            <p:cNvSpPr/>
            <p:nvPr/>
          </p:nvSpPr>
          <p:spPr>
            <a:xfrm>
              <a:off x="1517400" y="3785075"/>
              <a:ext cx="13350" cy="38050"/>
            </a:xfrm>
            <a:custGeom>
              <a:avLst/>
              <a:gdLst/>
              <a:ahLst/>
              <a:cxnLst/>
              <a:rect l="l" t="t" r="r" b="b"/>
              <a:pathLst>
                <a:path w="534" h="1522" extrusionOk="0">
                  <a:moveTo>
                    <a:pt x="100" y="0"/>
                  </a:moveTo>
                  <a:lnTo>
                    <a:pt x="1" y="78"/>
                  </a:lnTo>
                  <a:cubicBezTo>
                    <a:pt x="300" y="467"/>
                    <a:pt x="411" y="1011"/>
                    <a:pt x="267" y="1489"/>
                  </a:cubicBezTo>
                  <a:lnTo>
                    <a:pt x="389" y="1522"/>
                  </a:lnTo>
                  <a:cubicBezTo>
                    <a:pt x="534" y="1011"/>
                    <a:pt x="423" y="423"/>
                    <a:pt x="100" y="0"/>
                  </a:cubicBezTo>
                  <a:close/>
                </a:path>
              </a:pathLst>
            </a:custGeom>
            <a:solidFill>
              <a:srgbClr val="1B4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61">
              <a:extLst>
                <a:ext uri="{FF2B5EF4-FFF2-40B4-BE49-F238E27FC236}">
                  <a16:creationId xmlns:a16="http://schemas.microsoft.com/office/drawing/2014/main" id="{019BA9A7-314A-84FB-0BBA-1AEBC25FE633}"/>
                </a:ext>
              </a:extLst>
            </p:cNvPr>
            <p:cNvSpPr/>
            <p:nvPr/>
          </p:nvSpPr>
          <p:spPr>
            <a:xfrm>
              <a:off x="1505725" y="3793125"/>
              <a:ext cx="45575" cy="93075"/>
            </a:xfrm>
            <a:custGeom>
              <a:avLst/>
              <a:gdLst/>
              <a:ahLst/>
              <a:cxnLst/>
              <a:rect l="l" t="t" r="r" b="b"/>
              <a:pathLst>
                <a:path w="1823" h="3723" extrusionOk="0">
                  <a:moveTo>
                    <a:pt x="1690" y="0"/>
                  </a:moveTo>
                  <a:lnTo>
                    <a:pt x="1567" y="22"/>
                  </a:lnTo>
                  <a:cubicBezTo>
                    <a:pt x="1700" y="612"/>
                    <a:pt x="1634" y="1289"/>
                    <a:pt x="1367" y="2033"/>
                  </a:cubicBezTo>
                  <a:cubicBezTo>
                    <a:pt x="1145" y="2633"/>
                    <a:pt x="734" y="3389"/>
                    <a:pt x="1" y="3611"/>
                  </a:cubicBezTo>
                  <a:lnTo>
                    <a:pt x="34" y="3722"/>
                  </a:lnTo>
                  <a:cubicBezTo>
                    <a:pt x="811" y="3488"/>
                    <a:pt x="1245" y="2700"/>
                    <a:pt x="1478" y="2066"/>
                  </a:cubicBezTo>
                  <a:cubicBezTo>
                    <a:pt x="1745" y="1311"/>
                    <a:pt x="1823" y="612"/>
                    <a:pt x="1690" y="0"/>
                  </a:cubicBezTo>
                  <a:close/>
                </a:path>
              </a:pathLst>
            </a:custGeom>
            <a:solidFill>
              <a:srgbClr val="1B4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61">
              <a:extLst>
                <a:ext uri="{FF2B5EF4-FFF2-40B4-BE49-F238E27FC236}">
                  <a16:creationId xmlns:a16="http://schemas.microsoft.com/office/drawing/2014/main" id="{27AD3E54-5835-C973-3763-CF1BFA514B5A}"/>
                </a:ext>
              </a:extLst>
            </p:cNvPr>
            <p:cNvSpPr/>
            <p:nvPr/>
          </p:nvSpPr>
          <p:spPr>
            <a:xfrm>
              <a:off x="1382425" y="3844500"/>
              <a:ext cx="79175" cy="58625"/>
            </a:xfrm>
            <a:custGeom>
              <a:avLst/>
              <a:gdLst/>
              <a:ahLst/>
              <a:cxnLst/>
              <a:rect l="l" t="t" r="r" b="b"/>
              <a:pathLst>
                <a:path w="3167" h="2345" extrusionOk="0">
                  <a:moveTo>
                    <a:pt x="112" y="1"/>
                  </a:moveTo>
                  <a:lnTo>
                    <a:pt x="1" y="45"/>
                  </a:lnTo>
                  <a:cubicBezTo>
                    <a:pt x="522" y="1312"/>
                    <a:pt x="1789" y="2233"/>
                    <a:pt x="3156" y="2344"/>
                  </a:cubicBezTo>
                  <a:lnTo>
                    <a:pt x="3166" y="2222"/>
                  </a:lnTo>
                  <a:cubicBezTo>
                    <a:pt x="1845" y="2122"/>
                    <a:pt x="611" y="1223"/>
                    <a:pt x="112" y="1"/>
                  </a:cubicBezTo>
                  <a:close/>
                </a:path>
              </a:pathLst>
            </a:custGeom>
            <a:solidFill>
              <a:srgbClr val="1B4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61">
              <a:extLst>
                <a:ext uri="{FF2B5EF4-FFF2-40B4-BE49-F238E27FC236}">
                  <a16:creationId xmlns:a16="http://schemas.microsoft.com/office/drawing/2014/main" id="{4A9B9204-16E2-DDC9-85BB-EA8FCE2FC7D4}"/>
                </a:ext>
              </a:extLst>
            </p:cNvPr>
            <p:cNvSpPr/>
            <p:nvPr/>
          </p:nvSpPr>
          <p:spPr>
            <a:xfrm>
              <a:off x="1594875" y="3694525"/>
              <a:ext cx="643225" cy="16975"/>
            </a:xfrm>
            <a:custGeom>
              <a:avLst/>
              <a:gdLst/>
              <a:ahLst/>
              <a:cxnLst/>
              <a:rect l="l" t="t" r="r" b="b"/>
              <a:pathLst>
                <a:path w="25729" h="679" extrusionOk="0">
                  <a:moveTo>
                    <a:pt x="13520" y="1"/>
                  </a:moveTo>
                  <a:cubicBezTo>
                    <a:pt x="13487" y="1"/>
                    <a:pt x="13454" y="12"/>
                    <a:pt x="13420" y="12"/>
                  </a:cubicBezTo>
                  <a:cubicBezTo>
                    <a:pt x="11193" y="189"/>
                    <a:pt x="8952" y="278"/>
                    <a:pt x="6711" y="278"/>
                  </a:cubicBezTo>
                  <a:cubicBezTo>
                    <a:pt x="4469" y="278"/>
                    <a:pt x="2228" y="189"/>
                    <a:pt x="0" y="12"/>
                  </a:cubicBezTo>
                  <a:lnTo>
                    <a:pt x="0" y="134"/>
                  </a:lnTo>
                  <a:cubicBezTo>
                    <a:pt x="2216" y="312"/>
                    <a:pt x="4449" y="401"/>
                    <a:pt x="6683" y="401"/>
                  </a:cubicBezTo>
                  <a:cubicBezTo>
                    <a:pt x="8774" y="401"/>
                    <a:pt x="10865" y="323"/>
                    <a:pt x="12943" y="167"/>
                  </a:cubicBezTo>
                  <a:lnTo>
                    <a:pt x="12943" y="167"/>
                  </a:lnTo>
                  <a:cubicBezTo>
                    <a:pt x="12798" y="256"/>
                    <a:pt x="12665" y="367"/>
                    <a:pt x="12553" y="500"/>
                  </a:cubicBezTo>
                  <a:lnTo>
                    <a:pt x="12487" y="589"/>
                  </a:lnTo>
                  <a:lnTo>
                    <a:pt x="12598" y="601"/>
                  </a:lnTo>
                  <a:cubicBezTo>
                    <a:pt x="13398" y="656"/>
                    <a:pt x="14209" y="678"/>
                    <a:pt x="15009" y="678"/>
                  </a:cubicBezTo>
                  <a:cubicBezTo>
                    <a:pt x="16364" y="678"/>
                    <a:pt x="17719" y="611"/>
                    <a:pt x="19041" y="556"/>
                  </a:cubicBezTo>
                  <a:cubicBezTo>
                    <a:pt x="20344" y="497"/>
                    <a:pt x="21675" y="441"/>
                    <a:pt x="23008" y="441"/>
                  </a:cubicBezTo>
                  <a:cubicBezTo>
                    <a:pt x="23913" y="441"/>
                    <a:pt x="24819" y="467"/>
                    <a:pt x="25718" y="534"/>
                  </a:cubicBezTo>
                  <a:lnTo>
                    <a:pt x="25729" y="412"/>
                  </a:lnTo>
                  <a:cubicBezTo>
                    <a:pt x="24851" y="346"/>
                    <a:pt x="23968" y="322"/>
                    <a:pt x="23087" y="322"/>
                  </a:cubicBezTo>
                  <a:cubicBezTo>
                    <a:pt x="21727" y="322"/>
                    <a:pt x="20370" y="380"/>
                    <a:pt x="19041" y="434"/>
                  </a:cubicBezTo>
                  <a:cubicBezTo>
                    <a:pt x="17716" y="498"/>
                    <a:pt x="16369" y="557"/>
                    <a:pt x="15022" y="557"/>
                  </a:cubicBezTo>
                  <a:cubicBezTo>
                    <a:pt x="14257" y="557"/>
                    <a:pt x="13492" y="538"/>
                    <a:pt x="12731" y="490"/>
                  </a:cubicBezTo>
                  <a:cubicBezTo>
                    <a:pt x="12909" y="290"/>
                    <a:pt x="13165" y="167"/>
                    <a:pt x="13431" y="134"/>
                  </a:cubicBezTo>
                  <a:cubicBezTo>
                    <a:pt x="13464" y="123"/>
                    <a:pt x="13498" y="123"/>
                    <a:pt x="13531" y="123"/>
                  </a:cubicBezTo>
                  <a:lnTo>
                    <a:pt x="13520" y="1"/>
                  </a:lnTo>
                  <a:close/>
                </a:path>
              </a:pathLst>
            </a:custGeom>
            <a:solidFill>
              <a:srgbClr val="1B4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61">
              <a:extLst>
                <a:ext uri="{FF2B5EF4-FFF2-40B4-BE49-F238E27FC236}">
                  <a16:creationId xmlns:a16="http://schemas.microsoft.com/office/drawing/2014/main" id="{2C9642F4-701C-D0F8-1741-4CB7EF458508}"/>
                </a:ext>
              </a:extLst>
            </p:cNvPr>
            <p:cNvSpPr/>
            <p:nvPr/>
          </p:nvSpPr>
          <p:spPr>
            <a:xfrm>
              <a:off x="1617925" y="3871725"/>
              <a:ext cx="673775" cy="44175"/>
            </a:xfrm>
            <a:custGeom>
              <a:avLst/>
              <a:gdLst/>
              <a:ahLst/>
              <a:cxnLst/>
              <a:rect l="l" t="t" r="r" b="b"/>
              <a:pathLst>
                <a:path w="26951" h="1767" extrusionOk="0">
                  <a:moveTo>
                    <a:pt x="26951" y="0"/>
                  </a:moveTo>
                  <a:lnTo>
                    <a:pt x="22785" y="178"/>
                  </a:lnTo>
                  <a:lnTo>
                    <a:pt x="23241" y="267"/>
                  </a:lnTo>
                  <a:cubicBezTo>
                    <a:pt x="23663" y="367"/>
                    <a:pt x="23996" y="778"/>
                    <a:pt x="24007" y="1211"/>
                  </a:cubicBezTo>
                  <a:lnTo>
                    <a:pt x="13809" y="1489"/>
                  </a:lnTo>
                  <a:cubicBezTo>
                    <a:pt x="12054" y="1533"/>
                    <a:pt x="10310" y="1578"/>
                    <a:pt x="8555" y="1622"/>
                  </a:cubicBezTo>
                  <a:cubicBezTo>
                    <a:pt x="7973" y="1636"/>
                    <a:pt x="7367" y="1650"/>
                    <a:pt x="6748" y="1650"/>
                  </a:cubicBezTo>
                  <a:cubicBezTo>
                    <a:pt x="5347" y="1650"/>
                    <a:pt x="3880" y="1576"/>
                    <a:pt x="2478" y="1245"/>
                  </a:cubicBezTo>
                  <a:cubicBezTo>
                    <a:pt x="3000" y="744"/>
                    <a:pt x="3700" y="433"/>
                    <a:pt x="4411" y="400"/>
                  </a:cubicBezTo>
                  <a:lnTo>
                    <a:pt x="4411" y="278"/>
                  </a:lnTo>
                  <a:lnTo>
                    <a:pt x="1" y="267"/>
                  </a:lnTo>
                  <a:lnTo>
                    <a:pt x="1" y="389"/>
                  </a:lnTo>
                  <a:lnTo>
                    <a:pt x="3722" y="389"/>
                  </a:lnTo>
                  <a:cubicBezTo>
                    <a:pt x="3189" y="544"/>
                    <a:pt x="2700" y="833"/>
                    <a:pt x="2312" y="1233"/>
                  </a:cubicBezTo>
                  <a:lnTo>
                    <a:pt x="2245" y="1311"/>
                  </a:lnTo>
                  <a:lnTo>
                    <a:pt x="2344" y="1333"/>
                  </a:lnTo>
                  <a:cubicBezTo>
                    <a:pt x="3789" y="1689"/>
                    <a:pt x="5311" y="1766"/>
                    <a:pt x="6766" y="1766"/>
                  </a:cubicBezTo>
                  <a:cubicBezTo>
                    <a:pt x="7377" y="1766"/>
                    <a:pt x="7977" y="1756"/>
                    <a:pt x="8565" y="1744"/>
                  </a:cubicBezTo>
                  <a:cubicBezTo>
                    <a:pt x="10310" y="1700"/>
                    <a:pt x="12065" y="1655"/>
                    <a:pt x="13809" y="1611"/>
                  </a:cubicBezTo>
                  <a:lnTo>
                    <a:pt x="24063" y="1333"/>
                  </a:lnTo>
                  <a:lnTo>
                    <a:pt x="24118" y="1333"/>
                  </a:lnTo>
                  <a:lnTo>
                    <a:pt x="24129" y="1277"/>
                  </a:lnTo>
                  <a:cubicBezTo>
                    <a:pt x="24140" y="867"/>
                    <a:pt x="23896" y="455"/>
                    <a:pt x="23540" y="255"/>
                  </a:cubicBezTo>
                  <a:lnTo>
                    <a:pt x="26951" y="122"/>
                  </a:lnTo>
                  <a:lnTo>
                    <a:pt x="26951" y="0"/>
                  </a:lnTo>
                  <a:close/>
                </a:path>
              </a:pathLst>
            </a:custGeom>
            <a:solidFill>
              <a:srgbClr val="1B4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61">
              <a:extLst>
                <a:ext uri="{FF2B5EF4-FFF2-40B4-BE49-F238E27FC236}">
                  <a16:creationId xmlns:a16="http://schemas.microsoft.com/office/drawing/2014/main" id="{BEFF85A9-61E4-E40B-27D2-FC4F00E8C801}"/>
                </a:ext>
              </a:extLst>
            </p:cNvPr>
            <p:cNvSpPr/>
            <p:nvPr/>
          </p:nvSpPr>
          <p:spPr>
            <a:xfrm>
              <a:off x="1963975" y="3922275"/>
              <a:ext cx="289400" cy="13050"/>
            </a:xfrm>
            <a:custGeom>
              <a:avLst/>
              <a:gdLst/>
              <a:ahLst/>
              <a:cxnLst/>
              <a:rect l="l" t="t" r="r" b="b"/>
              <a:pathLst>
                <a:path w="11576" h="522" extrusionOk="0">
                  <a:moveTo>
                    <a:pt x="11564" y="0"/>
                  </a:moveTo>
                  <a:lnTo>
                    <a:pt x="1" y="411"/>
                  </a:lnTo>
                  <a:lnTo>
                    <a:pt x="11" y="522"/>
                  </a:lnTo>
                  <a:lnTo>
                    <a:pt x="11576" y="122"/>
                  </a:lnTo>
                  <a:lnTo>
                    <a:pt x="11564" y="0"/>
                  </a:lnTo>
                  <a:close/>
                </a:path>
              </a:pathLst>
            </a:custGeom>
            <a:solidFill>
              <a:srgbClr val="1B4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61">
              <a:extLst>
                <a:ext uri="{FF2B5EF4-FFF2-40B4-BE49-F238E27FC236}">
                  <a16:creationId xmlns:a16="http://schemas.microsoft.com/office/drawing/2014/main" id="{2207A56C-DE58-7DF1-46BA-B4BD59B7D788}"/>
                </a:ext>
              </a:extLst>
            </p:cNvPr>
            <p:cNvSpPr/>
            <p:nvPr/>
          </p:nvSpPr>
          <p:spPr>
            <a:xfrm>
              <a:off x="1627650" y="3738425"/>
              <a:ext cx="478250" cy="21675"/>
            </a:xfrm>
            <a:custGeom>
              <a:avLst/>
              <a:gdLst/>
              <a:ahLst/>
              <a:cxnLst/>
              <a:rect l="l" t="t" r="r" b="b"/>
              <a:pathLst>
                <a:path w="19130" h="867" extrusionOk="0">
                  <a:moveTo>
                    <a:pt x="19130" y="0"/>
                  </a:moveTo>
                  <a:cubicBezTo>
                    <a:pt x="16575" y="22"/>
                    <a:pt x="13975" y="156"/>
                    <a:pt x="11432" y="400"/>
                  </a:cubicBezTo>
                  <a:lnTo>
                    <a:pt x="11298" y="411"/>
                  </a:lnTo>
                  <a:lnTo>
                    <a:pt x="11398" y="500"/>
                  </a:lnTo>
                  <a:cubicBezTo>
                    <a:pt x="11487" y="588"/>
                    <a:pt x="11598" y="667"/>
                    <a:pt x="11709" y="733"/>
                  </a:cubicBezTo>
                  <a:cubicBezTo>
                    <a:pt x="11026" y="743"/>
                    <a:pt x="10341" y="748"/>
                    <a:pt x="9655" y="748"/>
                  </a:cubicBezTo>
                  <a:cubicBezTo>
                    <a:pt x="6440" y="748"/>
                    <a:pt x="3207" y="640"/>
                    <a:pt x="12" y="411"/>
                  </a:cubicBezTo>
                  <a:lnTo>
                    <a:pt x="0" y="533"/>
                  </a:lnTo>
                  <a:cubicBezTo>
                    <a:pt x="3200" y="756"/>
                    <a:pt x="6443" y="867"/>
                    <a:pt x="9677" y="867"/>
                  </a:cubicBezTo>
                  <a:cubicBezTo>
                    <a:pt x="10432" y="867"/>
                    <a:pt x="11198" y="867"/>
                    <a:pt x="11965" y="855"/>
                  </a:cubicBezTo>
                  <a:lnTo>
                    <a:pt x="12276" y="844"/>
                  </a:lnTo>
                  <a:lnTo>
                    <a:pt x="11987" y="733"/>
                  </a:lnTo>
                  <a:cubicBezTo>
                    <a:pt x="11842" y="677"/>
                    <a:pt x="11698" y="600"/>
                    <a:pt x="11576" y="511"/>
                  </a:cubicBezTo>
                  <a:cubicBezTo>
                    <a:pt x="14086" y="267"/>
                    <a:pt x="16619" y="144"/>
                    <a:pt x="19130" y="122"/>
                  </a:cubicBezTo>
                  <a:lnTo>
                    <a:pt x="19130" y="0"/>
                  </a:lnTo>
                  <a:close/>
                </a:path>
              </a:pathLst>
            </a:custGeom>
            <a:solidFill>
              <a:srgbClr val="1B41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61">
              <a:extLst>
                <a:ext uri="{FF2B5EF4-FFF2-40B4-BE49-F238E27FC236}">
                  <a16:creationId xmlns:a16="http://schemas.microsoft.com/office/drawing/2014/main" id="{5D6A4572-1BA5-4F9D-F724-2F25B7842492}"/>
                </a:ext>
              </a:extLst>
            </p:cNvPr>
            <p:cNvSpPr/>
            <p:nvPr/>
          </p:nvSpPr>
          <p:spPr>
            <a:xfrm>
              <a:off x="1738625" y="3310325"/>
              <a:ext cx="110950" cy="222950"/>
            </a:xfrm>
            <a:custGeom>
              <a:avLst/>
              <a:gdLst/>
              <a:ahLst/>
              <a:cxnLst/>
              <a:rect l="l" t="t" r="r" b="b"/>
              <a:pathLst>
                <a:path w="4438" h="8918" extrusionOk="0">
                  <a:moveTo>
                    <a:pt x="783" y="1"/>
                  </a:moveTo>
                  <a:cubicBezTo>
                    <a:pt x="0" y="1"/>
                    <a:pt x="584" y="3214"/>
                    <a:pt x="616" y="3616"/>
                  </a:cubicBezTo>
                  <a:cubicBezTo>
                    <a:pt x="671" y="4360"/>
                    <a:pt x="594" y="5115"/>
                    <a:pt x="638" y="5860"/>
                  </a:cubicBezTo>
                  <a:cubicBezTo>
                    <a:pt x="661" y="6193"/>
                    <a:pt x="705" y="6515"/>
                    <a:pt x="838" y="6815"/>
                  </a:cubicBezTo>
                  <a:cubicBezTo>
                    <a:pt x="1038" y="7248"/>
                    <a:pt x="1405" y="7581"/>
                    <a:pt x="1782" y="7870"/>
                  </a:cubicBezTo>
                  <a:cubicBezTo>
                    <a:pt x="2315" y="8281"/>
                    <a:pt x="2905" y="8615"/>
                    <a:pt x="3515" y="8870"/>
                  </a:cubicBezTo>
                  <a:cubicBezTo>
                    <a:pt x="3571" y="8894"/>
                    <a:pt x="3631" y="8917"/>
                    <a:pt x="3689" y="8917"/>
                  </a:cubicBezTo>
                  <a:cubicBezTo>
                    <a:pt x="3713" y="8917"/>
                    <a:pt x="3737" y="8913"/>
                    <a:pt x="3760" y="8904"/>
                  </a:cubicBezTo>
                  <a:cubicBezTo>
                    <a:pt x="3804" y="8870"/>
                    <a:pt x="3838" y="8815"/>
                    <a:pt x="3860" y="8770"/>
                  </a:cubicBezTo>
                  <a:cubicBezTo>
                    <a:pt x="4248" y="7993"/>
                    <a:pt x="4438" y="7048"/>
                    <a:pt x="4071" y="6270"/>
                  </a:cubicBezTo>
                  <a:cubicBezTo>
                    <a:pt x="3871" y="5848"/>
                    <a:pt x="3537" y="5504"/>
                    <a:pt x="3260" y="5127"/>
                  </a:cubicBezTo>
                  <a:cubicBezTo>
                    <a:pt x="2860" y="4571"/>
                    <a:pt x="2604" y="3915"/>
                    <a:pt x="2382" y="3260"/>
                  </a:cubicBezTo>
                  <a:cubicBezTo>
                    <a:pt x="2182" y="2683"/>
                    <a:pt x="2016" y="2093"/>
                    <a:pt x="1794" y="1527"/>
                  </a:cubicBezTo>
                  <a:cubicBezTo>
                    <a:pt x="1649" y="1160"/>
                    <a:pt x="1316" y="172"/>
                    <a:pt x="916" y="27"/>
                  </a:cubicBezTo>
                  <a:cubicBezTo>
                    <a:pt x="868" y="9"/>
                    <a:pt x="824" y="1"/>
                    <a:pt x="783" y="1"/>
                  </a:cubicBezTo>
                  <a:close/>
                </a:path>
              </a:pathLst>
            </a:custGeom>
            <a:solidFill>
              <a:srgbClr val="633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61">
              <a:extLst>
                <a:ext uri="{FF2B5EF4-FFF2-40B4-BE49-F238E27FC236}">
                  <a16:creationId xmlns:a16="http://schemas.microsoft.com/office/drawing/2014/main" id="{39FD401A-6878-56DE-28DB-5928907BAB1B}"/>
                </a:ext>
              </a:extLst>
            </p:cNvPr>
            <p:cNvSpPr/>
            <p:nvPr/>
          </p:nvSpPr>
          <p:spPr>
            <a:xfrm>
              <a:off x="1849825" y="3559050"/>
              <a:ext cx="160275" cy="156725"/>
            </a:xfrm>
            <a:custGeom>
              <a:avLst/>
              <a:gdLst/>
              <a:ahLst/>
              <a:cxnLst/>
              <a:rect l="l" t="t" r="r" b="b"/>
              <a:pathLst>
                <a:path w="6411" h="6269" extrusionOk="0">
                  <a:moveTo>
                    <a:pt x="5195" y="1"/>
                  </a:moveTo>
                  <a:cubicBezTo>
                    <a:pt x="4876" y="1"/>
                    <a:pt x="4559" y="147"/>
                    <a:pt x="4333" y="365"/>
                  </a:cubicBezTo>
                  <a:cubicBezTo>
                    <a:pt x="4000" y="688"/>
                    <a:pt x="3811" y="1120"/>
                    <a:pt x="3633" y="1542"/>
                  </a:cubicBezTo>
                  <a:cubicBezTo>
                    <a:pt x="3345" y="2231"/>
                    <a:pt x="3056" y="2909"/>
                    <a:pt x="2755" y="3598"/>
                  </a:cubicBezTo>
                  <a:cubicBezTo>
                    <a:pt x="2670" y="3812"/>
                    <a:pt x="2523" y="4066"/>
                    <a:pt x="2295" y="4066"/>
                  </a:cubicBezTo>
                  <a:cubicBezTo>
                    <a:pt x="2286" y="4066"/>
                    <a:pt x="2276" y="4066"/>
                    <a:pt x="2267" y="4065"/>
                  </a:cubicBezTo>
                  <a:cubicBezTo>
                    <a:pt x="2178" y="4065"/>
                    <a:pt x="2100" y="4020"/>
                    <a:pt x="2022" y="3986"/>
                  </a:cubicBezTo>
                  <a:cubicBezTo>
                    <a:pt x="1773" y="3866"/>
                    <a:pt x="1510" y="3660"/>
                    <a:pt x="1281" y="3660"/>
                  </a:cubicBezTo>
                  <a:cubicBezTo>
                    <a:pt x="1214" y="3660"/>
                    <a:pt x="1149" y="3677"/>
                    <a:pt x="1089" y="3720"/>
                  </a:cubicBezTo>
                  <a:cubicBezTo>
                    <a:pt x="856" y="3875"/>
                    <a:pt x="111" y="4431"/>
                    <a:pt x="0" y="4709"/>
                  </a:cubicBezTo>
                  <a:cubicBezTo>
                    <a:pt x="856" y="5087"/>
                    <a:pt x="2300" y="5753"/>
                    <a:pt x="3167" y="6142"/>
                  </a:cubicBezTo>
                  <a:cubicBezTo>
                    <a:pt x="3304" y="6200"/>
                    <a:pt x="3458" y="6268"/>
                    <a:pt x="3607" y="6268"/>
                  </a:cubicBezTo>
                  <a:cubicBezTo>
                    <a:pt x="3627" y="6268"/>
                    <a:pt x="3647" y="6267"/>
                    <a:pt x="3666" y="6264"/>
                  </a:cubicBezTo>
                  <a:cubicBezTo>
                    <a:pt x="3955" y="6242"/>
                    <a:pt x="4133" y="5975"/>
                    <a:pt x="4255" y="5719"/>
                  </a:cubicBezTo>
                  <a:cubicBezTo>
                    <a:pt x="4511" y="5186"/>
                    <a:pt x="4688" y="4620"/>
                    <a:pt x="4766" y="4020"/>
                  </a:cubicBezTo>
                  <a:cubicBezTo>
                    <a:pt x="4822" y="3609"/>
                    <a:pt x="4833" y="3187"/>
                    <a:pt x="4966" y="2798"/>
                  </a:cubicBezTo>
                  <a:cubicBezTo>
                    <a:pt x="5088" y="2409"/>
                    <a:pt x="5377" y="2054"/>
                    <a:pt x="5777" y="1976"/>
                  </a:cubicBezTo>
                  <a:cubicBezTo>
                    <a:pt x="5910" y="1942"/>
                    <a:pt x="6055" y="1954"/>
                    <a:pt x="6177" y="1898"/>
                  </a:cubicBezTo>
                  <a:cubicBezTo>
                    <a:pt x="6310" y="1843"/>
                    <a:pt x="6411" y="1687"/>
                    <a:pt x="6332" y="1554"/>
                  </a:cubicBezTo>
                  <a:cubicBezTo>
                    <a:pt x="6288" y="1465"/>
                    <a:pt x="6166" y="1431"/>
                    <a:pt x="6055" y="1409"/>
                  </a:cubicBezTo>
                  <a:cubicBezTo>
                    <a:pt x="5951" y="1394"/>
                    <a:pt x="5846" y="1386"/>
                    <a:pt x="5742" y="1386"/>
                  </a:cubicBezTo>
                  <a:cubicBezTo>
                    <a:pt x="5471" y="1386"/>
                    <a:pt x="5204" y="1438"/>
                    <a:pt x="4955" y="1542"/>
                  </a:cubicBezTo>
                  <a:lnTo>
                    <a:pt x="5988" y="1076"/>
                  </a:lnTo>
                  <a:cubicBezTo>
                    <a:pt x="6055" y="1043"/>
                    <a:pt x="6144" y="999"/>
                    <a:pt x="6122" y="920"/>
                  </a:cubicBezTo>
                  <a:cubicBezTo>
                    <a:pt x="6110" y="865"/>
                    <a:pt x="6055" y="832"/>
                    <a:pt x="5999" y="809"/>
                  </a:cubicBezTo>
                  <a:cubicBezTo>
                    <a:pt x="5855" y="755"/>
                    <a:pt x="5704" y="729"/>
                    <a:pt x="5554" y="729"/>
                  </a:cubicBezTo>
                  <a:cubicBezTo>
                    <a:pt x="5334" y="729"/>
                    <a:pt x="5118" y="786"/>
                    <a:pt x="4933" y="898"/>
                  </a:cubicBezTo>
                  <a:cubicBezTo>
                    <a:pt x="5177" y="743"/>
                    <a:pt x="5433" y="587"/>
                    <a:pt x="5677" y="432"/>
                  </a:cubicBezTo>
                  <a:cubicBezTo>
                    <a:pt x="5710" y="409"/>
                    <a:pt x="5755" y="387"/>
                    <a:pt x="5766" y="354"/>
                  </a:cubicBezTo>
                  <a:cubicBezTo>
                    <a:pt x="5821" y="254"/>
                    <a:pt x="5710" y="132"/>
                    <a:pt x="5599" y="88"/>
                  </a:cubicBezTo>
                  <a:cubicBezTo>
                    <a:pt x="5469" y="28"/>
                    <a:pt x="5332" y="1"/>
                    <a:pt x="5195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61">
              <a:extLst>
                <a:ext uri="{FF2B5EF4-FFF2-40B4-BE49-F238E27FC236}">
                  <a16:creationId xmlns:a16="http://schemas.microsoft.com/office/drawing/2014/main" id="{54858F05-8EE6-526B-DDED-A879FA70A67C}"/>
                </a:ext>
              </a:extLst>
            </p:cNvPr>
            <p:cNvSpPr/>
            <p:nvPr/>
          </p:nvSpPr>
          <p:spPr>
            <a:xfrm>
              <a:off x="1849825" y="3650375"/>
              <a:ext cx="56400" cy="29450"/>
            </a:xfrm>
            <a:custGeom>
              <a:avLst/>
              <a:gdLst/>
              <a:ahLst/>
              <a:cxnLst/>
              <a:rect l="l" t="t" r="r" b="b"/>
              <a:pathLst>
                <a:path w="2256" h="1178" extrusionOk="0">
                  <a:moveTo>
                    <a:pt x="0" y="0"/>
                  </a:moveTo>
                  <a:lnTo>
                    <a:pt x="0" y="1178"/>
                  </a:lnTo>
                  <a:lnTo>
                    <a:pt x="2256" y="1178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D9BBB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61">
              <a:extLst>
                <a:ext uri="{FF2B5EF4-FFF2-40B4-BE49-F238E27FC236}">
                  <a16:creationId xmlns:a16="http://schemas.microsoft.com/office/drawing/2014/main" id="{349B1D51-5772-A450-AF78-EDB61781A939}"/>
                </a:ext>
              </a:extLst>
            </p:cNvPr>
            <p:cNvSpPr/>
            <p:nvPr/>
          </p:nvSpPr>
          <p:spPr>
            <a:xfrm>
              <a:off x="1857050" y="3679800"/>
              <a:ext cx="28075" cy="12800"/>
            </a:xfrm>
            <a:custGeom>
              <a:avLst/>
              <a:gdLst/>
              <a:ahLst/>
              <a:cxnLst/>
              <a:rect l="l" t="t" r="r" b="b"/>
              <a:pathLst>
                <a:path w="1123" h="512" extrusionOk="0">
                  <a:moveTo>
                    <a:pt x="889" y="412"/>
                  </a:moveTo>
                  <a:lnTo>
                    <a:pt x="1123" y="512"/>
                  </a:lnTo>
                  <a:lnTo>
                    <a:pt x="1123" y="512"/>
                  </a:lnTo>
                  <a:lnTo>
                    <a:pt x="889" y="412"/>
                  </a:lnTo>
                  <a:close/>
                  <a:moveTo>
                    <a:pt x="878" y="401"/>
                  </a:moveTo>
                  <a:lnTo>
                    <a:pt x="889" y="401"/>
                  </a:lnTo>
                  <a:lnTo>
                    <a:pt x="878" y="401"/>
                  </a:lnTo>
                  <a:close/>
                  <a:moveTo>
                    <a:pt x="545" y="257"/>
                  </a:moveTo>
                  <a:lnTo>
                    <a:pt x="567" y="257"/>
                  </a:lnTo>
                  <a:lnTo>
                    <a:pt x="545" y="257"/>
                  </a:ln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167" y="79"/>
                    <a:pt x="345" y="156"/>
                    <a:pt x="533" y="245"/>
                  </a:cubicBezTo>
                  <a:cubicBezTo>
                    <a:pt x="345" y="156"/>
                    <a:pt x="167" y="79"/>
                    <a:pt x="0" y="1"/>
                  </a:cubicBezTo>
                  <a:close/>
                </a:path>
              </a:pathLst>
            </a:custGeom>
            <a:solidFill>
              <a:srgbClr val="6054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61">
              <a:extLst>
                <a:ext uri="{FF2B5EF4-FFF2-40B4-BE49-F238E27FC236}">
                  <a16:creationId xmlns:a16="http://schemas.microsoft.com/office/drawing/2014/main" id="{69CBC7CB-8AB7-A680-2376-13578C17728F}"/>
                </a:ext>
              </a:extLst>
            </p:cNvPr>
            <p:cNvSpPr/>
            <p:nvPr/>
          </p:nvSpPr>
          <p:spPr>
            <a:xfrm>
              <a:off x="1849825" y="3650375"/>
              <a:ext cx="56400" cy="42225"/>
            </a:xfrm>
            <a:custGeom>
              <a:avLst/>
              <a:gdLst/>
              <a:ahLst/>
              <a:cxnLst/>
              <a:rect l="l" t="t" r="r" b="b"/>
              <a:pathLst>
                <a:path w="2256" h="1689" extrusionOk="0">
                  <a:moveTo>
                    <a:pt x="1278" y="0"/>
                  </a:moveTo>
                  <a:cubicBezTo>
                    <a:pt x="1212" y="0"/>
                    <a:pt x="1145" y="22"/>
                    <a:pt x="1089" y="67"/>
                  </a:cubicBezTo>
                  <a:cubicBezTo>
                    <a:pt x="856" y="222"/>
                    <a:pt x="111" y="778"/>
                    <a:pt x="0" y="1056"/>
                  </a:cubicBezTo>
                  <a:cubicBezTo>
                    <a:pt x="89" y="1089"/>
                    <a:pt x="190" y="1133"/>
                    <a:pt x="289" y="1178"/>
                  </a:cubicBezTo>
                  <a:cubicBezTo>
                    <a:pt x="456" y="1256"/>
                    <a:pt x="634" y="1333"/>
                    <a:pt x="822" y="1422"/>
                  </a:cubicBezTo>
                  <a:cubicBezTo>
                    <a:pt x="822" y="1422"/>
                    <a:pt x="834" y="1422"/>
                    <a:pt x="834" y="1434"/>
                  </a:cubicBezTo>
                  <a:lnTo>
                    <a:pt x="856" y="1434"/>
                  </a:lnTo>
                  <a:cubicBezTo>
                    <a:pt x="956" y="1478"/>
                    <a:pt x="1056" y="1533"/>
                    <a:pt x="1167" y="1578"/>
                  </a:cubicBezTo>
                  <a:lnTo>
                    <a:pt x="1178" y="1578"/>
                  </a:lnTo>
                  <a:lnTo>
                    <a:pt x="1178" y="1589"/>
                  </a:lnTo>
                  <a:lnTo>
                    <a:pt x="1412" y="1689"/>
                  </a:lnTo>
                  <a:cubicBezTo>
                    <a:pt x="1345" y="1545"/>
                    <a:pt x="1267" y="1400"/>
                    <a:pt x="1178" y="1244"/>
                  </a:cubicBezTo>
                  <a:cubicBezTo>
                    <a:pt x="1133" y="1145"/>
                    <a:pt x="1178" y="1044"/>
                    <a:pt x="1278" y="1034"/>
                  </a:cubicBezTo>
                  <a:cubicBezTo>
                    <a:pt x="1812" y="989"/>
                    <a:pt x="2167" y="800"/>
                    <a:pt x="2256" y="412"/>
                  </a:cubicBezTo>
                  <a:cubicBezTo>
                    <a:pt x="2167" y="412"/>
                    <a:pt x="2089" y="367"/>
                    <a:pt x="2022" y="333"/>
                  </a:cubicBezTo>
                  <a:cubicBezTo>
                    <a:pt x="1778" y="212"/>
                    <a:pt x="1511" y="0"/>
                    <a:pt x="1278" y="0"/>
                  </a:cubicBezTo>
                  <a:close/>
                </a:path>
              </a:pathLst>
            </a:custGeom>
            <a:solidFill>
              <a:srgbClr val="CD85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61">
              <a:extLst>
                <a:ext uri="{FF2B5EF4-FFF2-40B4-BE49-F238E27FC236}">
                  <a16:creationId xmlns:a16="http://schemas.microsoft.com/office/drawing/2014/main" id="{0C72550D-11AD-475A-D8D3-845081EE8DBF}"/>
                </a:ext>
              </a:extLst>
            </p:cNvPr>
            <p:cNvSpPr/>
            <p:nvPr/>
          </p:nvSpPr>
          <p:spPr>
            <a:xfrm>
              <a:off x="1760675" y="3562900"/>
              <a:ext cx="128350" cy="149625"/>
            </a:xfrm>
            <a:custGeom>
              <a:avLst/>
              <a:gdLst/>
              <a:ahLst/>
              <a:cxnLst/>
              <a:rect l="l" t="t" r="r" b="b"/>
              <a:pathLst>
                <a:path w="5134" h="5985" extrusionOk="0">
                  <a:moveTo>
                    <a:pt x="400" y="0"/>
                  </a:moveTo>
                  <a:cubicBezTo>
                    <a:pt x="347" y="0"/>
                    <a:pt x="878" y="2333"/>
                    <a:pt x="845" y="2433"/>
                  </a:cubicBezTo>
                  <a:cubicBezTo>
                    <a:pt x="745" y="2722"/>
                    <a:pt x="678" y="3000"/>
                    <a:pt x="523" y="3277"/>
                  </a:cubicBezTo>
                  <a:cubicBezTo>
                    <a:pt x="156" y="3888"/>
                    <a:pt x="1" y="4377"/>
                    <a:pt x="690" y="4877"/>
                  </a:cubicBezTo>
                  <a:cubicBezTo>
                    <a:pt x="989" y="5099"/>
                    <a:pt x="1356" y="5210"/>
                    <a:pt x="1712" y="5321"/>
                  </a:cubicBezTo>
                  <a:cubicBezTo>
                    <a:pt x="1534" y="5355"/>
                    <a:pt x="1378" y="5454"/>
                    <a:pt x="1256" y="5588"/>
                  </a:cubicBezTo>
                  <a:cubicBezTo>
                    <a:pt x="1502" y="5620"/>
                    <a:pt x="1750" y="5636"/>
                    <a:pt x="1999" y="5636"/>
                  </a:cubicBezTo>
                  <a:cubicBezTo>
                    <a:pt x="2267" y="5636"/>
                    <a:pt x="2535" y="5617"/>
                    <a:pt x="2800" y="5577"/>
                  </a:cubicBezTo>
                  <a:lnTo>
                    <a:pt x="2800" y="5577"/>
                  </a:lnTo>
                  <a:cubicBezTo>
                    <a:pt x="2589" y="5677"/>
                    <a:pt x="2389" y="5799"/>
                    <a:pt x="2211" y="5955"/>
                  </a:cubicBezTo>
                  <a:cubicBezTo>
                    <a:pt x="2344" y="5975"/>
                    <a:pt x="2480" y="5985"/>
                    <a:pt x="2616" y="5985"/>
                  </a:cubicBezTo>
                  <a:cubicBezTo>
                    <a:pt x="2932" y="5985"/>
                    <a:pt x="3252" y="5930"/>
                    <a:pt x="3556" y="5821"/>
                  </a:cubicBezTo>
                  <a:cubicBezTo>
                    <a:pt x="3867" y="5710"/>
                    <a:pt x="4178" y="5533"/>
                    <a:pt x="4322" y="5244"/>
                  </a:cubicBezTo>
                  <a:cubicBezTo>
                    <a:pt x="4467" y="4943"/>
                    <a:pt x="4388" y="4521"/>
                    <a:pt x="4089" y="4388"/>
                  </a:cubicBezTo>
                  <a:cubicBezTo>
                    <a:pt x="4411" y="4321"/>
                    <a:pt x="4722" y="4111"/>
                    <a:pt x="4833" y="3788"/>
                  </a:cubicBezTo>
                  <a:cubicBezTo>
                    <a:pt x="4911" y="3544"/>
                    <a:pt x="4844" y="3255"/>
                    <a:pt x="4667" y="3089"/>
                  </a:cubicBezTo>
                  <a:cubicBezTo>
                    <a:pt x="4611" y="3033"/>
                    <a:pt x="4544" y="2988"/>
                    <a:pt x="4467" y="2966"/>
                  </a:cubicBezTo>
                  <a:lnTo>
                    <a:pt x="4467" y="2966"/>
                  </a:lnTo>
                  <a:cubicBezTo>
                    <a:pt x="4480" y="2967"/>
                    <a:pt x="4493" y="2968"/>
                    <a:pt x="4506" y="2968"/>
                  </a:cubicBezTo>
                  <a:cubicBezTo>
                    <a:pt x="4738" y="2968"/>
                    <a:pt x="4968" y="2787"/>
                    <a:pt x="5011" y="2555"/>
                  </a:cubicBezTo>
                  <a:cubicBezTo>
                    <a:pt x="5133" y="1877"/>
                    <a:pt x="4022" y="1800"/>
                    <a:pt x="3600" y="1689"/>
                  </a:cubicBezTo>
                  <a:cubicBezTo>
                    <a:pt x="2867" y="1500"/>
                    <a:pt x="1122" y="189"/>
                    <a:pt x="401" y="0"/>
                  </a:cubicBezTo>
                  <a:cubicBezTo>
                    <a:pt x="401" y="0"/>
                    <a:pt x="401" y="0"/>
                    <a:pt x="400" y="0"/>
                  </a:cubicBezTo>
                  <a:close/>
                </a:path>
              </a:pathLst>
            </a:custGeom>
            <a:solidFill>
              <a:srgbClr val="804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61">
              <a:extLst>
                <a:ext uri="{FF2B5EF4-FFF2-40B4-BE49-F238E27FC236}">
                  <a16:creationId xmlns:a16="http://schemas.microsoft.com/office/drawing/2014/main" id="{20947572-9D4D-8D86-B4FF-70A3B21D10A2}"/>
                </a:ext>
              </a:extLst>
            </p:cNvPr>
            <p:cNvSpPr/>
            <p:nvPr/>
          </p:nvSpPr>
          <p:spPr>
            <a:xfrm>
              <a:off x="1817050" y="3649800"/>
              <a:ext cx="63625" cy="52475"/>
            </a:xfrm>
            <a:custGeom>
              <a:avLst/>
              <a:gdLst/>
              <a:ahLst/>
              <a:cxnLst/>
              <a:rect l="l" t="t" r="r" b="b"/>
              <a:pathLst>
                <a:path w="2545" h="2099" extrusionOk="0">
                  <a:moveTo>
                    <a:pt x="969" y="434"/>
                  </a:moveTo>
                  <a:cubicBezTo>
                    <a:pt x="1025" y="434"/>
                    <a:pt x="1082" y="449"/>
                    <a:pt x="1134" y="479"/>
                  </a:cubicBezTo>
                  <a:cubicBezTo>
                    <a:pt x="1178" y="501"/>
                    <a:pt x="1212" y="534"/>
                    <a:pt x="1256" y="568"/>
                  </a:cubicBezTo>
                  <a:cubicBezTo>
                    <a:pt x="1134" y="546"/>
                    <a:pt x="1012" y="501"/>
                    <a:pt x="889" y="445"/>
                  </a:cubicBezTo>
                  <a:cubicBezTo>
                    <a:pt x="915" y="438"/>
                    <a:pt x="942" y="434"/>
                    <a:pt x="969" y="434"/>
                  </a:cubicBezTo>
                  <a:close/>
                  <a:moveTo>
                    <a:pt x="2111" y="1"/>
                  </a:moveTo>
                  <a:lnTo>
                    <a:pt x="2067" y="57"/>
                  </a:lnTo>
                  <a:lnTo>
                    <a:pt x="2412" y="356"/>
                  </a:lnTo>
                  <a:cubicBezTo>
                    <a:pt x="2166" y="520"/>
                    <a:pt x="1876" y="602"/>
                    <a:pt x="1583" y="602"/>
                  </a:cubicBezTo>
                  <a:cubicBezTo>
                    <a:pt x="1519" y="602"/>
                    <a:pt x="1454" y="598"/>
                    <a:pt x="1390" y="590"/>
                  </a:cubicBezTo>
                  <a:cubicBezTo>
                    <a:pt x="1323" y="524"/>
                    <a:pt x="1256" y="457"/>
                    <a:pt x="1167" y="412"/>
                  </a:cubicBezTo>
                  <a:cubicBezTo>
                    <a:pt x="1108" y="377"/>
                    <a:pt x="1032" y="354"/>
                    <a:pt x="958" y="354"/>
                  </a:cubicBezTo>
                  <a:cubicBezTo>
                    <a:pt x="894" y="354"/>
                    <a:pt x="830" y="371"/>
                    <a:pt x="778" y="412"/>
                  </a:cubicBezTo>
                  <a:lnTo>
                    <a:pt x="734" y="457"/>
                  </a:lnTo>
                  <a:lnTo>
                    <a:pt x="790" y="479"/>
                  </a:lnTo>
                  <a:cubicBezTo>
                    <a:pt x="967" y="579"/>
                    <a:pt x="1156" y="635"/>
                    <a:pt x="1345" y="667"/>
                  </a:cubicBezTo>
                  <a:lnTo>
                    <a:pt x="1390" y="712"/>
                  </a:lnTo>
                  <a:cubicBezTo>
                    <a:pt x="1456" y="801"/>
                    <a:pt x="1534" y="890"/>
                    <a:pt x="1578" y="1001"/>
                  </a:cubicBezTo>
                  <a:cubicBezTo>
                    <a:pt x="1600" y="1079"/>
                    <a:pt x="1600" y="1201"/>
                    <a:pt x="1523" y="1267"/>
                  </a:cubicBezTo>
                  <a:cubicBezTo>
                    <a:pt x="1478" y="1290"/>
                    <a:pt x="1434" y="1301"/>
                    <a:pt x="1378" y="1301"/>
                  </a:cubicBezTo>
                  <a:cubicBezTo>
                    <a:pt x="1311" y="1257"/>
                    <a:pt x="1222" y="1223"/>
                    <a:pt x="1134" y="1212"/>
                  </a:cubicBezTo>
                  <a:lnTo>
                    <a:pt x="934" y="1178"/>
                  </a:lnTo>
                  <a:lnTo>
                    <a:pt x="1111" y="1279"/>
                  </a:lnTo>
                  <a:cubicBezTo>
                    <a:pt x="1200" y="1334"/>
                    <a:pt x="1278" y="1368"/>
                    <a:pt x="1356" y="1378"/>
                  </a:cubicBezTo>
                  <a:cubicBezTo>
                    <a:pt x="1422" y="1423"/>
                    <a:pt x="1478" y="1479"/>
                    <a:pt x="1511" y="1556"/>
                  </a:cubicBezTo>
                  <a:cubicBezTo>
                    <a:pt x="1578" y="1701"/>
                    <a:pt x="1545" y="1889"/>
                    <a:pt x="1422" y="1968"/>
                  </a:cubicBezTo>
                  <a:cubicBezTo>
                    <a:pt x="1364" y="2008"/>
                    <a:pt x="1293" y="2022"/>
                    <a:pt x="1219" y="2022"/>
                  </a:cubicBezTo>
                  <a:cubicBezTo>
                    <a:pt x="1153" y="2022"/>
                    <a:pt x="1086" y="2011"/>
                    <a:pt x="1023" y="2001"/>
                  </a:cubicBezTo>
                  <a:cubicBezTo>
                    <a:pt x="689" y="1945"/>
                    <a:pt x="345" y="1812"/>
                    <a:pt x="45" y="1623"/>
                  </a:cubicBezTo>
                  <a:lnTo>
                    <a:pt x="1" y="1690"/>
                  </a:lnTo>
                  <a:cubicBezTo>
                    <a:pt x="312" y="1879"/>
                    <a:pt x="656" y="2012"/>
                    <a:pt x="1012" y="2079"/>
                  </a:cubicBezTo>
                  <a:cubicBezTo>
                    <a:pt x="1076" y="2089"/>
                    <a:pt x="1147" y="2099"/>
                    <a:pt x="1218" y="2099"/>
                  </a:cubicBezTo>
                  <a:cubicBezTo>
                    <a:pt x="1306" y="2099"/>
                    <a:pt x="1393" y="2083"/>
                    <a:pt x="1467" y="2034"/>
                  </a:cubicBezTo>
                  <a:cubicBezTo>
                    <a:pt x="1467" y="2023"/>
                    <a:pt x="1478" y="2023"/>
                    <a:pt x="1489" y="2023"/>
                  </a:cubicBezTo>
                  <a:cubicBezTo>
                    <a:pt x="1622" y="1912"/>
                    <a:pt x="1667" y="1690"/>
                    <a:pt x="1578" y="1523"/>
                  </a:cubicBezTo>
                  <a:cubicBezTo>
                    <a:pt x="1556" y="1467"/>
                    <a:pt x="1523" y="1412"/>
                    <a:pt x="1478" y="1368"/>
                  </a:cubicBezTo>
                  <a:cubicBezTo>
                    <a:pt x="1511" y="1368"/>
                    <a:pt x="1534" y="1346"/>
                    <a:pt x="1567" y="1323"/>
                  </a:cubicBezTo>
                  <a:cubicBezTo>
                    <a:pt x="1678" y="1245"/>
                    <a:pt x="1689" y="1090"/>
                    <a:pt x="1645" y="968"/>
                  </a:cubicBezTo>
                  <a:cubicBezTo>
                    <a:pt x="1612" y="857"/>
                    <a:pt x="1534" y="756"/>
                    <a:pt x="1456" y="679"/>
                  </a:cubicBezTo>
                  <a:lnTo>
                    <a:pt x="1456" y="679"/>
                  </a:lnTo>
                  <a:cubicBezTo>
                    <a:pt x="1494" y="681"/>
                    <a:pt x="1531" y="682"/>
                    <a:pt x="1568" y="682"/>
                  </a:cubicBezTo>
                  <a:cubicBezTo>
                    <a:pt x="1906" y="682"/>
                    <a:pt x="2230" y="590"/>
                    <a:pt x="2500" y="390"/>
                  </a:cubicBezTo>
                  <a:lnTo>
                    <a:pt x="2545" y="368"/>
                  </a:lnTo>
                  <a:lnTo>
                    <a:pt x="2111" y="1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61">
              <a:extLst>
                <a:ext uri="{FF2B5EF4-FFF2-40B4-BE49-F238E27FC236}">
                  <a16:creationId xmlns:a16="http://schemas.microsoft.com/office/drawing/2014/main" id="{456870EF-F221-20CA-0241-3ED56EBB538F}"/>
                </a:ext>
              </a:extLst>
            </p:cNvPr>
            <p:cNvSpPr/>
            <p:nvPr/>
          </p:nvSpPr>
          <p:spPr>
            <a:xfrm>
              <a:off x="1980650" y="3557825"/>
              <a:ext cx="12800" cy="11750"/>
            </a:xfrm>
            <a:custGeom>
              <a:avLst/>
              <a:gdLst/>
              <a:ahLst/>
              <a:cxnLst/>
              <a:rect l="l" t="t" r="r" b="b"/>
              <a:pathLst>
                <a:path w="512" h="470" extrusionOk="0">
                  <a:moveTo>
                    <a:pt x="39" y="0"/>
                  </a:moveTo>
                  <a:cubicBezTo>
                    <a:pt x="12" y="0"/>
                    <a:pt x="0" y="30"/>
                    <a:pt x="11" y="114"/>
                  </a:cubicBezTo>
                  <a:cubicBezTo>
                    <a:pt x="22" y="236"/>
                    <a:pt x="45" y="347"/>
                    <a:pt x="77" y="470"/>
                  </a:cubicBezTo>
                  <a:cubicBezTo>
                    <a:pt x="222" y="458"/>
                    <a:pt x="366" y="403"/>
                    <a:pt x="489" y="325"/>
                  </a:cubicBezTo>
                  <a:cubicBezTo>
                    <a:pt x="489" y="314"/>
                    <a:pt x="500" y="314"/>
                    <a:pt x="500" y="303"/>
                  </a:cubicBezTo>
                  <a:cubicBezTo>
                    <a:pt x="511" y="281"/>
                    <a:pt x="489" y="258"/>
                    <a:pt x="467" y="248"/>
                  </a:cubicBezTo>
                  <a:cubicBezTo>
                    <a:pt x="366" y="192"/>
                    <a:pt x="267" y="125"/>
                    <a:pt x="166" y="70"/>
                  </a:cubicBezTo>
                  <a:cubicBezTo>
                    <a:pt x="114" y="35"/>
                    <a:pt x="68" y="0"/>
                    <a:pt x="39" y="0"/>
                  </a:cubicBezTo>
                  <a:close/>
                </a:path>
              </a:pathLst>
            </a:custGeom>
            <a:solidFill>
              <a:srgbClr val="F7AD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61">
              <a:extLst>
                <a:ext uri="{FF2B5EF4-FFF2-40B4-BE49-F238E27FC236}">
                  <a16:creationId xmlns:a16="http://schemas.microsoft.com/office/drawing/2014/main" id="{356E1139-0C34-505E-FEEB-D559887B7E31}"/>
                </a:ext>
              </a:extLst>
            </p:cNvPr>
            <p:cNvSpPr/>
            <p:nvPr/>
          </p:nvSpPr>
          <p:spPr>
            <a:xfrm>
              <a:off x="1989225" y="3577225"/>
              <a:ext cx="10875" cy="8725"/>
            </a:xfrm>
            <a:custGeom>
              <a:avLst/>
              <a:gdLst/>
              <a:ahLst/>
              <a:cxnLst/>
              <a:rect l="l" t="t" r="r" b="b"/>
              <a:pathLst>
                <a:path w="435" h="349" extrusionOk="0">
                  <a:moveTo>
                    <a:pt x="36" y="1"/>
                  </a:moveTo>
                  <a:cubicBezTo>
                    <a:pt x="10" y="1"/>
                    <a:pt x="0" y="19"/>
                    <a:pt x="23" y="82"/>
                  </a:cubicBezTo>
                  <a:cubicBezTo>
                    <a:pt x="45" y="183"/>
                    <a:pt x="90" y="260"/>
                    <a:pt x="134" y="349"/>
                  </a:cubicBezTo>
                  <a:cubicBezTo>
                    <a:pt x="245" y="316"/>
                    <a:pt x="346" y="249"/>
                    <a:pt x="423" y="171"/>
                  </a:cubicBezTo>
                  <a:cubicBezTo>
                    <a:pt x="423" y="171"/>
                    <a:pt x="435" y="161"/>
                    <a:pt x="435" y="149"/>
                  </a:cubicBezTo>
                  <a:cubicBezTo>
                    <a:pt x="435" y="138"/>
                    <a:pt x="412" y="127"/>
                    <a:pt x="401" y="116"/>
                  </a:cubicBezTo>
                  <a:cubicBezTo>
                    <a:pt x="312" y="94"/>
                    <a:pt x="223" y="60"/>
                    <a:pt x="134" y="27"/>
                  </a:cubicBezTo>
                  <a:cubicBezTo>
                    <a:pt x="97" y="17"/>
                    <a:pt x="60" y="1"/>
                    <a:pt x="36" y="1"/>
                  </a:cubicBezTo>
                  <a:close/>
                </a:path>
              </a:pathLst>
            </a:custGeom>
            <a:solidFill>
              <a:srgbClr val="F7AD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61">
              <a:extLst>
                <a:ext uri="{FF2B5EF4-FFF2-40B4-BE49-F238E27FC236}">
                  <a16:creationId xmlns:a16="http://schemas.microsoft.com/office/drawing/2014/main" id="{2AD7C239-DF3B-C360-E828-6ACBB9138CFA}"/>
                </a:ext>
              </a:extLst>
            </p:cNvPr>
            <p:cNvSpPr/>
            <p:nvPr/>
          </p:nvSpPr>
          <p:spPr>
            <a:xfrm>
              <a:off x="1995700" y="3595750"/>
              <a:ext cx="12725" cy="9950"/>
            </a:xfrm>
            <a:custGeom>
              <a:avLst/>
              <a:gdLst/>
              <a:ahLst/>
              <a:cxnLst/>
              <a:rect l="l" t="t" r="r" b="b"/>
              <a:pathLst>
                <a:path w="509" h="398" extrusionOk="0">
                  <a:moveTo>
                    <a:pt x="49" y="0"/>
                  </a:moveTo>
                  <a:cubicBezTo>
                    <a:pt x="14" y="0"/>
                    <a:pt x="0" y="23"/>
                    <a:pt x="31" y="97"/>
                  </a:cubicBezTo>
                  <a:cubicBezTo>
                    <a:pt x="65" y="208"/>
                    <a:pt x="109" y="308"/>
                    <a:pt x="164" y="397"/>
                  </a:cubicBezTo>
                  <a:cubicBezTo>
                    <a:pt x="287" y="363"/>
                    <a:pt x="398" y="297"/>
                    <a:pt x="487" y="197"/>
                  </a:cubicBezTo>
                  <a:cubicBezTo>
                    <a:pt x="497" y="197"/>
                    <a:pt x="509" y="186"/>
                    <a:pt x="509" y="175"/>
                  </a:cubicBezTo>
                  <a:cubicBezTo>
                    <a:pt x="509" y="153"/>
                    <a:pt x="487" y="141"/>
                    <a:pt x="465" y="141"/>
                  </a:cubicBezTo>
                  <a:cubicBezTo>
                    <a:pt x="364" y="108"/>
                    <a:pt x="265" y="64"/>
                    <a:pt x="164" y="30"/>
                  </a:cubicBezTo>
                  <a:cubicBezTo>
                    <a:pt x="120" y="15"/>
                    <a:pt x="77" y="0"/>
                    <a:pt x="49" y="0"/>
                  </a:cubicBezTo>
                  <a:close/>
                </a:path>
              </a:pathLst>
            </a:custGeom>
            <a:solidFill>
              <a:srgbClr val="F7AD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61">
              <a:extLst>
                <a:ext uri="{FF2B5EF4-FFF2-40B4-BE49-F238E27FC236}">
                  <a16:creationId xmlns:a16="http://schemas.microsoft.com/office/drawing/2014/main" id="{2AC09830-00F4-593F-224E-11923BFAE730}"/>
                </a:ext>
              </a:extLst>
            </p:cNvPr>
            <p:cNvSpPr/>
            <p:nvPr/>
          </p:nvSpPr>
          <p:spPr>
            <a:xfrm>
              <a:off x="1456300" y="3248350"/>
              <a:ext cx="357725" cy="482850"/>
            </a:xfrm>
            <a:custGeom>
              <a:avLst/>
              <a:gdLst/>
              <a:ahLst/>
              <a:cxnLst/>
              <a:rect l="l" t="t" r="r" b="b"/>
              <a:pathLst>
                <a:path w="14309" h="19314" extrusionOk="0">
                  <a:moveTo>
                    <a:pt x="7590" y="0"/>
                  </a:moveTo>
                  <a:cubicBezTo>
                    <a:pt x="6955" y="0"/>
                    <a:pt x="6325" y="105"/>
                    <a:pt x="5721" y="385"/>
                  </a:cubicBezTo>
                  <a:cubicBezTo>
                    <a:pt x="4810" y="807"/>
                    <a:pt x="4033" y="1484"/>
                    <a:pt x="3366" y="2229"/>
                  </a:cubicBezTo>
                  <a:cubicBezTo>
                    <a:pt x="1722" y="4029"/>
                    <a:pt x="633" y="6384"/>
                    <a:pt x="567" y="8816"/>
                  </a:cubicBezTo>
                  <a:cubicBezTo>
                    <a:pt x="556" y="9016"/>
                    <a:pt x="556" y="9238"/>
                    <a:pt x="656" y="9416"/>
                  </a:cubicBezTo>
                  <a:cubicBezTo>
                    <a:pt x="789" y="9283"/>
                    <a:pt x="922" y="9161"/>
                    <a:pt x="1045" y="9028"/>
                  </a:cubicBezTo>
                  <a:lnTo>
                    <a:pt x="1045" y="9028"/>
                  </a:lnTo>
                  <a:cubicBezTo>
                    <a:pt x="378" y="10571"/>
                    <a:pt x="1" y="12249"/>
                    <a:pt x="134" y="13926"/>
                  </a:cubicBezTo>
                  <a:cubicBezTo>
                    <a:pt x="189" y="14748"/>
                    <a:pt x="389" y="15560"/>
                    <a:pt x="712" y="16315"/>
                  </a:cubicBezTo>
                  <a:cubicBezTo>
                    <a:pt x="1011" y="16992"/>
                    <a:pt x="1478" y="17925"/>
                    <a:pt x="2100" y="18359"/>
                  </a:cubicBezTo>
                  <a:cubicBezTo>
                    <a:pt x="3212" y="19121"/>
                    <a:pt x="4689" y="19314"/>
                    <a:pt x="6053" y="19314"/>
                  </a:cubicBezTo>
                  <a:cubicBezTo>
                    <a:pt x="6337" y="19314"/>
                    <a:pt x="6617" y="19305"/>
                    <a:pt x="6888" y="19292"/>
                  </a:cubicBezTo>
                  <a:cubicBezTo>
                    <a:pt x="7510" y="19258"/>
                    <a:pt x="8132" y="19203"/>
                    <a:pt x="8754" y="19137"/>
                  </a:cubicBezTo>
                  <a:cubicBezTo>
                    <a:pt x="9710" y="19025"/>
                    <a:pt x="10676" y="18836"/>
                    <a:pt x="11631" y="18759"/>
                  </a:cubicBezTo>
                  <a:cubicBezTo>
                    <a:pt x="12498" y="18692"/>
                    <a:pt x="13309" y="18303"/>
                    <a:pt x="13720" y="17492"/>
                  </a:cubicBezTo>
                  <a:cubicBezTo>
                    <a:pt x="14026" y="16900"/>
                    <a:pt x="14061" y="16221"/>
                    <a:pt x="14045" y="15549"/>
                  </a:cubicBezTo>
                  <a:lnTo>
                    <a:pt x="14045" y="15549"/>
                  </a:lnTo>
                  <a:cubicBezTo>
                    <a:pt x="14053" y="15571"/>
                    <a:pt x="14063" y="15593"/>
                    <a:pt x="14075" y="15615"/>
                  </a:cubicBezTo>
                  <a:cubicBezTo>
                    <a:pt x="14153" y="15426"/>
                    <a:pt x="14186" y="15204"/>
                    <a:pt x="14198" y="14993"/>
                  </a:cubicBezTo>
                  <a:cubicBezTo>
                    <a:pt x="14309" y="12460"/>
                    <a:pt x="12531" y="10305"/>
                    <a:pt x="12453" y="7838"/>
                  </a:cubicBezTo>
                  <a:cubicBezTo>
                    <a:pt x="12442" y="7450"/>
                    <a:pt x="12475" y="7061"/>
                    <a:pt x="12554" y="6661"/>
                  </a:cubicBezTo>
                  <a:cubicBezTo>
                    <a:pt x="12631" y="6328"/>
                    <a:pt x="12742" y="6006"/>
                    <a:pt x="12798" y="5661"/>
                  </a:cubicBezTo>
                  <a:cubicBezTo>
                    <a:pt x="13020" y="4506"/>
                    <a:pt x="12653" y="3306"/>
                    <a:pt x="12065" y="2284"/>
                  </a:cubicBezTo>
                  <a:cubicBezTo>
                    <a:pt x="11453" y="1229"/>
                    <a:pt x="10654" y="507"/>
                    <a:pt x="9465" y="240"/>
                  </a:cubicBezTo>
                  <a:cubicBezTo>
                    <a:pt x="8848" y="102"/>
                    <a:pt x="8216" y="0"/>
                    <a:pt x="7590" y="0"/>
                  </a:cubicBezTo>
                  <a:close/>
                </a:path>
              </a:pathLst>
            </a:custGeom>
            <a:solidFill>
              <a:srgbClr val="774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61">
              <a:extLst>
                <a:ext uri="{FF2B5EF4-FFF2-40B4-BE49-F238E27FC236}">
                  <a16:creationId xmlns:a16="http://schemas.microsoft.com/office/drawing/2014/main" id="{A10D4E55-218C-ABA3-C9FD-E7E1C83A2D46}"/>
                </a:ext>
              </a:extLst>
            </p:cNvPr>
            <p:cNvSpPr/>
            <p:nvPr/>
          </p:nvSpPr>
          <p:spPr>
            <a:xfrm>
              <a:off x="1474075" y="3474025"/>
              <a:ext cx="8350" cy="21675"/>
            </a:xfrm>
            <a:custGeom>
              <a:avLst/>
              <a:gdLst/>
              <a:ahLst/>
              <a:cxnLst/>
              <a:rect l="l" t="t" r="r" b="b"/>
              <a:pathLst>
                <a:path w="334" h="867" extrusionOk="0">
                  <a:moveTo>
                    <a:pt x="334" y="1"/>
                  </a:moveTo>
                  <a:cubicBezTo>
                    <a:pt x="145" y="189"/>
                    <a:pt x="67" y="544"/>
                    <a:pt x="1" y="867"/>
                  </a:cubicBezTo>
                  <a:cubicBezTo>
                    <a:pt x="100" y="567"/>
                    <a:pt x="211" y="289"/>
                    <a:pt x="334" y="1"/>
                  </a:cubicBezTo>
                  <a:close/>
                </a:path>
              </a:pathLst>
            </a:custGeom>
            <a:solidFill>
              <a:srgbClr val="CAB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61">
              <a:extLst>
                <a:ext uri="{FF2B5EF4-FFF2-40B4-BE49-F238E27FC236}">
                  <a16:creationId xmlns:a16="http://schemas.microsoft.com/office/drawing/2014/main" id="{582C660E-B8E9-B9D5-CEA8-F7B7C1929F0C}"/>
                </a:ext>
              </a:extLst>
            </p:cNvPr>
            <p:cNvSpPr/>
            <p:nvPr/>
          </p:nvSpPr>
          <p:spPr>
            <a:xfrm>
              <a:off x="1445750" y="3329600"/>
              <a:ext cx="313850" cy="308300"/>
            </a:xfrm>
            <a:custGeom>
              <a:avLst/>
              <a:gdLst/>
              <a:ahLst/>
              <a:cxnLst/>
              <a:rect l="l" t="t" r="r" b="b"/>
              <a:pathLst>
                <a:path w="12554" h="12332" extrusionOk="0">
                  <a:moveTo>
                    <a:pt x="2955" y="1"/>
                  </a:moveTo>
                  <a:cubicBezTo>
                    <a:pt x="1833" y="1567"/>
                    <a:pt x="1100" y="3411"/>
                    <a:pt x="1000" y="5333"/>
                  </a:cubicBezTo>
                  <a:lnTo>
                    <a:pt x="989" y="5344"/>
                  </a:lnTo>
                  <a:lnTo>
                    <a:pt x="989" y="5355"/>
                  </a:lnTo>
                  <a:lnTo>
                    <a:pt x="989" y="5378"/>
                  </a:lnTo>
                  <a:lnTo>
                    <a:pt x="989" y="5388"/>
                  </a:lnTo>
                  <a:lnTo>
                    <a:pt x="989" y="5400"/>
                  </a:lnTo>
                  <a:lnTo>
                    <a:pt x="989" y="5410"/>
                  </a:lnTo>
                  <a:lnTo>
                    <a:pt x="989" y="5422"/>
                  </a:lnTo>
                  <a:lnTo>
                    <a:pt x="989" y="5433"/>
                  </a:lnTo>
                  <a:lnTo>
                    <a:pt x="989" y="5444"/>
                  </a:lnTo>
                  <a:lnTo>
                    <a:pt x="989" y="5455"/>
                  </a:lnTo>
                  <a:lnTo>
                    <a:pt x="989" y="5466"/>
                  </a:lnTo>
                  <a:lnTo>
                    <a:pt x="989" y="5477"/>
                  </a:lnTo>
                  <a:lnTo>
                    <a:pt x="989" y="5489"/>
                  </a:lnTo>
                  <a:lnTo>
                    <a:pt x="989" y="5499"/>
                  </a:lnTo>
                  <a:lnTo>
                    <a:pt x="989" y="5511"/>
                  </a:lnTo>
                  <a:lnTo>
                    <a:pt x="989" y="5522"/>
                  </a:lnTo>
                  <a:lnTo>
                    <a:pt x="989" y="5533"/>
                  </a:lnTo>
                  <a:lnTo>
                    <a:pt x="989" y="5544"/>
                  </a:lnTo>
                  <a:lnTo>
                    <a:pt x="989" y="5555"/>
                  </a:lnTo>
                  <a:lnTo>
                    <a:pt x="989" y="5566"/>
                  </a:lnTo>
                  <a:lnTo>
                    <a:pt x="989" y="5588"/>
                  </a:lnTo>
                  <a:cubicBezTo>
                    <a:pt x="978" y="5788"/>
                    <a:pt x="989" y="5988"/>
                    <a:pt x="1078" y="6166"/>
                  </a:cubicBezTo>
                  <a:lnTo>
                    <a:pt x="1278" y="5966"/>
                  </a:lnTo>
                  <a:cubicBezTo>
                    <a:pt x="1344" y="5911"/>
                    <a:pt x="1400" y="5844"/>
                    <a:pt x="1467" y="5778"/>
                  </a:cubicBezTo>
                  <a:lnTo>
                    <a:pt x="1467" y="5778"/>
                  </a:lnTo>
                  <a:cubicBezTo>
                    <a:pt x="1344" y="6066"/>
                    <a:pt x="1233" y="6344"/>
                    <a:pt x="1134" y="6644"/>
                  </a:cubicBezTo>
                  <a:cubicBezTo>
                    <a:pt x="1100" y="6810"/>
                    <a:pt x="1067" y="6977"/>
                    <a:pt x="1033" y="7111"/>
                  </a:cubicBezTo>
                  <a:cubicBezTo>
                    <a:pt x="922" y="7444"/>
                    <a:pt x="0" y="10409"/>
                    <a:pt x="989" y="12332"/>
                  </a:cubicBezTo>
                  <a:cubicBezTo>
                    <a:pt x="1400" y="12009"/>
                    <a:pt x="2067" y="11643"/>
                    <a:pt x="2633" y="11643"/>
                  </a:cubicBezTo>
                  <a:cubicBezTo>
                    <a:pt x="2699" y="11643"/>
                    <a:pt x="2766" y="11643"/>
                    <a:pt x="2833" y="11654"/>
                  </a:cubicBezTo>
                  <a:cubicBezTo>
                    <a:pt x="3099" y="11698"/>
                    <a:pt x="3322" y="11732"/>
                    <a:pt x="3600" y="11732"/>
                  </a:cubicBezTo>
                  <a:lnTo>
                    <a:pt x="3689" y="11732"/>
                  </a:lnTo>
                  <a:cubicBezTo>
                    <a:pt x="3933" y="11732"/>
                    <a:pt x="4188" y="11754"/>
                    <a:pt x="4355" y="11954"/>
                  </a:cubicBezTo>
                  <a:cubicBezTo>
                    <a:pt x="4555" y="12187"/>
                    <a:pt x="4899" y="12265"/>
                    <a:pt x="5210" y="12265"/>
                  </a:cubicBezTo>
                  <a:lnTo>
                    <a:pt x="5388" y="12265"/>
                  </a:lnTo>
                  <a:cubicBezTo>
                    <a:pt x="5699" y="12231"/>
                    <a:pt x="5999" y="12110"/>
                    <a:pt x="6310" y="12043"/>
                  </a:cubicBezTo>
                  <a:cubicBezTo>
                    <a:pt x="6499" y="11998"/>
                    <a:pt x="6688" y="11976"/>
                    <a:pt x="6876" y="11976"/>
                  </a:cubicBezTo>
                  <a:cubicBezTo>
                    <a:pt x="6999" y="11976"/>
                    <a:pt x="7121" y="11987"/>
                    <a:pt x="7243" y="12009"/>
                  </a:cubicBezTo>
                  <a:cubicBezTo>
                    <a:pt x="7565" y="12076"/>
                    <a:pt x="7876" y="12209"/>
                    <a:pt x="8199" y="12254"/>
                  </a:cubicBezTo>
                  <a:cubicBezTo>
                    <a:pt x="8288" y="12265"/>
                    <a:pt x="8387" y="12276"/>
                    <a:pt x="8476" y="12276"/>
                  </a:cubicBezTo>
                  <a:cubicBezTo>
                    <a:pt x="8920" y="12276"/>
                    <a:pt x="9399" y="12142"/>
                    <a:pt x="9809" y="12021"/>
                  </a:cubicBezTo>
                  <a:cubicBezTo>
                    <a:pt x="10365" y="11854"/>
                    <a:pt x="10920" y="11621"/>
                    <a:pt x="11409" y="11298"/>
                  </a:cubicBezTo>
                  <a:cubicBezTo>
                    <a:pt x="11865" y="11021"/>
                    <a:pt x="12342" y="10609"/>
                    <a:pt x="12465" y="10066"/>
                  </a:cubicBezTo>
                  <a:cubicBezTo>
                    <a:pt x="12553" y="9721"/>
                    <a:pt x="12409" y="9454"/>
                    <a:pt x="12198" y="9199"/>
                  </a:cubicBezTo>
                  <a:cubicBezTo>
                    <a:pt x="12020" y="8965"/>
                    <a:pt x="11865" y="8743"/>
                    <a:pt x="11720" y="8477"/>
                  </a:cubicBezTo>
                  <a:cubicBezTo>
                    <a:pt x="11576" y="8199"/>
                    <a:pt x="11443" y="7899"/>
                    <a:pt x="11253" y="7644"/>
                  </a:cubicBezTo>
                  <a:cubicBezTo>
                    <a:pt x="11087" y="7422"/>
                    <a:pt x="10887" y="7321"/>
                    <a:pt x="10609" y="7266"/>
                  </a:cubicBezTo>
                  <a:cubicBezTo>
                    <a:pt x="10443" y="7244"/>
                    <a:pt x="10265" y="7232"/>
                    <a:pt x="10087" y="7232"/>
                  </a:cubicBezTo>
                  <a:cubicBezTo>
                    <a:pt x="9876" y="7232"/>
                    <a:pt x="9676" y="7244"/>
                    <a:pt x="9465" y="7255"/>
                  </a:cubicBezTo>
                  <a:cubicBezTo>
                    <a:pt x="9254" y="7266"/>
                    <a:pt x="9054" y="7288"/>
                    <a:pt x="8854" y="7288"/>
                  </a:cubicBezTo>
                  <a:lnTo>
                    <a:pt x="8843" y="7288"/>
                  </a:lnTo>
                  <a:cubicBezTo>
                    <a:pt x="7787" y="7288"/>
                    <a:pt x="6799" y="6688"/>
                    <a:pt x="6266" y="5788"/>
                  </a:cubicBezTo>
                  <a:cubicBezTo>
                    <a:pt x="5777" y="4966"/>
                    <a:pt x="5654" y="3978"/>
                    <a:pt x="5299" y="3089"/>
                  </a:cubicBezTo>
                  <a:cubicBezTo>
                    <a:pt x="4877" y="2045"/>
                    <a:pt x="4066" y="523"/>
                    <a:pt x="2955" y="1"/>
                  </a:cubicBezTo>
                  <a:close/>
                </a:path>
              </a:pathLst>
            </a:custGeom>
            <a:solidFill>
              <a:srgbClr val="6E3A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61">
              <a:extLst>
                <a:ext uri="{FF2B5EF4-FFF2-40B4-BE49-F238E27FC236}">
                  <a16:creationId xmlns:a16="http://schemas.microsoft.com/office/drawing/2014/main" id="{D6F2CF14-5A30-F5E1-2506-90514A050F4C}"/>
                </a:ext>
              </a:extLst>
            </p:cNvPr>
            <p:cNvSpPr/>
            <p:nvPr/>
          </p:nvSpPr>
          <p:spPr>
            <a:xfrm>
              <a:off x="1555725" y="3250450"/>
              <a:ext cx="117500" cy="37800"/>
            </a:xfrm>
            <a:custGeom>
              <a:avLst/>
              <a:gdLst/>
              <a:ahLst/>
              <a:cxnLst/>
              <a:rect l="l" t="t" r="r" b="b"/>
              <a:pathLst>
                <a:path w="4700" h="1512" extrusionOk="0">
                  <a:moveTo>
                    <a:pt x="4666" y="0"/>
                  </a:moveTo>
                  <a:cubicBezTo>
                    <a:pt x="4677" y="0"/>
                    <a:pt x="4688" y="0"/>
                    <a:pt x="4699" y="12"/>
                  </a:cubicBezTo>
                  <a:cubicBezTo>
                    <a:pt x="4688" y="0"/>
                    <a:pt x="4677" y="0"/>
                    <a:pt x="4677" y="0"/>
                  </a:cubicBezTo>
                  <a:close/>
                  <a:moveTo>
                    <a:pt x="1744" y="301"/>
                  </a:moveTo>
                  <a:cubicBezTo>
                    <a:pt x="1100" y="601"/>
                    <a:pt x="511" y="1012"/>
                    <a:pt x="1" y="1511"/>
                  </a:cubicBezTo>
                  <a:cubicBezTo>
                    <a:pt x="522" y="1023"/>
                    <a:pt x="1100" y="601"/>
                    <a:pt x="1744" y="301"/>
                  </a:cubicBezTo>
                  <a:close/>
                </a:path>
              </a:pathLst>
            </a:custGeom>
            <a:solidFill>
              <a:srgbClr val="D8CD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61">
              <a:extLst>
                <a:ext uri="{FF2B5EF4-FFF2-40B4-BE49-F238E27FC236}">
                  <a16:creationId xmlns:a16="http://schemas.microsoft.com/office/drawing/2014/main" id="{F24C260C-C298-A3D4-A2E1-8BEB33150545}"/>
                </a:ext>
              </a:extLst>
            </p:cNvPr>
            <p:cNvSpPr/>
            <p:nvPr/>
          </p:nvSpPr>
          <p:spPr>
            <a:xfrm>
              <a:off x="1530175" y="3248525"/>
              <a:ext cx="232750" cy="180800"/>
            </a:xfrm>
            <a:custGeom>
              <a:avLst/>
              <a:gdLst/>
              <a:ahLst/>
              <a:cxnLst/>
              <a:rect l="l" t="t" r="r" b="b"/>
              <a:pathLst>
                <a:path w="9310" h="7232" extrusionOk="0">
                  <a:moveTo>
                    <a:pt x="4655" y="0"/>
                  </a:moveTo>
                  <a:cubicBezTo>
                    <a:pt x="4010" y="0"/>
                    <a:pt x="3366" y="100"/>
                    <a:pt x="2766" y="378"/>
                  </a:cubicBezTo>
                  <a:cubicBezTo>
                    <a:pt x="2122" y="677"/>
                    <a:pt x="1544" y="1099"/>
                    <a:pt x="1023" y="1588"/>
                  </a:cubicBezTo>
                  <a:cubicBezTo>
                    <a:pt x="855" y="1755"/>
                    <a:pt x="700" y="1922"/>
                    <a:pt x="544" y="2111"/>
                  </a:cubicBezTo>
                  <a:cubicBezTo>
                    <a:pt x="344" y="2355"/>
                    <a:pt x="156" y="2632"/>
                    <a:pt x="1" y="2911"/>
                  </a:cubicBezTo>
                  <a:cubicBezTo>
                    <a:pt x="467" y="3000"/>
                    <a:pt x="867" y="3343"/>
                    <a:pt x="1167" y="3721"/>
                  </a:cubicBezTo>
                  <a:cubicBezTo>
                    <a:pt x="1455" y="4110"/>
                    <a:pt x="1667" y="4555"/>
                    <a:pt x="1922" y="4965"/>
                  </a:cubicBezTo>
                  <a:cubicBezTo>
                    <a:pt x="2178" y="5377"/>
                    <a:pt x="2522" y="5787"/>
                    <a:pt x="3000" y="5876"/>
                  </a:cubicBezTo>
                  <a:cubicBezTo>
                    <a:pt x="3099" y="5888"/>
                    <a:pt x="3200" y="5898"/>
                    <a:pt x="3299" y="5932"/>
                  </a:cubicBezTo>
                  <a:cubicBezTo>
                    <a:pt x="3477" y="6010"/>
                    <a:pt x="3588" y="6187"/>
                    <a:pt x="3699" y="6343"/>
                  </a:cubicBezTo>
                  <a:cubicBezTo>
                    <a:pt x="4055" y="6832"/>
                    <a:pt x="4622" y="7165"/>
                    <a:pt x="5222" y="7221"/>
                  </a:cubicBezTo>
                  <a:cubicBezTo>
                    <a:pt x="5288" y="7232"/>
                    <a:pt x="5355" y="7232"/>
                    <a:pt x="5432" y="7232"/>
                  </a:cubicBezTo>
                  <a:cubicBezTo>
                    <a:pt x="5966" y="7232"/>
                    <a:pt x="6499" y="7032"/>
                    <a:pt x="6888" y="6676"/>
                  </a:cubicBezTo>
                  <a:cubicBezTo>
                    <a:pt x="6999" y="6577"/>
                    <a:pt x="7099" y="6454"/>
                    <a:pt x="7232" y="6387"/>
                  </a:cubicBezTo>
                  <a:cubicBezTo>
                    <a:pt x="7399" y="6288"/>
                    <a:pt x="7610" y="6276"/>
                    <a:pt x="7787" y="6199"/>
                  </a:cubicBezTo>
                  <a:cubicBezTo>
                    <a:pt x="7987" y="6110"/>
                    <a:pt x="8132" y="5965"/>
                    <a:pt x="8354" y="5866"/>
                  </a:cubicBezTo>
                  <a:cubicBezTo>
                    <a:pt x="8698" y="5721"/>
                    <a:pt x="8954" y="5499"/>
                    <a:pt x="9143" y="5165"/>
                  </a:cubicBezTo>
                  <a:cubicBezTo>
                    <a:pt x="9199" y="5044"/>
                    <a:pt x="9265" y="4921"/>
                    <a:pt x="9310" y="4788"/>
                  </a:cubicBezTo>
                  <a:cubicBezTo>
                    <a:pt x="9199" y="3511"/>
                    <a:pt x="8654" y="2277"/>
                    <a:pt x="7799" y="1322"/>
                  </a:cubicBezTo>
                  <a:cubicBezTo>
                    <a:pt x="7199" y="633"/>
                    <a:pt x="6621" y="222"/>
                    <a:pt x="5721" y="89"/>
                  </a:cubicBezTo>
                  <a:cubicBezTo>
                    <a:pt x="5710" y="77"/>
                    <a:pt x="5699" y="77"/>
                    <a:pt x="5688" y="77"/>
                  </a:cubicBezTo>
                  <a:cubicBezTo>
                    <a:pt x="5343" y="33"/>
                    <a:pt x="5000" y="0"/>
                    <a:pt x="4655" y="0"/>
                  </a:cubicBezTo>
                  <a:close/>
                </a:path>
              </a:pathLst>
            </a:custGeom>
            <a:solidFill>
              <a:srgbClr val="703C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61">
              <a:extLst>
                <a:ext uri="{FF2B5EF4-FFF2-40B4-BE49-F238E27FC236}">
                  <a16:creationId xmlns:a16="http://schemas.microsoft.com/office/drawing/2014/main" id="{F507B69B-9E00-2FFD-8240-799DE92F592C}"/>
                </a:ext>
              </a:extLst>
            </p:cNvPr>
            <p:cNvSpPr/>
            <p:nvPr/>
          </p:nvSpPr>
          <p:spPr>
            <a:xfrm>
              <a:off x="1691250" y="3596500"/>
              <a:ext cx="92500" cy="103050"/>
            </a:xfrm>
            <a:custGeom>
              <a:avLst/>
              <a:gdLst/>
              <a:ahLst/>
              <a:cxnLst/>
              <a:rect l="l" t="t" r="r" b="b"/>
              <a:pathLst>
                <a:path w="3700" h="4122" extrusionOk="0">
                  <a:moveTo>
                    <a:pt x="3588" y="0"/>
                  </a:moveTo>
                  <a:cubicBezTo>
                    <a:pt x="3566" y="12"/>
                    <a:pt x="3544" y="12"/>
                    <a:pt x="3511" y="22"/>
                  </a:cubicBezTo>
                  <a:cubicBezTo>
                    <a:pt x="3588" y="222"/>
                    <a:pt x="3600" y="422"/>
                    <a:pt x="3600" y="567"/>
                  </a:cubicBezTo>
                  <a:cubicBezTo>
                    <a:pt x="3611" y="1400"/>
                    <a:pt x="3233" y="2233"/>
                    <a:pt x="2589" y="2767"/>
                  </a:cubicBezTo>
                  <a:cubicBezTo>
                    <a:pt x="2556" y="2644"/>
                    <a:pt x="2533" y="2522"/>
                    <a:pt x="2533" y="2389"/>
                  </a:cubicBezTo>
                  <a:cubicBezTo>
                    <a:pt x="2544" y="2311"/>
                    <a:pt x="2544" y="2244"/>
                    <a:pt x="2533" y="2167"/>
                  </a:cubicBezTo>
                  <a:lnTo>
                    <a:pt x="2489" y="1789"/>
                  </a:lnTo>
                  <a:lnTo>
                    <a:pt x="2455" y="2167"/>
                  </a:lnTo>
                  <a:cubicBezTo>
                    <a:pt x="2445" y="2233"/>
                    <a:pt x="2445" y="2311"/>
                    <a:pt x="2445" y="2389"/>
                  </a:cubicBezTo>
                  <a:cubicBezTo>
                    <a:pt x="2400" y="2678"/>
                    <a:pt x="2178" y="2933"/>
                    <a:pt x="1978" y="3111"/>
                  </a:cubicBezTo>
                  <a:cubicBezTo>
                    <a:pt x="1534" y="3522"/>
                    <a:pt x="967" y="3789"/>
                    <a:pt x="378" y="3900"/>
                  </a:cubicBezTo>
                  <a:cubicBezTo>
                    <a:pt x="256" y="3922"/>
                    <a:pt x="78" y="3944"/>
                    <a:pt x="1" y="4088"/>
                  </a:cubicBezTo>
                  <a:lnTo>
                    <a:pt x="78" y="4122"/>
                  </a:lnTo>
                  <a:cubicBezTo>
                    <a:pt x="134" y="4021"/>
                    <a:pt x="278" y="3999"/>
                    <a:pt x="389" y="3977"/>
                  </a:cubicBezTo>
                  <a:cubicBezTo>
                    <a:pt x="1000" y="3866"/>
                    <a:pt x="1578" y="3589"/>
                    <a:pt x="2033" y="3177"/>
                  </a:cubicBezTo>
                  <a:cubicBezTo>
                    <a:pt x="2200" y="3033"/>
                    <a:pt x="2378" y="2833"/>
                    <a:pt x="2467" y="2589"/>
                  </a:cubicBezTo>
                  <a:cubicBezTo>
                    <a:pt x="2489" y="2678"/>
                    <a:pt x="2500" y="2767"/>
                    <a:pt x="2533" y="2844"/>
                  </a:cubicBezTo>
                  <a:lnTo>
                    <a:pt x="2556" y="2900"/>
                  </a:lnTo>
                  <a:lnTo>
                    <a:pt x="2600" y="2866"/>
                  </a:lnTo>
                  <a:cubicBezTo>
                    <a:pt x="3277" y="2322"/>
                    <a:pt x="3699" y="1434"/>
                    <a:pt x="3689" y="567"/>
                  </a:cubicBezTo>
                  <a:cubicBezTo>
                    <a:pt x="3677" y="422"/>
                    <a:pt x="3667" y="212"/>
                    <a:pt x="3588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61">
              <a:extLst>
                <a:ext uri="{FF2B5EF4-FFF2-40B4-BE49-F238E27FC236}">
                  <a16:creationId xmlns:a16="http://schemas.microsoft.com/office/drawing/2014/main" id="{248CB184-5C00-1428-D339-CC02EC404339}"/>
                </a:ext>
              </a:extLst>
            </p:cNvPr>
            <p:cNvSpPr/>
            <p:nvPr/>
          </p:nvSpPr>
          <p:spPr>
            <a:xfrm>
              <a:off x="1631275" y="3635325"/>
              <a:ext cx="185925" cy="143650"/>
            </a:xfrm>
            <a:custGeom>
              <a:avLst/>
              <a:gdLst/>
              <a:ahLst/>
              <a:cxnLst/>
              <a:rect l="l" t="t" r="r" b="b"/>
              <a:pathLst>
                <a:path w="7437" h="5746" extrusionOk="0">
                  <a:moveTo>
                    <a:pt x="5858" y="0"/>
                  </a:moveTo>
                  <a:cubicBezTo>
                    <a:pt x="5582" y="0"/>
                    <a:pt x="5299" y="84"/>
                    <a:pt x="5066" y="224"/>
                  </a:cubicBezTo>
                  <a:cubicBezTo>
                    <a:pt x="4644" y="469"/>
                    <a:pt x="4343" y="869"/>
                    <a:pt x="4054" y="1258"/>
                  </a:cubicBezTo>
                  <a:cubicBezTo>
                    <a:pt x="3588" y="1891"/>
                    <a:pt x="3121" y="2524"/>
                    <a:pt x="2655" y="3147"/>
                  </a:cubicBezTo>
                  <a:cubicBezTo>
                    <a:pt x="2518" y="3332"/>
                    <a:pt x="2329" y="3536"/>
                    <a:pt x="2111" y="3536"/>
                  </a:cubicBezTo>
                  <a:cubicBezTo>
                    <a:pt x="2082" y="3536"/>
                    <a:pt x="2052" y="3532"/>
                    <a:pt x="2022" y="3524"/>
                  </a:cubicBezTo>
                  <a:cubicBezTo>
                    <a:pt x="1922" y="3502"/>
                    <a:pt x="1844" y="3446"/>
                    <a:pt x="1766" y="3391"/>
                  </a:cubicBezTo>
                  <a:cubicBezTo>
                    <a:pt x="1511" y="3211"/>
                    <a:pt x="1247" y="2918"/>
                    <a:pt x="969" y="2918"/>
                  </a:cubicBezTo>
                  <a:cubicBezTo>
                    <a:pt x="920" y="2918"/>
                    <a:pt x="871" y="2927"/>
                    <a:pt x="822" y="2947"/>
                  </a:cubicBezTo>
                  <a:cubicBezTo>
                    <a:pt x="533" y="3068"/>
                    <a:pt x="178" y="3858"/>
                    <a:pt x="0" y="4113"/>
                  </a:cubicBezTo>
                  <a:lnTo>
                    <a:pt x="1933" y="5379"/>
                  </a:lnTo>
                  <a:cubicBezTo>
                    <a:pt x="2245" y="5587"/>
                    <a:pt x="2500" y="5746"/>
                    <a:pt x="2767" y="5746"/>
                  </a:cubicBezTo>
                  <a:cubicBezTo>
                    <a:pt x="2956" y="5746"/>
                    <a:pt x="3151" y="5666"/>
                    <a:pt x="3377" y="5468"/>
                  </a:cubicBezTo>
                  <a:cubicBezTo>
                    <a:pt x="3943" y="4968"/>
                    <a:pt x="4299" y="4290"/>
                    <a:pt x="4710" y="3668"/>
                  </a:cubicBezTo>
                  <a:cubicBezTo>
                    <a:pt x="5121" y="3046"/>
                    <a:pt x="5654" y="2436"/>
                    <a:pt x="6387" y="2213"/>
                  </a:cubicBezTo>
                  <a:cubicBezTo>
                    <a:pt x="6521" y="2169"/>
                    <a:pt x="6654" y="2135"/>
                    <a:pt x="6765" y="2069"/>
                  </a:cubicBezTo>
                  <a:cubicBezTo>
                    <a:pt x="7436" y="1637"/>
                    <a:pt x="6180" y="1504"/>
                    <a:pt x="5658" y="1504"/>
                  </a:cubicBezTo>
                  <a:cubicBezTo>
                    <a:pt x="5576" y="1504"/>
                    <a:pt x="5511" y="1507"/>
                    <a:pt x="5476" y="1513"/>
                  </a:cubicBezTo>
                  <a:cubicBezTo>
                    <a:pt x="5876" y="1424"/>
                    <a:pt x="6288" y="1335"/>
                    <a:pt x="6688" y="1246"/>
                  </a:cubicBezTo>
                  <a:cubicBezTo>
                    <a:pt x="6777" y="1224"/>
                    <a:pt x="6865" y="1191"/>
                    <a:pt x="6865" y="1113"/>
                  </a:cubicBezTo>
                  <a:cubicBezTo>
                    <a:pt x="6865" y="1058"/>
                    <a:pt x="6809" y="1014"/>
                    <a:pt x="6754" y="980"/>
                  </a:cubicBezTo>
                  <a:cubicBezTo>
                    <a:pt x="6538" y="854"/>
                    <a:pt x="6282" y="790"/>
                    <a:pt x="6028" y="790"/>
                  </a:cubicBezTo>
                  <a:cubicBezTo>
                    <a:pt x="5879" y="790"/>
                    <a:pt x="5731" y="812"/>
                    <a:pt x="5591" y="857"/>
                  </a:cubicBezTo>
                  <a:lnTo>
                    <a:pt x="5591" y="857"/>
                  </a:lnTo>
                  <a:cubicBezTo>
                    <a:pt x="5901" y="757"/>
                    <a:pt x="6200" y="646"/>
                    <a:pt x="6498" y="547"/>
                  </a:cubicBezTo>
                  <a:cubicBezTo>
                    <a:pt x="6543" y="525"/>
                    <a:pt x="6587" y="513"/>
                    <a:pt x="6609" y="480"/>
                  </a:cubicBezTo>
                  <a:cubicBezTo>
                    <a:pt x="6698" y="392"/>
                    <a:pt x="6599" y="247"/>
                    <a:pt x="6488" y="180"/>
                  </a:cubicBezTo>
                  <a:cubicBezTo>
                    <a:pt x="6303" y="56"/>
                    <a:pt x="6083" y="0"/>
                    <a:pt x="5858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61">
              <a:extLst>
                <a:ext uri="{FF2B5EF4-FFF2-40B4-BE49-F238E27FC236}">
                  <a16:creationId xmlns:a16="http://schemas.microsoft.com/office/drawing/2014/main" id="{E1E82230-DB4F-7A80-6987-0A11F564BDF9}"/>
                </a:ext>
              </a:extLst>
            </p:cNvPr>
            <p:cNvSpPr/>
            <p:nvPr/>
          </p:nvSpPr>
          <p:spPr>
            <a:xfrm>
              <a:off x="1788850" y="3676525"/>
              <a:ext cx="14075" cy="9975"/>
            </a:xfrm>
            <a:custGeom>
              <a:avLst/>
              <a:gdLst/>
              <a:ahLst/>
              <a:cxnLst/>
              <a:rect l="l" t="t" r="r" b="b"/>
              <a:pathLst>
                <a:path w="563" h="399" extrusionOk="0">
                  <a:moveTo>
                    <a:pt x="65" y="1"/>
                  </a:moveTo>
                  <a:cubicBezTo>
                    <a:pt x="20" y="1"/>
                    <a:pt x="0" y="24"/>
                    <a:pt x="40" y="109"/>
                  </a:cubicBezTo>
                  <a:cubicBezTo>
                    <a:pt x="84" y="210"/>
                    <a:pt x="140" y="309"/>
                    <a:pt x="207" y="398"/>
                  </a:cubicBezTo>
                  <a:cubicBezTo>
                    <a:pt x="340" y="343"/>
                    <a:pt x="462" y="265"/>
                    <a:pt x="551" y="154"/>
                  </a:cubicBezTo>
                  <a:cubicBezTo>
                    <a:pt x="551" y="154"/>
                    <a:pt x="562" y="143"/>
                    <a:pt x="562" y="132"/>
                  </a:cubicBezTo>
                  <a:cubicBezTo>
                    <a:pt x="562" y="109"/>
                    <a:pt x="540" y="99"/>
                    <a:pt x="518" y="99"/>
                  </a:cubicBezTo>
                  <a:cubicBezTo>
                    <a:pt x="407" y="77"/>
                    <a:pt x="296" y="43"/>
                    <a:pt x="185" y="21"/>
                  </a:cubicBezTo>
                  <a:cubicBezTo>
                    <a:pt x="140" y="12"/>
                    <a:pt x="96" y="1"/>
                    <a:pt x="65" y="1"/>
                  </a:cubicBezTo>
                  <a:close/>
                </a:path>
              </a:pathLst>
            </a:custGeom>
            <a:solidFill>
              <a:srgbClr val="F7AD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61">
              <a:extLst>
                <a:ext uri="{FF2B5EF4-FFF2-40B4-BE49-F238E27FC236}">
                  <a16:creationId xmlns:a16="http://schemas.microsoft.com/office/drawing/2014/main" id="{0CA27F83-CFA3-BCE8-2C26-84B1260401D1}"/>
                </a:ext>
              </a:extLst>
            </p:cNvPr>
            <p:cNvSpPr/>
            <p:nvPr/>
          </p:nvSpPr>
          <p:spPr>
            <a:xfrm>
              <a:off x="1679300" y="3722575"/>
              <a:ext cx="5325" cy="1125"/>
            </a:xfrm>
            <a:custGeom>
              <a:avLst/>
              <a:gdLst/>
              <a:ahLst/>
              <a:cxnLst/>
              <a:rect l="l" t="t" r="r" b="b"/>
              <a:pathLst>
                <a:path w="213" h="45" extrusionOk="0">
                  <a:moveTo>
                    <a:pt x="1" y="0"/>
                  </a:moveTo>
                  <a:cubicBezTo>
                    <a:pt x="34" y="12"/>
                    <a:pt x="67" y="34"/>
                    <a:pt x="101" y="34"/>
                  </a:cubicBezTo>
                  <a:cubicBezTo>
                    <a:pt x="123" y="45"/>
                    <a:pt x="156" y="45"/>
                    <a:pt x="178" y="45"/>
                  </a:cubicBezTo>
                  <a:lnTo>
                    <a:pt x="212" y="45"/>
                  </a:lnTo>
                  <a:lnTo>
                    <a:pt x="212" y="45"/>
                  </a:lnTo>
                  <a:lnTo>
                    <a:pt x="178" y="45"/>
                  </a:lnTo>
                  <a:cubicBezTo>
                    <a:pt x="156" y="45"/>
                    <a:pt x="123" y="45"/>
                    <a:pt x="101" y="34"/>
                  </a:cubicBezTo>
                  <a:cubicBezTo>
                    <a:pt x="67" y="34"/>
                    <a:pt x="34" y="12"/>
                    <a:pt x="1" y="0"/>
                  </a:cubicBezTo>
                  <a:close/>
                </a:path>
              </a:pathLst>
            </a:custGeom>
            <a:solidFill>
              <a:srgbClr val="975E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61">
              <a:extLst>
                <a:ext uri="{FF2B5EF4-FFF2-40B4-BE49-F238E27FC236}">
                  <a16:creationId xmlns:a16="http://schemas.microsoft.com/office/drawing/2014/main" id="{AD7AC98F-047F-39E4-9763-B0C41F6AD942}"/>
                </a:ext>
              </a:extLst>
            </p:cNvPr>
            <p:cNvSpPr/>
            <p:nvPr/>
          </p:nvSpPr>
          <p:spPr>
            <a:xfrm>
              <a:off x="1631275" y="3738125"/>
              <a:ext cx="18350" cy="11975"/>
            </a:xfrm>
            <a:custGeom>
              <a:avLst/>
              <a:gdLst/>
              <a:ahLst/>
              <a:cxnLst/>
              <a:rect l="l" t="t" r="r" b="b"/>
              <a:pathLst>
                <a:path w="734" h="479" extrusionOk="0">
                  <a:moveTo>
                    <a:pt x="0" y="1"/>
                  </a:moveTo>
                  <a:cubicBezTo>
                    <a:pt x="245" y="168"/>
                    <a:pt x="489" y="323"/>
                    <a:pt x="733" y="479"/>
                  </a:cubicBezTo>
                  <a:lnTo>
                    <a:pt x="733" y="479"/>
                  </a:lnTo>
                  <a:cubicBezTo>
                    <a:pt x="489" y="323"/>
                    <a:pt x="245" y="168"/>
                    <a:pt x="0" y="1"/>
                  </a:cubicBezTo>
                  <a:close/>
                </a:path>
              </a:pathLst>
            </a:custGeom>
            <a:solidFill>
              <a:srgbClr val="6054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61">
              <a:extLst>
                <a:ext uri="{FF2B5EF4-FFF2-40B4-BE49-F238E27FC236}">
                  <a16:creationId xmlns:a16="http://schemas.microsoft.com/office/drawing/2014/main" id="{B57F8D23-C194-6410-65E4-D4505434F269}"/>
                </a:ext>
              </a:extLst>
            </p:cNvPr>
            <p:cNvSpPr/>
            <p:nvPr/>
          </p:nvSpPr>
          <p:spPr>
            <a:xfrm>
              <a:off x="1649600" y="3750075"/>
              <a:ext cx="2500" cy="1700"/>
            </a:xfrm>
            <a:custGeom>
              <a:avLst/>
              <a:gdLst/>
              <a:ahLst/>
              <a:cxnLst/>
              <a:rect l="l" t="t" r="r" b="b"/>
              <a:pathLst>
                <a:path w="100" h="68" extrusionOk="0">
                  <a:moveTo>
                    <a:pt x="0" y="1"/>
                  </a:moveTo>
                  <a:lnTo>
                    <a:pt x="100" y="67"/>
                  </a:lnTo>
                  <a:lnTo>
                    <a:pt x="100" y="6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6A5E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61">
              <a:extLst>
                <a:ext uri="{FF2B5EF4-FFF2-40B4-BE49-F238E27FC236}">
                  <a16:creationId xmlns:a16="http://schemas.microsoft.com/office/drawing/2014/main" id="{AEBDD080-9D6D-6E05-7523-07275C3BC23E}"/>
                </a:ext>
              </a:extLst>
            </p:cNvPr>
            <p:cNvSpPr/>
            <p:nvPr/>
          </p:nvSpPr>
          <p:spPr>
            <a:xfrm>
              <a:off x="1631275" y="3708125"/>
              <a:ext cx="62500" cy="48100"/>
            </a:xfrm>
            <a:custGeom>
              <a:avLst/>
              <a:gdLst/>
              <a:ahLst/>
              <a:cxnLst/>
              <a:rect l="l" t="t" r="r" b="b"/>
              <a:pathLst>
                <a:path w="2500" h="1924" extrusionOk="0">
                  <a:moveTo>
                    <a:pt x="978" y="1"/>
                  </a:moveTo>
                  <a:cubicBezTo>
                    <a:pt x="922" y="1"/>
                    <a:pt x="877" y="12"/>
                    <a:pt x="822" y="35"/>
                  </a:cubicBezTo>
                  <a:cubicBezTo>
                    <a:pt x="533" y="156"/>
                    <a:pt x="178" y="946"/>
                    <a:pt x="0" y="1201"/>
                  </a:cubicBezTo>
                  <a:cubicBezTo>
                    <a:pt x="245" y="1368"/>
                    <a:pt x="489" y="1523"/>
                    <a:pt x="733" y="1679"/>
                  </a:cubicBezTo>
                  <a:lnTo>
                    <a:pt x="833" y="1745"/>
                  </a:lnTo>
                  <a:cubicBezTo>
                    <a:pt x="1089" y="1823"/>
                    <a:pt x="1400" y="1923"/>
                    <a:pt x="1689" y="1923"/>
                  </a:cubicBezTo>
                  <a:cubicBezTo>
                    <a:pt x="1855" y="1923"/>
                    <a:pt x="2010" y="1889"/>
                    <a:pt x="2144" y="1778"/>
                  </a:cubicBezTo>
                  <a:cubicBezTo>
                    <a:pt x="2499" y="1501"/>
                    <a:pt x="2355" y="1023"/>
                    <a:pt x="2133" y="623"/>
                  </a:cubicBezTo>
                  <a:lnTo>
                    <a:pt x="2099" y="623"/>
                  </a:lnTo>
                  <a:cubicBezTo>
                    <a:pt x="2077" y="623"/>
                    <a:pt x="2044" y="623"/>
                    <a:pt x="2022" y="612"/>
                  </a:cubicBezTo>
                  <a:cubicBezTo>
                    <a:pt x="1988" y="612"/>
                    <a:pt x="1955" y="590"/>
                    <a:pt x="1922" y="578"/>
                  </a:cubicBezTo>
                  <a:cubicBezTo>
                    <a:pt x="1866" y="556"/>
                    <a:pt x="1822" y="512"/>
                    <a:pt x="1766" y="479"/>
                  </a:cubicBezTo>
                  <a:cubicBezTo>
                    <a:pt x="1511" y="301"/>
                    <a:pt x="1255" y="1"/>
                    <a:pt x="978" y="1"/>
                  </a:cubicBezTo>
                  <a:close/>
                </a:path>
              </a:pathLst>
            </a:custGeom>
            <a:solidFill>
              <a:srgbClr val="CD85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61">
              <a:extLst>
                <a:ext uri="{FF2B5EF4-FFF2-40B4-BE49-F238E27FC236}">
                  <a16:creationId xmlns:a16="http://schemas.microsoft.com/office/drawing/2014/main" id="{2F449D18-8822-EDBB-FB40-6F30D19B57AD}"/>
                </a:ext>
              </a:extLst>
            </p:cNvPr>
            <p:cNvSpPr/>
            <p:nvPr/>
          </p:nvSpPr>
          <p:spPr>
            <a:xfrm>
              <a:off x="1714025" y="3442375"/>
              <a:ext cx="89450" cy="108325"/>
            </a:xfrm>
            <a:custGeom>
              <a:avLst/>
              <a:gdLst/>
              <a:ahLst/>
              <a:cxnLst/>
              <a:rect l="l" t="t" r="r" b="b"/>
              <a:pathLst>
                <a:path w="3578" h="4333" extrusionOk="0">
                  <a:moveTo>
                    <a:pt x="1" y="0"/>
                  </a:moveTo>
                  <a:lnTo>
                    <a:pt x="1" y="4032"/>
                  </a:lnTo>
                  <a:lnTo>
                    <a:pt x="11" y="4032"/>
                  </a:lnTo>
                  <a:cubicBezTo>
                    <a:pt x="112" y="4199"/>
                    <a:pt x="878" y="4333"/>
                    <a:pt x="1789" y="4333"/>
                  </a:cubicBezTo>
                  <a:cubicBezTo>
                    <a:pt x="2711" y="4333"/>
                    <a:pt x="3477" y="4199"/>
                    <a:pt x="3566" y="4032"/>
                  </a:cubicBezTo>
                  <a:lnTo>
                    <a:pt x="3578" y="4032"/>
                  </a:lnTo>
                  <a:lnTo>
                    <a:pt x="357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61">
              <a:extLst>
                <a:ext uri="{FF2B5EF4-FFF2-40B4-BE49-F238E27FC236}">
                  <a16:creationId xmlns:a16="http://schemas.microsoft.com/office/drawing/2014/main" id="{E1A36A0E-148F-5A3E-29EF-A3AA8A1A2DB1}"/>
                </a:ext>
              </a:extLst>
            </p:cNvPr>
            <p:cNvSpPr/>
            <p:nvPr/>
          </p:nvSpPr>
          <p:spPr>
            <a:xfrm>
              <a:off x="1714025" y="3435150"/>
              <a:ext cx="89450" cy="16675"/>
            </a:xfrm>
            <a:custGeom>
              <a:avLst/>
              <a:gdLst/>
              <a:ahLst/>
              <a:cxnLst/>
              <a:rect l="l" t="t" r="r" b="b"/>
              <a:pathLst>
                <a:path w="3578" h="667" extrusionOk="0">
                  <a:moveTo>
                    <a:pt x="1789" y="0"/>
                  </a:moveTo>
                  <a:cubicBezTo>
                    <a:pt x="811" y="0"/>
                    <a:pt x="1" y="144"/>
                    <a:pt x="1" y="334"/>
                  </a:cubicBezTo>
                  <a:cubicBezTo>
                    <a:pt x="1" y="511"/>
                    <a:pt x="811" y="667"/>
                    <a:pt x="1789" y="667"/>
                  </a:cubicBezTo>
                  <a:cubicBezTo>
                    <a:pt x="2778" y="667"/>
                    <a:pt x="3578" y="511"/>
                    <a:pt x="3578" y="334"/>
                  </a:cubicBezTo>
                  <a:cubicBezTo>
                    <a:pt x="3578" y="144"/>
                    <a:pt x="2778" y="0"/>
                    <a:pt x="1789" y="0"/>
                  </a:cubicBezTo>
                  <a:close/>
                </a:path>
              </a:pathLst>
            </a:custGeom>
            <a:solidFill>
              <a:srgbClr val="804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61">
              <a:extLst>
                <a:ext uri="{FF2B5EF4-FFF2-40B4-BE49-F238E27FC236}">
                  <a16:creationId xmlns:a16="http://schemas.microsoft.com/office/drawing/2014/main" id="{6B29CD5C-4521-70D5-9BC2-79AD08A734D5}"/>
                </a:ext>
              </a:extLst>
            </p:cNvPr>
            <p:cNvSpPr/>
            <p:nvPr/>
          </p:nvSpPr>
          <p:spPr>
            <a:xfrm>
              <a:off x="1714025" y="3435150"/>
              <a:ext cx="89450" cy="13050"/>
            </a:xfrm>
            <a:custGeom>
              <a:avLst/>
              <a:gdLst/>
              <a:ahLst/>
              <a:cxnLst/>
              <a:rect l="l" t="t" r="r" b="b"/>
              <a:pathLst>
                <a:path w="3578" h="522" extrusionOk="0">
                  <a:moveTo>
                    <a:pt x="1789" y="0"/>
                  </a:moveTo>
                  <a:cubicBezTo>
                    <a:pt x="811" y="0"/>
                    <a:pt x="1" y="144"/>
                    <a:pt x="1" y="334"/>
                  </a:cubicBezTo>
                  <a:cubicBezTo>
                    <a:pt x="1" y="400"/>
                    <a:pt x="112" y="467"/>
                    <a:pt x="312" y="522"/>
                  </a:cubicBezTo>
                  <a:cubicBezTo>
                    <a:pt x="623" y="422"/>
                    <a:pt x="1178" y="366"/>
                    <a:pt x="1789" y="366"/>
                  </a:cubicBezTo>
                  <a:cubicBezTo>
                    <a:pt x="2411" y="366"/>
                    <a:pt x="2956" y="422"/>
                    <a:pt x="3277" y="522"/>
                  </a:cubicBezTo>
                  <a:cubicBezTo>
                    <a:pt x="3467" y="467"/>
                    <a:pt x="3578" y="400"/>
                    <a:pt x="3578" y="334"/>
                  </a:cubicBezTo>
                  <a:cubicBezTo>
                    <a:pt x="3578" y="144"/>
                    <a:pt x="2778" y="0"/>
                    <a:pt x="1789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61">
              <a:extLst>
                <a:ext uri="{FF2B5EF4-FFF2-40B4-BE49-F238E27FC236}">
                  <a16:creationId xmlns:a16="http://schemas.microsoft.com/office/drawing/2014/main" id="{ED532921-8588-4D8E-A2B1-720E08D14306}"/>
                </a:ext>
              </a:extLst>
            </p:cNvPr>
            <p:cNvSpPr/>
            <p:nvPr/>
          </p:nvSpPr>
          <p:spPr>
            <a:xfrm>
              <a:off x="1471000" y="3634350"/>
              <a:ext cx="203875" cy="138325"/>
            </a:xfrm>
            <a:custGeom>
              <a:avLst/>
              <a:gdLst/>
              <a:ahLst/>
              <a:cxnLst/>
              <a:rect l="l" t="t" r="r" b="b"/>
              <a:pathLst>
                <a:path w="8155" h="5533" extrusionOk="0">
                  <a:moveTo>
                    <a:pt x="4609" y="0"/>
                  </a:moveTo>
                  <a:cubicBezTo>
                    <a:pt x="4392" y="0"/>
                    <a:pt x="4190" y="72"/>
                    <a:pt x="4012" y="241"/>
                  </a:cubicBezTo>
                  <a:cubicBezTo>
                    <a:pt x="3079" y="1142"/>
                    <a:pt x="1" y="1808"/>
                    <a:pt x="1445" y="3085"/>
                  </a:cubicBezTo>
                  <a:cubicBezTo>
                    <a:pt x="1857" y="3452"/>
                    <a:pt x="3534" y="4240"/>
                    <a:pt x="3989" y="4551"/>
                  </a:cubicBezTo>
                  <a:cubicBezTo>
                    <a:pt x="3814" y="4598"/>
                    <a:pt x="3639" y="4621"/>
                    <a:pt x="3464" y="4621"/>
                  </a:cubicBezTo>
                  <a:cubicBezTo>
                    <a:pt x="3428" y="4621"/>
                    <a:pt x="3392" y="4620"/>
                    <a:pt x="3356" y="4618"/>
                  </a:cubicBezTo>
                  <a:lnTo>
                    <a:pt x="3356" y="4618"/>
                  </a:lnTo>
                  <a:cubicBezTo>
                    <a:pt x="3789" y="4985"/>
                    <a:pt x="4356" y="5196"/>
                    <a:pt x="4923" y="5196"/>
                  </a:cubicBezTo>
                  <a:cubicBezTo>
                    <a:pt x="4745" y="5262"/>
                    <a:pt x="4545" y="5296"/>
                    <a:pt x="4356" y="5296"/>
                  </a:cubicBezTo>
                  <a:cubicBezTo>
                    <a:pt x="4606" y="5471"/>
                    <a:pt x="4899" y="5532"/>
                    <a:pt x="5202" y="5532"/>
                  </a:cubicBezTo>
                  <a:cubicBezTo>
                    <a:pt x="5479" y="5532"/>
                    <a:pt x="5763" y="5481"/>
                    <a:pt x="6033" y="5418"/>
                  </a:cubicBezTo>
                  <a:cubicBezTo>
                    <a:pt x="6744" y="5240"/>
                    <a:pt x="7666" y="4119"/>
                    <a:pt x="7411" y="3430"/>
                  </a:cubicBezTo>
                  <a:lnTo>
                    <a:pt x="7411" y="3430"/>
                  </a:lnTo>
                  <a:cubicBezTo>
                    <a:pt x="7466" y="3444"/>
                    <a:pt x="7516" y="3453"/>
                    <a:pt x="7567" y="3453"/>
                  </a:cubicBezTo>
                  <a:cubicBezTo>
                    <a:pt x="7599" y="3453"/>
                    <a:pt x="7632" y="3449"/>
                    <a:pt x="7666" y="3441"/>
                  </a:cubicBezTo>
                  <a:cubicBezTo>
                    <a:pt x="7833" y="3396"/>
                    <a:pt x="7999" y="3252"/>
                    <a:pt x="8055" y="3085"/>
                  </a:cubicBezTo>
                  <a:cubicBezTo>
                    <a:pt x="8155" y="2830"/>
                    <a:pt x="8066" y="2541"/>
                    <a:pt x="7910" y="2308"/>
                  </a:cubicBezTo>
                  <a:cubicBezTo>
                    <a:pt x="7766" y="2085"/>
                    <a:pt x="7544" y="1919"/>
                    <a:pt x="7322" y="1764"/>
                  </a:cubicBezTo>
                  <a:cubicBezTo>
                    <a:pt x="6693" y="1278"/>
                    <a:pt x="5526" y="0"/>
                    <a:pt x="4609" y="0"/>
                  </a:cubicBezTo>
                  <a:close/>
                </a:path>
              </a:pathLst>
            </a:custGeom>
            <a:solidFill>
              <a:srgbClr val="7741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61">
              <a:extLst>
                <a:ext uri="{FF2B5EF4-FFF2-40B4-BE49-F238E27FC236}">
                  <a16:creationId xmlns:a16="http://schemas.microsoft.com/office/drawing/2014/main" id="{8081C484-FA6E-F821-1BA0-2C4FD743DF0C}"/>
                </a:ext>
              </a:extLst>
            </p:cNvPr>
            <p:cNvSpPr/>
            <p:nvPr/>
          </p:nvSpPr>
          <p:spPr>
            <a:xfrm>
              <a:off x="1567650" y="3718300"/>
              <a:ext cx="86675" cy="41750"/>
            </a:xfrm>
            <a:custGeom>
              <a:avLst/>
              <a:gdLst/>
              <a:ahLst/>
              <a:cxnLst/>
              <a:rect l="l" t="t" r="r" b="b"/>
              <a:pathLst>
                <a:path w="3467" h="1670" extrusionOk="0">
                  <a:moveTo>
                    <a:pt x="2258" y="82"/>
                  </a:moveTo>
                  <a:cubicBezTo>
                    <a:pt x="2277" y="82"/>
                    <a:pt x="2296" y="86"/>
                    <a:pt x="2311" y="94"/>
                  </a:cubicBezTo>
                  <a:cubicBezTo>
                    <a:pt x="2390" y="127"/>
                    <a:pt x="2445" y="216"/>
                    <a:pt x="2489" y="305"/>
                  </a:cubicBezTo>
                  <a:lnTo>
                    <a:pt x="2523" y="371"/>
                  </a:lnTo>
                  <a:cubicBezTo>
                    <a:pt x="2434" y="339"/>
                    <a:pt x="2356" y="316"/>
                    <a:pt x="2279" y="283"/>
                  </a:cubicBezTo>
                  <a:cubicBezTo>
                    <a:pt x="2190" y="250"/>
                    <a:pt x="2145" y="216"/>
                    <a:pt x="2145" y="171"/>
                  </a:cubicBezTo>
                  <a:lnTo>
                    <a:pt x="2145" y="149"/>
                  </a:lnTo>
                  <a:cubicBezTo>
                    <a:pt x="2145" y="139"/>
                    <a:pt x="2156" y="116"/>
                    <a:pt x="2167" y="116"/>
                  </a:cubicBezTo>
                  <a:cubicBezTo>
                    <a:pt x="2189" y="95"/>
                    <a:pt x="2224" y="82"/>
                    <a:pt x="2258" y="82"/>
                  </a:cubicBezTo>
                  <a:close/>
                  <a:moveTo>
                    <a:pt x="2262" y="0"/>
                  </a:moveTo>
                  <a:cubicBezTo>
                    <a:pt x="2212" y="0"/>
                    <a:pt x="2160" y="20"/>
                    <a:pt x="2123" y="50"/>
                  </a:cubicBezTo>
                  <a:cubicBezTo>
                    <a:pt x="2079" y="83"/>
                    <a:pt x="2056" y="139"/>
                    <a:pt x="2067" y="183"/>
                  </a:cubicBezTo>
                  <a:cubicBezTo>
                    <a:pt x="2079" y="283"/>
                    <a:pt x="2178" y="327"/>
                    <a:pt x="2245" y="361"/>
                  </a:cubicBezTo>
                  <a:lnTo>
                    <a:pt x="2545" y="460"/>
                  </a:lnTo>
                  <a:cubicBezTo>
                    <a:pt x="2567" y="516"/>
                    <a:pt x="2567" y="583"/>
                    <a:pt x="2534" y="627"/>
                  </a:cubicBezTo>
                  <a:cubicBezTo>
                    <a:pt x="2487" y="702"/>
                    <a:pt x="2393" y="730"/>
                    <a:pt x="2311" y="730"/>
                  </a:cubicBezTo>
                  <a:cubicBezTo>
                    <a:pt x="2296" y="730"/>
                    <a:pt x="2281" y="729"/>
                    <a:pt x="2267" y="727"/>
                  </a:cubicBezTo>
                  <a:lnTo>
                    <a:pt x="2245" y="727"/>
                  </a:lnTo>
                  <a:cubicBezTo>
                    <a:pt x="2156" y="650"/>
                    <a:pt x="2056" y="605"/>
                    <a:pt x="1934" y="594"/>
                  </a:cubicBezTo>
                  <a:lnTo>
                    <a:pt x="1778" y="594"/>
                  </a:lnTo>
                  <a:lnTo>
                    <a:pt x="1912" y="672"/>
                  </a:lnTo>
                  <a:cubicBezTo>
                    <a:pt x="2000" y="716"/>
                    <a:pt x="2101" y="771"/>
                    <a:pt x="2200" y="805"/>
                  </a:cubicBezTo>
                  <a:cubicBezTo>
                    <a:pt x="2279" y="872"/>
                    <a:pt x="2345" y="961"/>
                    <a:pt x="2400" y="1038"/>
                  </a:cubicBezTo>
                  <a:cubicBezTo>
                    <a:pt x="2523" y="1227"/>
                    <a:pt x="2556" y="1361"/>
                    <a:pt x="2489" y="1460"/>
                  </a:cubicBezTo>
                  <a:cubicBezTo>
                    <a:pt x="2431" y="1560"/>
                    <a:pt x="2310" y="1592"/>
                    <a:pt x="2187" y="1592"/>
                  </a:cubicBezTo>
                  <a:cubicBezTo>
                    <a:pt x="2146" y="1592"/>
                    <a:pt x="2106" y="1588"/>
                    <a:pt x="2067" y="1583"/>
                  </a:cubicBezTo>
                  <a:cubicBezTo>
                    <a:pt x="1279" y="1505"/>
                    <a:pt x="534" y="1082"/>
                    <a:pt x="67" y="460"/>
                  </a:cubicBezTo>
                  <a:lnTo>
                    <a:pt x="1" y="505"/>
                  </a:lnTo>
                  <a:cubicBezTo>
                    <a:pt x="479" y="1149"/>
                    <a:pt x="1245" y="1583"/>
                    <a:pt x="2056" y="1660"/>
                  </a:cubicBezTo>
                  <a:cubicBezTo>
                    <a:pt x="2105" y="1666"/>
                    <a:pt x="2150" y="1670"/>
                    <a:pt x="2193" y="1670"/>
                  </a:cubicBezTo>
                  <a:cubicBezTo>
                    <a:pt x="2372" y="1670"/>
                    <a:pt x="2493" y="1612"/>
                    <a:pt x="2556" y="1505"/>
                  </a:cubicBezTo>
                  <a:cubicBezTo>
                    <a:pt x="2667" y="1338"/>
                    <a:pt x="2556" y="1127"/>
                    <a:pt x="2467" y="994"/>
                  </a:cubicBezTo>
                  <a:cubicBezTo>
                    <a:pt x="2423" y="938"/>
                    <a:pt x="2378" y="872"/>
                    <a:pt x="2334" y="816"/>
                  </a:cubicBezTo>
                  <a:cubicBezTo>
                    <a:pt x="2434" y="805"/>
                    <a:pt x="2545" y="771"/>
                    <a:pt x="2600" y="672"/>
                  </a:cubicBezTo>
                  <a:cubicBezTo>
                    <a:pt x="2634" y="605"/>
                    <a:pt x="2645" y="549"/>
                    <a:pt x="2634" y="483"/>
                  </a:cubicBezTo>
                  <a:lnTo>
                    <a:pt x="2634" y="483"/>
                  </a:lnTo>
                  <a:cubicBezTo>
                    <a:pt x="2734" y="505"/>
                    <a:pt x="2834" y="516"/>
                    <a:pt x="2934" y="527"/>
                  </a:cubicBezTo>
                  <a:cubicBezTo>
                    <a:pt x="2975" y="536"/>
                    <a:pt x="3020" y="542"/>
                    <a:pt x="3067" y="542"/>
                  </a:cubicBezTo>
                  <a:cubicBezTo>
                    <a:pt x="3133" y="542"/>
                    <a:pt x="3202" y="531"/>
                    <a:pt x="3267" y="505"/>
                  </a:cubicBezTo>
                  <a:cubicBezTo>
                    <a:pt x="3367" y="472"/>
                    <a:pt x="3434" y="394"/>
                    <a:pt x="3456" y="316"/>
                  </a:cubicBezTo>
                  <a:cubicBezTo>
                    <a:pt x="3467" y="283"/>
                    <a:pt x="3467" y="260"/>
                    <a:pt x="3467" y="238"/>
                  </a:cubicBezTo>
                  <a:cubicBezTo>
                    <a:pt x="3467" y="171"/>
                    <a:pt x="3422" y="105"/>
                    <a:pt x="3356" y="72"/>
                  </a:cubicBezTo>
                  <a:cubicBezTo>
                    <a:pt x="3320" y="50"/>
                    <a:pt x="3280" y="38"/>
                    <a:pt x="3244" y="38"/>
                  </a:cubicBezTo>
                  <a:cubicBezTo>
                    <a:pt x="3224" y="38"/>
                    <a:pt x="3205" y="42"/>
                    <a:pt x="3189" y="50"/>
                  </a:cubicBezTo>
                  <a:lnTo>
                    <a:pt x="3222" y="127"/>
                  </a:lnTo>
                  <a:cubicBezTo>
                    <a:pt x="3231" y="123"/>
                    <a:pt x="3242" y="120"/>
                    <a:pt x="3255" y="120"/>
                  </a:cubicBezTo>
                  <a:cubicBezTo>
                    <a:pt x="3274" y="120"/>
                    <a:pt x="3297" y="125"/>
                    <a:pt x="3323" y="139"/>
                  </a:cubicBezTo>
                  <a:cubicBezTo>
                    <a:pt x="3356" y="161"/>
                    <a:pt x="3389" y="205"/>
                    <a:pt x="3389" y="238"/>
                  </a:cubicBezTo>
                  <a:cubicBezTo>
                    <a:pt x="3389" y="327"/>
                    <a:pt x="3323" y="405"/>
                    <a:pt x="3234" y="438"/>
                  </a:cubicBezTo>
                  <a:cubicBezTo>
                    <a:pt x="3189" y="455"/>
                    <a:pt x="3139" y="461"/>
                    <a:pt x="3088" y="461"/>
                  </a:cubicBezTo>
                  <a:cubicBezTo>
                    <a:pt x="3037" y="461"/>
                    <a:pt x="2984" y="455"/>
                    <a:pt x="2934" y="450"/>
                  </a:cubicBezTo>
                  <a:cubicBezTo>
                    <a:pt x="2834" y="438"/>
                    <a:pt x="2723" y="416"/>
                    <a:pt x="2612" y="394"/>
                  </a:cubicBezTo>
                  <a:cubicBezTo>
                    <a:pt x="2600" y="349"/>
                    <a:pt x="2578" y="305"/>
                    <a:pt x="2556" y="272"/>
                  </a:cubicBezTo>
                  <a:cubicBezTo>
                    <a:pt x="2511" y="161"/>
                    <a:pt x="2445" y="60"/>
                    <a:pt x="2334" y="16"/>
                  </a:cubicBezTo>
                  <a:cubicBezTo>
                    <a:pt x="2312" y="5"/>
                    <a:pt x="2287" y="0"/>
                    <a:pt x="2262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61">
              <a:extLst>
                <a:ext uri="{FF2B5EF4-FFF2-40B4-BE49-F238E27FC236}">
                  <a16:creationId xmlns:a16="http://schemas.microsoft.com/office/drawing/2014/main" id="{8543970D-2C52-7F74-2B47-5B58FD8343D0}"/>
                </a:ext>
              </a:extLst>
            </p:cNvPr>
            <p:cNvSpPr/>
            <p:nvPr/>
          </p:nvSpPr>
          <p:spPr>
            <a:xfrm>
              <a:off x="1777275" y="3637950"/>
              <a:ext cx="15925" cy="11075"/>
            </a:xfrm>
            <a:custGeom>
              <a:avLst/>
              <a:gdLst/>
              <a:ahLst/>
              <a:cxnLst/>
              <a:rect l="l" t="t" r="r" b="b"/>
              <a:pathLst>
                <a:path w="637" h="443" extrusionOk="0">
                  <a:moveTo>
                    <a:pt x="74" y="1"/>
                  </a:moveTo>
                  <a:cubicBezTo>
                    <a:pt x="22" y="1"/>
                    <a:pt x="1" y="25"/>
                    <a:pt x="48" y="119"/>
                  </a:cubicBezTo>
                  <a:cubicBezTo>
                    <a:pt x="103" y="231"/>
                    <a:pt x="170" y="342"/>
                    <a:pt x="248" y="442"/>
                  </a:cubicBezTo>
                  <a:cubicBezTo>
                    <a:pt x="392" y="375"/>
                    <a:pt x="525" y="287"/>
                    <a:pt x="614" y="164"/>
                  </a:cubicBezTo>
                  <a:cubicBezTo>
                    <a:pt x="626" y="153"/>
                    <a:pt x="626" y="142"/>
                    <a:pt x="626" y="131"/>
                  </a:cubicBezTo>
                  <a:cubicBezTo>
                    <a:pt x="636" y="109"/>
                    <a:pt x="603" y="97"/>
                    <a:pt x="581" y="97"/>
                  </a:cubicBezTo>
                  <a:cubicBezTo>
                    <a:pt x="458" y="75"/>
                    <a:pt x="325" y="42"/>
                    <a:pt x="203" y="20"/>
                  </a:cubicBezTo>
                  <a:cubicBezTo>
                    <a:pt x="155" y="11"/>
                    <a:pt x="108" y="1"/>
                    <a:pt x="74" y="1"/>
                  </a:cubicBezTo>
                  <a:close/>
                </a:path>
              </a:pathLst>
            </a:custGeom>
            <a:solidFill>
              <a:srgbClr val="F7AD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61">
              <a:extLst>
                <a:ext uri="{FF2B5EF4-FFF2-40B4-BE49-F238E27FC236}">
                  <a16:creationId xmlns:a16="http://schemas.microsoft.com/office/drawing/2014/main" id="{D8F72808-BDE4-E16A-DB32-777CD6A6C974}"/>
                </a:ext>
              </a:extLst>
            </p:cNvPr>
            <p:cNvSpPr/>
            <p:nvPr/>
          </p:nvSpPr>
          <p:spPr>
            <a:xfrm>
              <a:off x="1786450" y="3657500"/>
              <a:ext cx="11750" cy="9000"/>
            </a:xfrm>
            <a:custGeom>
              <a:avLst/>
              <a:gdLst/>
              <a:ahLst/>
              <a:cxnLst/>
              <a:rect l="l" t="t" r="r" b="b"/>
              <a:pathLst>
                <a:path w="470" h="360" extrusionOk="0">
                  <a:moveTo>
                    <a:pt x="44" y="1"/>
                  </a:moveTo>
                  <a:cubicBezTo>
                    <a:pt x="12" y="1"/>
                    <a:pt x="1" y="21"/>
                    <a:pt x="25" y="93"/>
                  </a:cubicBezTo>
                  <a:cubicBezTo>
                    <a:pt x="47" y="182"/>
                    <a:pt x="91" y="271"/>
                    <a:pt x="136" y="359"/>
                  </a:cubicBezTo>
                  <a:cubicBezTo>
                    <a:pt x="259" y="327"/>
                    <a:pt x="370" y="260"/>
                    <a:pt x="458" y="182"/>
                  </a:cubicBezTo>
                  <a:cubicBezTo>
                    <a:pt x="458" y="171"/>
                    <a:pt x="469" y="171"/>
                    <a:pt x="469" y="160"/>
                  </a:cubicBezTo>
                  <a:cubicBezTo>
                    <a:pt x="469" y="149"/>
                    <a:pt x="447" y="127"/>
                    <a:pt x="436" y="127"/>
                  </a:cubicBezTo>
                  <a:cubicBezTo>
                    <a:pt x="336" y="93"/>
                    <a:pt x="247" y="60"/>
                    <a:pt x="158" y="26"/>
                  </a:cubicBezTo>
                  <a:cubicBezTo>
                    <a:pt x="112" y="16"/>
                    <a:pt x="71" y="1"/>
                    <a:pt x="44" y="1"/>
                  </a:cubicBezTo>
                  <a:close/>
                </a:path>
              </a:pathLst>
            </a:custGeom>
            <a:solidFill>
              <a:srgbClr val="F7AD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61">
              <a:extLst>
                <a:ext uri="{FF2B5EF4-FFF2-40B4-BE49-F238E27FC236}">
                  <a16:creationId xmlns:a16="http://schemas.microsoft.com/office/drawing/2014/main" id="{1C62BAA5-B954-33CF-232F-DAEFEAF426F7}"/>
                </a:ext>
              </a:extLst>
            </p:cNvPr>
            <p:cNvSpPr/>
            <p:nvPr/>
          </p:nvSpPr>
          <p:spPr>
            <a:xfrm>
              <a:off x="1706250" y="3485950"/>
              <a:ext cx="84175" cy="93225"/>
            </a:xfrm>
            <a:custGeom>
              <a:avLst/>
              <a:gdLst/>
              <a:ahLst/>
              <a:cxnLst/>
              <a:rect l="l" t="t" r="r" b="b"/>
              <a:pathLst>
                <a:path w="3367" h="3729" extrusionOk="0">
                  <a:moveTo>
                    <a:pt x="1589" y="1"/>
                  </a:moveTo>
                  <a:cubicBezTo>
                    <a:pt x="1500" y="1"/>
                    <a:pt x="1411" y="35"/>
                    <a:pt x="1334" y="79"/>
                  </a:cubicBezTo>
                  <a:cubicBezTo>
                    <a:pt x="878" y="279"/>
                    <a:pt x="433" y="501"/>
                    <a:pt x="1" y="723"/>
                  </a:cubicBezTo>
                  <a:cubicBezTo>
                    <a:pt x="356" y="1057"/>
                    <a:pt x="378" y="1612"/>
                    <a:pt x="334" y="2089"/>
                  </a:cubicBezTo>
                  <a:cubicBezTo>
                    <a:pt x="289" y="2545"/>
                    <a:pt x="78" y="3456"/>
                    <a:pt x="645" y="3612"/>
                  </a:cubicBezTo>
                  <a:cubicBezTo>
                    <a:pt x="917" y="3687"/>
                    <a:pt x="1226" y="3728"/>
                    <a:pt x="1536" y="3728"/>
                  </a:cubicBezTo>
                  <a:cubicBezTo>
                    <a:pt x="1960" y="3728"/>
                    <a:pt x="2387" y="3651"/>
                    <a:pt x="2733" y="3478"/>
                  </a:cubicBezTo>
                  <a:cubicBezTo>
                    <a:pt x="2855" y="3412"/>
                    <a:pt x="2988" y="3267"/>
                    <a:pt x="2911" y="3145"/>
                  </a:cubicBezTo>
                  <a:cubicBezTo>
                    <a:pt x="2877" y="3101"/>
                    <a:pt x="2811" y="3078"/>
                    <a:pt x="2744" y="3078"/>
                  </a:cubicBezTo>
                  <a:cubicBezTo>
                    <a:pt x="2708" y="3074"/>
                    <a:pt x="2671" y="3073"/>
                    <a:pt x="2634" y="3073"/>
                  </a:cubicBezTo>
                  <a:cubicBezTo>
                    <a:pt x="2513" y="3073"/>
                    <a:pt x="2387" y="3089"/>
                    <a:pt x="2270" y="3089"/>
                  </a:cubicBezTo>
                  <a:cubicBezTo>
                    <a:pt x="2135" y="3089"/>
                    <a:pt x="2011" y="3066"/>
                    <a:pt x="1922" y="2967"/>
                  </a:cubicBezTo>
                  <a:cubicBezTo>
                    <a:pt x="2322" y="2945"/>
                    <a:pt x="2722" y="2845"/>
                    <a:pt x="3077" y="2656"/>
                  </a:cubicBezTo>
                  <a:cubicBezTo>
                    <a:pt x="3155" y="2612"/>
                    <a:pt x="3255" y="2556"/>
                    <a:pt x="3267" y="2456"/>
                  </a:cubicBezTo>
                  <a:cubicBezTo>
                    <a:pt x="3299" y="2311"/>
                    <a:pt x="3144" y="2190"/>
                    <a:pt x="3000" y="2167"/>
                  </a:cubicBezTo>
                  <a:cubicBezTo>
                    <a:pt x="2968" y="2164"/>
                    <a:pt x="2936" y="2162"/>
                    <a:pt x="2905" y="2162"/>
                  </a:cubicBezTo>
                  <a:cubicBezTo>
                    <a:pt x="2739" y="2162"/>
                    <a:pt x="2579" y="2206"/>
                    <a:pt x="2411" y="2234"/>
                  </a:cubicBezTo>
                  <a:cubicBezTo>
                    <a:pt x="2365" y="2239"/>
                    <a:pt x="2317" y="2243"/>
                    <a:pt x="2269" y="2243"/>
                  </a:cubicBezTo>
                  <a:cubicBezTo>
                    <a:pt x="2120" y="2243"/>
                    <a:pt x="1968" y="2210"/>
                    <a:pt x="1867" y="2101"/>
                  </a:cubicBezTo>
                  <a:cubicBezTo>
                    <a:pt x="2233" y="2023"/>
                    <a:pt x="2611" y="1945"/>
                    <a:pt x="2978" y="1845"/>
                  </a:cubicBezTo>
                  <a:cubicBezTo>
                    <a:pt x="3155" y="1800"/>
                    <a:pt x="3366" y="1689"/>
                    <a:pt x="3344" y="1512"/>
                  </a:cubicBezTo>
                  <a:cubicBezTo>
                    <a:pt x="3333" y="1412"/>
                    <a:pt x="3233" y="1334"/>
                    <a:pt x="3133" y="1301"/>
                  </a:cubicBezTo>
                  <a:cubicBezTo>
                    <a:pt x="3043" y="1267"/>
                    <a:pt x="2951" y="1254"/>
                    <a:pt x="2858" y="1254"/>
                  </a:cubicBezTo>
                  <a:cubicBezTo>
                    <a:pt x="2527" y="1254"/>
                    <a:pt x="2180" y="1423"/>
                    <a:pt x="1833" y="1423"/>
                  </a:cubicBezTo>
                  <a:cubicBezTo>
                    <a:pt x="1778" y="1423"/>
                    <a:pt x="1711" y="1390"/>
                    <a:pt x="1722" y="1334"/>
                  </a:cubicBezTo>
                  <a:cubicBezTo>
                    <a:pt x="2055" y="1245"/>
                    <a:pt x="2389" y="1156"/>
                    <a:pt x="2711" y="1057"/>
                  </a:cubicBezTo>
                  <a:cubicBezTo>
                    <a:pt x="2855" y="1023"/>
                    <a:pt x="2988" y="978"/>
                    <a:pt x="3089" y="879"/>
                  </a:cubicBezTo>
                  <a:cubicBezTo>
                    <a:pt x="3188" y="778"/>
                    <a:pt x="3233" y="612"/>
                    <a:pt x="3144" y="501"/>
                  </a:cubicBezTo>
                  <a:cubicBezTo>
                    <a:pt x="3085" y="435"/>
                    <a:pt x="2999" y="416"/>
                    <a:pt x="2908" y="416"/>
                  </a:cubicBezTo>
                  <a:cubicBezTo>
                    <a:pt x="2846" y="416"/>
                    <a:pt x="2781" y="425"/>
                    <a:pt x="2722" y="434"/>
                  </a:cubicBezTo>
                  <a:cubicBezTo>
                    <a:pt x="2344" y="512"/>
                    <a:pt x="1978" y="590"/>
                    <a:pt x="1600" y="667"/>
                  </a:cubicBezTo>
                  <a:cubicBezTo>
                    <a:pt x="1522" y="490"/>
                    <a:pt x="1833" y="334"/>
                    <a:pt x="1789" y="146"/>
                  </a:cubicBezTo>
                  <a:cubicBezTo>
                    <a:pt x="1766" y="57"/>
                    <a:pt x="1678" y="1"/>
                    <a:pt x="1589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61">
              <a:extLst>
                <a:ext uri="{FF2B5EF4-FFF2-40B4-BE49-F238E27FC236}">
                  <a16:creationId xmlns:a16="http://schemas.microsoft.com/office/drawing/2014/main" id="{13AB73FA-4626-3D63-CB77-60AB2DC2F3C5}"/>
                </a:ext>
              </a:extLst>
            </p:cNvPr>
            <p:cNvSpPr/>
            <p:nvPr/>
          </p:nvSpPr>
          <p:spPr>
            <a:xfrm>
              <a:off x="1481850" y="3314325"/>
              <a:ext cx="256650" cy="299150"/>
            </a:xfrm>
            <a:custGeom>
              <a:avLst/>
              <a:gdLst/>
              <a:ahLst/>
              <a:cxnLst/>
              <a:rect l="l" t="t" r="r" b="b"/>
              <a:pathLst>
                <a:path w="10266" h="11966" extrusionOk="0">
                  <a:moveTo>
                    <a:pt x="2685" y="0"/>
                  </a:moveTo>
                  <a:cubicBezTo>
                    <a:pt x="2117" y="0"/>
                    <a:pt x="1583" y="340"/>
                    <a:pt x="1200" y="756"/>
                  </a:cubicBezTo>
                  <a:cubicBezTo>
                    <a:pt x="445" y="1556"/>
                    <a:pt x="256" y="2644"/>
                    <a:pt x="167" y="3700"/>
                  </a:cubicBezTo>
                  <a:cubicBezTo>
                    <a:pt x="56" y="4933"/>
                    <a:pt x="1" y="6199"/>
                    <a:pt x="112" y="7433"/>
                  </a:cubicBezTo>
                  <a:cubicBezTo>
                    <a:pt x="156" y="7888"/>
                    <a:pt x="223" y="8332"/>
                    <a:pt x="334" y="8776"/>
                  </a:cubicBezTo>
                  <a:cubicBezTo>
                    <a:pt x="478" y="9366"/>
                    <a:pt x="689" y="9932"/>
                    <a:pt x="989" y="10465"/>
                  </a:cubicBezTo>
                  <a:cubicBezTo>
                    <a:pt x="1144" y="10743"/>
                    <a:pt x="1334" y="11020"/>
                    <a:pt x="1600" y="11198"/>
                  </a:cubicBezTo>
                  <a:cubicBezTo>
                    <a:pt x="1789" y="11321"/>
                    <a:pt x="2000" y="11398"/>
                    <a:pt x="2222" y="11454"/>
                  </a:cubicBezTo>
                  <a:cubicBezTo>
                    <a:pt x="2437" y="11500"/>
                    <a:pt x="2656" y="11525"/>
                    <a:pt x="2873" y="11525"/>
                  </a:cubicBezTo>
                  <a:cubicBezTo>
                    <a:pt x="2971" y="11525"/>
                    <a:pt x="3069" y="11520"/>
                    <a:pt x="3166" y="11509"/>
                  </a:cubicBezTo>
                  <a:lnTo>
                    <a:pt x="3166" y="11509"/>
                  </a:lnTo>
                  <a:cubicBezTo>
                    <a:pt x="3166" y="11531"/>
                    <a:pt x="3156" y="11543"/>
                    <a:pt x="3156" y="11554"/>
                  </a:cubicBezTo>
                  <a:cubicBezTo>
                    <a:pt x="3644" y="11610"/>
                    <a:pt x="4122" y="11632"/>
                    <a:pt x="4610" y="11632"/>
                  </a:cubicBezTo>
                  <a:cubicBezTo>
                    <a:pt x="4400" y="11743"/>
                    <a:pt x="4188" y="11854"/>
                    <a:pt x="3966" y="11965"/>
                  </a:cubicBezTo>
                  <a:cubicBezTo>
                    <a:pt x="4855" y="11832"/>
                    <a:pt x="5721" y="11620"/>
                    <a:pt x="6565" y="11331"/>
                  </a:cubicBezTo>
                  <a:lnTo>
                    <a:pt x="6565" y="11331"/>
                  </a:lnTo>
                  <a:cubicBezTo>
                    <a:pt x="6466" y="11420"/>
                    <a:pt x="6366" y="11499"/>
                    <a:pt x="6277" y="11587"/>
                  </a:cubicBezTo>
                  <a:cubicBezTo>
                    <a:pt x="6444" y="11443"/>
                    <a:pt x="6710" y="11476"/>
                    <a:pt x="6921" y="11465"/>
                  </a:cubicBezTo>
                  <a:cubicBezTo>
                    <a:pt x="7177" y="11465"/>
                    <a:pt x="7399" y="11398"/>
                    <a:pt x="7654" y="11376"/>
                  </a:cubicBezTo>
                  <a:cubicBezTo>
                    <a:pt x="8310" y="11309"/>
                    <a:pt x="8965" y="11188"/>
                    <a:pt x="9599" y="11020"/>
                  </a:cubicBezTo>
                  <a:cubicBezTo>
                    <a:pt x="9754" y="10976"/>
                    <a:pt x="9943" y="10887"/>
                    <a:pt x="9932" y="10732"/>
                  </a:cubicBezTo>
                  <a:cubicBezTo>
                    <a:pt x="9920" y="10532"/>
                    <a:pt x="9599" y="10509"/>
                    <a:pt x="9488" y="10332"/>
                  </a:cubicBezTo>
                  <a:lnTo>
                    <a:pt x="9488" y="10332"/>
                  </a:lnTo>
                  <a:cubicBezTo>
                    <a:pt x="9586" y="10346"/>
                    <a:pt x="9685" y="10360"/>
                    <a:pt x="9784" y="10360"/>
                  </a:cubicBezTo>
                  <a:cubicBezTo>
                    <a:pt x="9841" y="10360"/>
                    <a:pt x="9897" y="10355"/>
                    <a:pt x="9954" y="10343"/>
                  </a:cubicBezTo>
                  <a:cubicBezTo>
                    <a:pt x="10110" y="10299"/>
                    <a:pt x="10254" y="10176"/>
                    <a:pt x="10254" y="10021"/>
                  </a:cubicBezTo>
                  <a:cubicBezTo>
                    <a:pt x="10265" y="9865"/>
                    <a:pt x="10154" y="9743"/>
                    <a:pt x="10031" y="9655"/>
                  </a:cubicBezTo>
                  <a:cubicBezTo>
                    <a:pt x="9844" y="9516"/>
                    <a:pt x="9604" y="9439"/>
                    <a:pt x="9374" y="9439"/>
                  </a:cubicBezTo>
                  <a:cubicBezTo>
                    <a:pt x="9345" y="9439"/>
                    <a:pt x="9316" y="9441"/>
                    <a:pt x="9288" y="9443"/>
                  </a:cubicBezTo>
                  <a:cubicBezTo>
                    <a:pt x="9543" y="9388"/>
                    <a:pt x="9776" y="9243"/>
                    <a:pt x="9954" y="9055"/>
                  </a:cubicBezTo>
                  <a:cubicBezTo>
                    <a:pt x="10043" y="8954"/>
                    <a:pt x="10120" y="8799"/>
                    <a:pt x="10043" y="8688"/>
                  </a:cubicBezTo>
                  <a:cubicBezTo>
                    <a:pt x="9987" y="8621"/>
                    <a:pt x="9898" y="8588"/>
                    <a:pt x="9821" y="8577"/>
                  </a:cubicBezTo>
                  <a:cubicBezTo>
                    <a:pt x="9742" y="8564"/>
                    <a:pt x="9661" y="8557"/>
                    <a:pt x="9580" y="8557"/>
                  </a:cubicBezTo>
                  <a:cubicBezTo>
                    <a:pt x="9456" y="8557"/>
                    <a:pt x="9330" y="8572"/>
                    <a:pt x="9209" y="8599"/>
                  </a:cubicBezTo>
                  <a:cubicBezTo>
                    <a:pt x="9421" y="8488"/>
                    <a:pt x="9632" y="8354"/>
                    <a:pt x="9809" y="8188"/>
                  </a:cubicBezTo>
                  <a:cubicBezTo>
                    <a:pt x="9876" y="8132"/>
                    <a:pt x="9943" y="8055"/>
                    <a:pt x="9920" y="7977"/>
                  </a:cubicBezTo>
                  <a:cubicBezTo>
                    <a:pt x="9898" y="7910"/>
                    <a:pt x="9831" y="7888"/>
                    <a:pt x="9776" y="7866"/>
                  </a:cubicBezTo>
                  <a:cubicBezTo>
                    <a:pt x="9633" y="7814"/>
                    <a:pt x="9482" y="7789"/>
                    <a:pt x="9329" y="7789"/>
                  </a:cubicBezTo>
                  <a:cubicBezTo>
                    <a:pt x="9184" y="7789"/>
                    <a:pt x="9039" y="7812"/>
                    <a:pt x="8898" y="7855"/>
                  </a:cubicBezTo>
                  <a:cubicBezTo>
                    <a:pt x="9187" y="7666"/>
                    <a:pt x="9387" y="7366"/>
                    <a:pt x="9454" y="7033"/>
                  </a:cubicBezTo>
                  <a:lnTo>
                    <a:pt x="9454" y="7033"/>
                  </a:lnTo>
                  <a:cubicBezTo>
                    <a:pt x="8784" y="7138"/>
                    <a:pt x="8121" y="7185"/>
                    <a:pt x="7462" y="7185"/>
                  </a:cubicBezTo>
                  <a:cubicBezTo>
                    <a:pt x="7007" y="7185"/>
                    <a:pt x="6553" y="7162"/>
                    <a:pt x="6099" y="7122"/>
                  </a:cubicBezTo>
                  <a:cubicBezTo>
                    <a:pt x="5721" y="7088"/>
                    <a:pt x="5333" y="7033"/>
                    <a:pt x="4944" y="6977"/>
                  </a:cubicBezTo>
                  <a:cubicBezTo>
                    <a:pt x="4810" y="5989"/>
                    <a:pt x="4677" y="5011"/>
                    <a:pt x="4677" y="4022"/>
                  </a:cubicBezTo>
                  <a:cubicBezTo>
                    <a:pt x="4577" y="3100"/>
                    <a:pt x="4366" y="2178"/>
                    <a:pt x="4022" y="1311"/>
                  </a:cubicBezTo>
                  <a:cubicBezTo>
                    <a:pt x="3755" y="667"/>
                    <a:pt x="3566" y="23"/>
                    <a:pt x="2711" y="0"/>
                  </a:cubicBezTo>
                  <a:cubicBezTo>
                    <a:pt x="2702" y="0"/>
                    <a:pt x="2694" y="0"/>
                    <a:pt x="2685" y="0"/>
                  </a:cubicBezTo>
                  <a:close/>
                </a:path>
              </a:pathLst>
            </a:custGeom>
            <a:solidFill>
              <a:srgbClr val="804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61">
              <a:extLst>
                <a:ext uri="{FF2B5EF4-FFF2-40B4-BE49-F238E27FC236}">
                  <a16:creationId xmlns:a16="http://schemas.microsoft.com/office/drawing/2014/main" id="{629DE43A-EF4C-E72B-0D3D-D512DE404B7D}"/>
                </a:ext>
              </a:extLst>
            </p:cNvPr>
            <p:cNvSpPr/>
            <p:nvPr/>
          </p:nvSpPr>
          <p:spPr>
            <a:xfrm>
              <a:off x="1517100" y="3086550"/>
              <a:ext cx="260825" cy="317375"/>
            </a:xfrm>
            <a:custGeom>
              <a:avLst/>
              <a:gdLst/>
              <a:ahLst/>
              <a:cxnLst/>
              <a:rect l="l" t="t" r="r" b="b"/>
              <a:pathLst>
                <a:path w="10433" h="12695" extrusionOk="0">
                  <a:moveTo>
                    <a:pt x="6674" y="0"/>
                  </a:moveTo>
                  <a:cubicBezTo>
                    <a:pt x="6211" y="0"/>
                    <a:pt x="5747" y="72"/>
                    <a:pt x="5311" y="214"/>
                  </a:cubicBezTo>
                  <a:cubicBezTo>
                    <a:pt x="5167" y="258"/>
                    <a:pt x="3867" y="802"/>
                    <a:pt x="3945" y="969"/>
                  </a:cubicBezTo>
                  <a:cubicBezTo>
                    <a:pt x="3845" y="758"/>
                    <a:pt x="3945" y="447"/>
                    <a:pt x="3767" y="258"/>
                  </a:cubicBezTo>
                  <a:cubicBezTo>
                    <a:pt x="3590" y="358"/>
                    <a:pt x="3501" y="591"/>
                    <a:pt x="3556" y="791"/>
                  </a:cubicBezTo>
                  <a:cubicBezTo>
                    <a:pt x="3434" y="580"/>
                    <a:pt x="3279" y="380"/>
                    <a:pt x="3101" y="214"/>
                  </a:cubicBezTo>
                  <a:cubicBezTo>
                    <a:pt x="3027" y="143"/>
                    <a:pt x="2969" y="112"/>
                    <a:pt x="2924" y="112"/>
                  </a:cubicBezTo>
                  <a:cubicBezTo>
                    <a:pt x="2660" y="112"/>
                    <a:pt x="2842" y="1173"/>
                    <a:pt x="2756" y="1325"/>
                  </a:cubicBezTo>
                  <a:cubicBezTo>
                    <a:pt x="2634" y="1580"/>
                    <a:pt x="2156" y="1791"/>
                    <a:pt x="1945" y="1991"/>
                  </a:cubicBezTo>
                  <a:cubicBezTo>
                    <a:pt x="1657" y="2246"/>
                    <a:pt x="1401" y="2535"/>
                    <a:pt x="1156" y="2835"/>
                  </a:cubicBezTo>
                  <a:cubicBezTo>
                    <a:pt x="534" y="3602"/>
                    <a:pt x="1" y="4579"/>
                    <a:pt x="257" y="5534"/>
                  </a:cubicBezTo>
                  <a:cubicBezTo>
                    <a:pt x="435" y="5357"/>
                    <a:pt x="623" y="5179"/>
                    <a:pt x="801" y="5013"/>
                  </a:cubicBezTo>
                  <a:lnTo>
                    <a:pt x="801" y="5013"/>
                  </a:lnTo>
                  <a:cubicBezTo>
                    <a:pt x="168" y="5613"/>
                    <a:pt x="512" y="7690"/>
                    <a:pt x="1179" y="8156"/>
                  </a:cubicBezTo>
                  <a:cubicBezTo>
                    <a:pt x="1210" y="8177"/>
                    <a:pt x="1245" y="8184"/>
                    <a:pt x="1281" y="8184"/>
                  </a:cubicBezTo>
                  <a:cubicBezTo>
                    <a:pt x="1370" y="8184"/>
                    <a:pt x="1467" y="8139"/>
                    <a:pt x="1535" y="8139"/>
                  </a:cubicBezTo>
                  <a:cubicBezTo>
                    <a:pt x="1557" y="8139"/>
                    <a:pt x="1575" y="8144"/>
                    <a:pt x="1590" y="8156"/>
                  </a:cubicBezTo>
                  <a:cubicBezTo>
                    <a:pt x="1723" y="8279"/>
                    <a:pt x="1768" y="8723"/>
                    <a:pt x="1845" y="8901"/>
                  </a:cubicBezTo>
                  <a:cubicBezTo>
                    <a:pt x="2123" y="9511"/>
                    <a:pt x="2556" y="10022"/>
                    <a:pt x="3012" y="10501"/>
                  </a:cubicBezTo>
                  <a:cubicBezTo>
                    <a:pt x="3190" y="10678"/>
                    <a:pt x="3378" y="10867"/>
                    <a:pt x="3622" y="10911"/>
                  </a:cubicBezTo>
                  <a:cubicBezTo>
                    <a:pt x="3649" y="10916"/>
                    <a:pt x="3676" y="10918"/>
                    <a:pt x="3703" y="10918"/>
                  </a:cubicBezTo>
                  <a:cubicBezTo>
                    <a:pt x="3937" y="10918"/>
                    <a:pt x="4176" y="10751"/>
                    <a:pt x="4156" y="10523"/>
                  </a:cubicBezTo>
                  <a:lnTo>
                    <a:pt x="4156" y="10523"/>
                  </a:lnTo>
                  <a:cubicBezTo>
                    <a:pt x="4400" y="11355"/>
                    <a:pt x="4911" y="12167"/>
                    <a:pt x="5711" y="12522"/>
                  </a:cubicBezTo>
                  <a:cubicBezTo>
                    <a:pt x="5959" y="12638"/>
                    <a:pt x="6238" y="12695"/>
                    <a:pt x="6515" y="12695"/>
                  </a:cubicBezTo>
                  <a:cubicBezTo>
                    <a:pt x="7120" y="12695"/>
                    <a:pt x="7722" y="12425"/>
                    <a:pt x="8011" y="11900"/>
                  </a:cubicBezTo>
                  <a:cubicBezTo>
                    <a:pt x="8105" y="11994"/>
                    <a:pt x="8230" y="12036"/>
                    <a:pt x="8360" y="12036"/>
                  </a:cubicBezTo>
                  <a:cubicBezTo>
                    <a:pt x="8552" y="12036"/>
                    <a:pt x="8756" y="11945"/>
                    <a:pt x="8888" y="11800"/>
                  </a:cubicBezTo>
                  <a:cubicBezTo>
                    <a:pt x="9110" y="11555"/>
                    <a:pt x="9188" y="11211"/>
                    <a:pt x="9255" y="10889"/>
                  </a:cubicBezTo>
                  <a:cubicBezTo>
                    <a:pt x="9399" y="10167"/>
                    <a:pt x="9555" y="9445"/>
                    <a:pt x="9699" y="8723"/>
                  </a:cubicBezTo>
                  <a:cubicBezTo>
                    <a:pt x="9833" y="8756"/>
                    <a:pt x="9955" y="8790"/>
                    <a:pt x="10077" y="8812"/>
                  </a:cubicBezTo>
                  <a:cubicBezTo>
                    <a:pt x="9932" y="8778"/>
                    <a:pt x="9877" y="6435"/>
                    <a:pt x="9855" y="6190"/>
                  </a:cubicBezTo>
                  <a:cubicBezTo>
                    <a:pt x="10043" y="6146"/>
                    <a:pt x="10122" y="6023"/>
                    <a:pt x="10166" y="5845"/>
                  </a:cubicBezTo>
                  <a:cubicBezTo>
                    <a:pt x="10433" y="4568"/>
                    <a:pt x="9988" y="3169"/>
                    <a:pt x="9033" y="2268"/>
                  </a:cubicBezTo>
                  <a:cubicBezTo>
                    <a:pt x="9166" y="2268"/>
                    <a:pt x="9300" y="2224"/>
                    <a:pt x="9399" y="2124"/>
                  </a:cubicBezTo>
                  <a:cubicBezTo>
                    <a:pt x="9255" y="1913"/>
                    <a:pt x="9044" y="1747"/>
                    <a:pt x="8811" y="1624"/>
                  </a:cubicBezTo>
                  <a:cubicBezTo>
                    <a:pt x="9088" y="1436"/>
                    <a:pt x="9110" y="1158"/>
                    <a:pt x="8999" y="913"/>
                  </a:cubicBezTo>
                  <a:cubicBezTo>
                    <a:pt x="8932" y="735"/>
                    <a:pt x="8789" y="580"/>
                    <a:pt x="8633" y="480"/>
                  </a:cubicBezTo>
                  <a:cubicBezTo>
                    <a:pt x="8189" y="192"/>
                    <a:pt x="7555" y="58"/>
                    <a:pt x="7022" y="14"/>
                  </a:cubicBezTo>
                  <a:cubicBezTo>
                    <a:pt x="6906" y="5"/>
                    <a:pt x="6790" y="0"/>
                    <a:pt x="6674" y="0"/>
                  </a:cubicBezTo>
                  <a:close/>
                </a:path>
              </a:pathLst>
            </a:custGeom>
            <a:solidFill>
              <a:srgbClr val="804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61">
              <a:extLst>
                <a:ext uri="{FF2B5EF4-FFF2-40B4-BE49-F238E27FC236}">
                  <a16:creationId xmlns:a16="http://schemas.microsoft.com/office/drawing/2014/main" id="{2FCD466B-31AA-2EF0-0834-A1364A07855B}"/>
                </a:ext>
              </a:extLst>
            </p:cNvPr>
            <p:cNvSpPr/>
            <p:nvPr/>
          </p:nvSpPr>
          <p:spPr>
            <a:xfrm>
              <a:off x="1591550" y="3140125"/>
              <a:ext cx="168325" cy="137300"/>
            </a:xfrm>
            <a:custGeom>
              <a:avLst/>
              <a:gdLst/>
              <a:ahLst/>
              <a:cxnLst/>
              <a:rect l="l" t="t" r="r" b="b"/>
              <a:pathLst>
                <a:path w="6733" h="5492" extrusionOk="0">
                  <a:moveTo>
                    <a:pt x="2665" y="1"/>
                  </a:moveTo>
                  <a:cubicBezTo>
                    <a:pt x="2628" y="1"/>
                    <a:pt x="2592" y="2"/>
                    <a:pt x="2555" y="4"/>
                  </a:cubicBezTo>
                  <a:cubicBezTo>
                    <a:pt x="1878" y="48"/>
                    <a:pt x="1234" y="459"/>
                    <a:pt x="911" y="1059"/>
                  </a:cubicBezTo>
                  <a:cubicBezTo>
                    <a:pt x="700" y="1426"/>
                    <a:pt x="622" y="1848"/>
                    <a:pt x="478" y="2236"/>
                  </a:cubicBezTo>
                  <a:cubicBezTo>
                    <a:pt x="389" y="2470"/>
                    <a:pt x="267" y="2703"/>
                    <a:pt x="178" y="2936"/>
                  </a:cubicBezTo>
                  <a:cubicBezTo>
                    <a:pt x="67" y="3225"/>
                    <a:pt x="0" y="3514"/>
                    <a:pt x="56" y="3803"/>
                  </a:cubicBezTo>
                  <a:cubicBezTo>
                    <a:pt x="133" y="4236"/>
                    <a:pt x="478" y="4569"/>
                    <a:pt x="844" y="4813"/>
                  </a:cubicBezTo>
                  <a:cubicBezTo>
                    <a:pt x="1545" y="5269"/>
                    <a:pt x="2377" y="5480"/>
                    <a:pt x="3211" y="5491"/>
                  </a:cubicBezTo>
                  <a:cubicBezTo>
                    <a:pt x="3235" y="5492"/>
                    <a:pt x="3259" y="5492"/>
                    <a:pt x="3282" y="5492"/>
                  </a:cubicBezTo>
                  <a:cubicBezTo>
                    <a:pt x="4091" y="5492"/>
                    <a:pt x="4900" y="5316"/>
                    <a:pt x="5666" y="5047"/>
                  </a:cubicBezTo>
                  <a:cubicBezTo>
                    <a:pt x="5922" y="4958"/>
                    <a:pt x="6188" y="4858"/>
                    <a:pt x="6366" y="4647"/>
                  </a:cubicBezTo>
                  <a:cubicBezTo>
                    <a:pt x="6732" y="4236"/>
                    <a:pt x="6633" y="3591"/>
                    <a:pt x="6465" y="3070"/>
                  </a:cubicBezTo>
                  <a:cubicBezTo>
                    <a:pt x="6221" y="2292"/>
                    <a:pt x="5910" y="1537"/>
                    <a:pt x="5532" y="814"/>
                  </a:cubicBezTo>
                  <a:cubicBezTo>
                    <a:pt x="5388" y="525"/>
                    <a:pt x="5211" y="226"/>
                    <a:pt x="4910" y="93"/>
                  </a:cubicBezTo>
                  <a:cubicBezTo>
                    <a:pt x="4815" y="48"/>
                    <a:pt x="4713" y="28"/>
                    <a:pt x="4610" y="28"/>
                  </a:cubicBezTo>
                  <a:cubicBezTo>
                    <a:pt x="4376" y="28"/>
                    <a:pt x="4139" y="133"/>
                    <a:pt x="3977" y="303"/>
                  </a:cubicBezTo>
                  <a:cubicBezTo>
                    <a:pt x="3884" y="407"/>
                    <a:pt x="3839" y="618"/>
                    <a:pt x="3698" y="618"/>
                  </a:cubicBezTo>
                  <a:cubicBezTo>
                    <a:pt x="3688" y="618"/>
                    <a:pt x="3677" y="616"/>
                    <a:pt x="3666" y="614"/>
                  </a:cubicBezTo>
                  <a:cubicBezTo>
                    <a:pt x="3555" y="581"/>
                    <a:pt x="3411" y="214"/>
                    <a:pt x="3266" y="137"/>
                  </a:cubicBezTo>
                  <a:cubicBezTo>
                    <a:pt x="3087" y="33"/>
                    <a:pt x="2875" y="1"/>
                    <a:pt x="2665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61">
              <a:extLst>
                <a:ext uri="{FF2B5EF4-FFF2-40B4-BE49-F238E27FC236}">
                  <a16:creationId xmlns:a16="http://schemas.microsoft.com/office/drawing/2014/main" id="{7007F2BC-BFE1-3092-83DF-7F05309685A2}"/>
                </a:ext>
              </a:extLst>
            </p:cNvPr>
            <p:cNvSpPr/>
            <p:nvPr/>
          </p:nvSpPr>
          <p:spPr>
            <a:xfrm>
              <a:off x="1679300" y="3224000"/>
              <a:ext cx="16125" cy="9350"/>
            </a:xfrm>
            <a:custGeom>
              <a:avLst/>
              <a:gdLst/>
              <a:ahLst/>
              <a:cxnLst/>
              <a:rect l="l" t="t" r="r" b="b"/>
              <a:pathLst>
                <a:path w="645" h="374" extrusionOk="0">
                  <a:moveTo>
                    <a:pt x="258" y="1"/>
                  </a:moveTo>
                  <a:cubicBezTo>
                    <a:pt x="235" y="1"/>
                    <a:pt x="213" y="2"/>
                    <a:pt x="190" y="4"/>
                  </a:cubicBezTo>
                  <a:cubicBezTo>
                    <a:pt x="145" y="4"/>
                    <a:pt x="101" y="4"/>
                    <a:pt x="79" y="36"/>
                  </a:cubicBezTo>
                  <a:cubicBezTo>
                    <a:pt x="34" y="59"/>
                    <a:pt x="12" y="125"/>
                    <a:pt x="12" y="170"/>
                  </a:cubicBezTo>
                  <a:cubicBezTo>
                    <a:pt x="1" y="192"/>
                    <a:pt x="1" y="204"/>
                    <a:pt x="1" y="226"/>
                  </a:cubicBezTo>
                  <a:cubicBezTo>
                    <a:pt x="12" y="248"/>
                    <a:pt x="45" y="270"/>
                    <a:pt x="79" y="281"/>
                  </a:cubicBezTo>
                  <a:cubicBezTo>
                    <a:pt x="190" y="315"/>
                    <a:pt x="323" y="347"/>
                    <a:pt x="445" y="370"/>
                  </a:cubicBezTo>
                  <a:cubicBezTo>
                    <a:pt x="458" y="372"/>
                    <a:pt x="470" y="374"/>
                    <a:pt x="481" y="374"/>
                  </a:cubicBezTo>
                  <a:cubicBezTo>
                    <a:pt x="566" y="374"/>
                    <a:pt x="604" y="302"/>
                    <a:pt x="634" y="204"/>
                  </a:cubicBezTo>
                  <a:cubicBezTo>
                    <a:pt x="645" y="181"/>
                    <a:pt x="645" y="137"/>
                    <a:pt x="634" y="115"/>
                  </a:cubicBezTo>
                  <a:cubicBezTo>
                    <a:pt x="623" y="92"/>
                    <a:pt x="600" y="81"/>
                    <a:pt x="578" y="70"/>
                  </a:cubicBezTo>
                  <a:cubicBezTo>
                    <a:pt x="477" y="24"/>
                    <a:pt x="368" y="1"/>
                    <a:pt x="258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61">
              <a:extLst>
                <a:ext uri="{FF2B5EF4-FFF2-40B4-BE49-F238E27FC236}">
                  <a16:creationId xmlns:a16="http://schemas.microsoft.com/office/drawing/2014/main" id="{03BEE61C-DBA9-11F6-767F-FB5BE8718FA9}"/>
                </a:ext>
              </a:extLst>
            </p:cNvPr>
            <p:cNvSpPr/>
            <p:nvPr/>
          </p:nvSpPr>
          <p:spPr>
            <a:xfrm>
              <a:off x="1635150" y="3186850"/>
              <a:ext cx="33900" cy="27500"/>
            </a:xfrm>
            <a:custGeom>
              <a:avLst/>
              <a:gdLst/>
              <a:ahLst/>
              <a:cxnLst/>
              <a:rect l="l" t="t" r="r" b="b"/>
              <a:pathLst>
                <a:path w="1356" h="1100" extrusionOk="0">
                  <a:moveTo>
                    <a:pt x="1278" y="1"/>
                  </a:moveTo>
                  <a:lnTo>
                    <a:pt x="1278" y="1"/>
                  </a:lnTo>
                  <a:cubicBezTo>
                    <a:pt x="900" y="167"/>
                    <a:pt x="478" y="268"/>
                    <a:pt x="112" y="423"/>
                  </a:cubicBezTo>
                  <a:cubicBezTo>
                    <a:pt x="1" y="656"/>
                    <a:pt x="290" y="1001"/>
                    <a:pt x="500" y="1078"/>
                  </a:cubicBezTo>
                  <a:cubicBezTo>
                    <a:pt x="535" y="1093"/>
                    <a:pt x="575" y="1099"/>
                    <a:pt x="616" y="1099"/>
                  </a:cubicBezTo>
                  <a:cubicBezTo>
                    <a:pt x="666" y="1099"/>
                    <a:pt x="718" y="1090"/>
                    <a:pt x="767" y="1078"/>
                  </a:cubicBezTo>
                  <a:cubicBezTo>
                    <a:pt x="922" y="1045"/>
                    <a:pt x="1089" y="967"/>
                    <a:pt x="1189" y="834"/>
                  </a:cubicBezTo>
                  <a:cubicBezTo>
                    <a:pt x="1356" y="612"/>
                    <a:pt x="1334" y="290"/>
                    <a:pt x="1278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61">
              <a:extLst>
                <a:ext uri="{FF2B5EF4-FFF2-40B4-BE49-F238E27FC236}">
                  <a16:creationId xmlns:a16="http://schemas.microsoft.com/office/drawing/2014/main" id="{10BC44D8-D81D-D8CD-AEC7-55CD1E97DDE0}"/>
                </a:ext>
              </a:extLst>
            </p:cNvPr>
            <p:cNvSpPr/>
            <p:nvPr/>
          </p:nvSpPr>
          <p:spPr>
            <a:xfrm>
              <a:off x="1704575" y="3186300"/>
              <a:ext cx="25025" cy="19900"/>
            </a:xfrm>
            <a:custGeom>
              <a:avLst/>
              <a:gdLst/>
              <a:ahLst/>
              <a:cxnLst/>
              <a:rect l="l" t="t" r="r" b="b"/>
              <a:pathLst>
                <a:path w="1001" h="796" extrusionOk="0">
                  <a:moveTo>
                    <a:pt x="68" y="1"/>
                  </a:moveTo>
                  <a:lnTo>
                    <a:pt x="68" y="1"/>
                  </a:lnTo>
                  <a:cubicBezTo>
                    <a:pt x="23" y="211"/>
                    <a:pt x="1" y="445"/>
                    <a:pt x="123" y="601"/>
                  </a:cubicBezTo>
                  <a:cubicBezTo>
                    <a:pt x="201" y="700"/>
                    <a:pt x="312" y="756"/>
                    <a:pt x="434" y="778"/>
                  </a:cubicBezTo>
                  <a:cubicBezTo>
                    <a:pt x="467" y="789"/>
                    <a:pt x="500" y="795"/>
                    <a:pt x="534" y="795"/>
                  </a:cubicBezTo>
                  <a:cubicBezTo>
                    <a:pt x="567" y="795"/>
                    <a:pt x="600" y="789"/>
                    <a:pt x="634" y="778"/>
                  </a:cubicBezTo>
                  <a:cubicBezTo>
                    <a:pt x="789" y="722"/>
                    <a:pt x="1001" y="478"/>
                    <a:pt x="922" y="312"/>
                  </a:cubicBezTo>
                  <a:cubicBezTo>
                    <a:pt x="656" y="201"/>
                    <a:pt x="345" y="123"/>
                    <a:pt x="68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61">
              <a:extLst>
                <a:ext uri="{FF2B5EF4-FFF2-40B4-BE49-F238E27FC236}">
                  <a16:creationId xmlns:a16="http://schemas.microsoft.com/office/drawing/2014/main" id="{6D330EFD-64BB-5027-B249-9EE988C7CDCC}"/>
                </a:ext>
              </a:extLst>
            </p:cNvPr>
            <p:cNvSpPr/>
            <p:nvPr/>
          </p:nvSpPr>
          <p:spPr>
            <a:xfrm>
              <a:off x="1699300" y="3165725"/>
              <a:ext cx="39450" cy="15325"/>
            </a:xfrm>
            <a:custGeom>
              <a:avLst/>
              <a:gdLst/>
              <a:ahLst/>
              <a:cxnLst/>
              <a:rect l="l" t="t" r="r" b="b"/>
              <a:pathLst>
                <a:path w="1578" h="613" extrusionOk="0">
                  <a:moveTo>
                    <a:pt x="211" y="1"/>
                  </a:moveTo>
                  <a:cubicBezTo>
                    <a:pt x="159" y="1"/>
                    <a:pt x="107" y="4"/>
                    <a:pt x="56" y="12"/>
                  </a:cubicBezTo>
                  <a:cubicBezTo>
                    <a:pt x="45" y="179"/>
                    <a:pt x="23" y="357"/>
                    <a:pt x="0" y="535"/>
                  </a:cubicBezTo>
                  <a:lnTo>
                    <a:pt x="123" y="535"/>
                  </a:lnTo>
                  <a:cubicBezTo>
                    <a:pt x="336" y="525"/>
                    <a:pt x="554" y="511"/>
                    <a:pt x="770" y="511"/>
                  </a:cubicBezTo>
                  <a:cubicBezTo>
                    <a:pt x="1036" y="511"/>
                    <a:pt x="1299" y="533"/>
                    <a:pt x="1545" y="612"/>
                  </a:cubicBezTo>
                  <a:lnTo>
                    <a:pt x="1578" y="513"/>
                  </a:lnTo>
                  <a:cubicBezTo>
                    <a:pt x="1311" y="301"/>
                    <a:pt x="1000" y="146"/>
                    <a:pt x="689" y="68"/>
                  </a:cubicBezTo>
                  <a:cubicBezTo>
                    <a:pt x="538" y="35"/>
                    <a:pt x="373" y="1"/>
                    <a:pt x="211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61">
              <a:extLst>
                <a:ext uri="{FF2B5EF4-FFF2-40B4-BE49-F238E27FC236}">
                  <a16:creationId xmlns:a16="http://schemas.microsoft.com/office/drawing/2014/main" id="{73248AD4-8DBD-7D2C-77BE-88CD4865C04E}"/>
                </a:ext>
              </a:extLst>
            </p:cNvPr>
            <p:cNvSpPr/>
            <p:nvPr/>
          </p:nvSpPr>
          <p:spPr>
            <a:xfrm>
              <a:off x="1630975" y="3163250"/>
              <a:ext cx="44200" cy="23900"/>
            </a:xfrm>
            <a:custGeom>
              <a:avLst/>
              <a:gdLst/>
              <a:ahLst/>
              <a:cxnLst/>
              <a:rect l="l" t="t" r="r" b="b"/>
              <a:pathLst>
                <a:path w="1768" h="956" extrusionOk="0">
                  <a:moveTo>
                    <a:pt x="1623" y="0"/>
                  </a:moveTo>
                  <a:cubicBezTo>
                    <a:pt x="1390" y="22"/>
                    <a:pt x="1134" y="111"/>
                    <a:pt x="923" y="212"/>
                  </a:cubicBezTo>
                  <a:cubicBezTo>
                    <a:pt x="578" y="367"/>
                    <a:pt x="267" y="589"/>
                    <a:pt x="1" y="867"/>
                  </a:cubicBezTo>
                  <a:cubicBezTo>
                    <a:pt x="23" y="901"/>
                    <a:pt x="34" y="923"/>
                    <a:pt x="57" y="956"/>
                  </a:cubicBezTo>
                  <a:cubicBezTo>
                    <a:pt x="523" y="701"/>
                    <a:pt x="1101" y="622"/>
                    <a:pt x="1634" y="534"/>
                  </a:cubicBezTo>
                  <a:cubicBezTo>
                    <a:pt x="1678" y="523"/>
                    <a:pt x="1734" y="511"/>
                    <a:pt x="1767" y="501"/>
                  </a:cubicBezTo>
                  <a:cubicBezTo>
                    <a:pt x="1723" y="334"/>
                    <a:pt x="1667" y="167"/>
                    <a:pt x="1623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61">
              <a:extLst>
                <a:ext uri="{FF2B5EF4-FFF2-40B4-BE49-F238E27FC236}">
                  <a16:creationId xmlns:a16="http://schemas.microsoft.com/office/drawing/2014/main" id="{89D332CB-F282-1043-4369-AB6BA02D0BCE}"/>
                </a:ext>
              </a:extLst>
            </p:cNvPr>
            <p:cNvSpPr/>
            <p:nvPr/>
          </p:nvSpPr>
          <p:spPr>
            <a:xfrm>
              <a:off x="1652375" y="3193075"/>
              <a:ext cx="13350" cy="12025"/>
            </a:xfrm>
            <a:custGeom>
              <a:avLst/>
              <a:gdLst/>
              <a:ahLst/>
              <a:cxnLst/>
              <a:rect l="l" t="t" r="r" b="b"/>
              <a:pathLst>
                <a:path w="534" h="481" extrusionOk="0">
                  <a:moveTo>
                    <a:pt x="251" y="1"/>
                  </a:moveTo>
                  <a:cubicBezTo>
                    <a:pt x="214" y="1"/>
                    <a:pt x="177" y="10"/>
                    <a:pt x="144" y="29"/>
                  </a:cubicBezTo>
                  <a:cubicBezTo>
                    <a:pt x="33" y="85"/>
                    <a:pt x="0" y="229"/>
                    <a:pt x="56" y="352"/>
                  </a:cubicBezTo>
                  <a:cubicBezTo>
                    <a:pt x="95" y="430"/>
                    <a:pt x="189" y="480"/>
                    <a:pt x="276" y="480"/>
                  </a:cubicBezTo>
                  <a:cubicBezTo>
                    <a:pt x="313" y="480"/>
                    <a:pt x="348" y="471"/>
                    <a:pt x="378" y="451"/>
                  </a:cubicBezTo>
                  <a:cubicBezTo>
                    <a:pt x="489" y="385"/>
                    <a:pt x="534" y="251"/>
                    <a:pt x="467" y="130"/>
                  </a:cubicBezTo>
                  <a:cubicBezTo>
                    <a:pt x="428" y="51"/>
                    <a:pt x="339" y="1"/>
                    <a:pt x="251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61">
              <a:extLst>
                <a:ext uri="{FF2B5EF4-FFF2-40B4-BE49-F238E27FC236}">
                  <a16:creationId xmlns:a16="http://schemas.microsoft.com/office/drawing/2014/main" id="{A063C315-0BC5-7E77-4C16-C12E85508889}"/>
                </a:ext>
              </a:extLst>
            </p:cNvPr>
            <p:cNvSpPr/>
            <p:nvPr/>
          </p:nvSpPr>
          <p:spPr>
            <a:xfrm>
              <a:off x="1710400" y="3191675"/>
              <a:ext cx="12800" cy="11500"/>
            </a:xfrm>
            <a:custGeom>
              <a:avLst/>
              <a:gdLst/>
              <a:ahLst/>
              <a:cxnLst/>
              <a:rect l="l" t="t" r="r" b="b"/>
              <a:pathLst>
                <a:path w="512" h="460" extrusionOk="0">
                  <a:moveTo>
                    <a:pt x="269" y="0"/>
                  </a:moveTo>
                  <a:cubicBezTo>
                    <a:pt x="204" y="0"/>
                    <a:pt x="139" y="26"/>
                    <a:pt x="90" y="75"/>
                  </a:cubicBezTo>
                  <a:cubicBezTo>
                    <a:pt x="1" y="163"/>
                    <a:pt x="12" y="330"/>
                    <a:pt x="101" y="408"/>
                  </a:cubicBezTo>
                  <a:cubicBezTo>
                    <a:pt x="141" y="443"/>
                    <a:pt x="192" y="460"/>
                    <a:pt x="245" y="460"/>
                  </a:cubicBezTo>
                  <a:cubicBezTo>
                    <a:pt x="309" y="460"/>
                    <a:pt x="374" y="434"/>
                    <a:pt x="423" y="386"/>
                  </a:cubicBezTo>
                  <a:cubicBezTo>
                    <a:pt x="512" y="285"/>
                    <a:pt x="501" y="130"/>
                    <a:pt x="412" y="52"/>
                  </a:cubicBezTo>
                  <a:cubicBezTo>
                    <a:pt x="372" y="17"/>
                    <a:pt x="321" y="0"/>
                    <a:pt x="269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61">
              <a:extLst>
                <a:ext uri="{FF2B5EF4-FFF2-40B4-BE49-F238E27FC236}">
                  <a16:creationId xmlns:a16="http://schemas.microsoft.com/office/drawing/2014/main" id="{019D75C0-36E8-2239-C850-2D5EEA682EDD}"/>
                </a:ext>
              </a:extLst>
            </p:cNvPr>
            <p:cNvSpPr/>
            <p:nvPr/>
          </p:nvSpPr>
          <p:spPr>
            <a:xfrm>
              <a:off x="1661525" y="3213850"/>
              <a:ext cx="13925" cy="17175"/>
            </a:xfrm>
            <a:custGeom>
              <a:avLst/>
              <a:gdLst/>
              <a:ahLst/>
              <a:cxnLst/>
              <a:rect l="l" t="t" r="r" b="b"/>
              <a:pathLst>
                <a:path w="557" h="687" extrusionOk="0">
                  <a:moveTo>
                    <a:pt x="299" y="0"/>
                  </a:moveTo>
                  <a:cubicBezTo>
                    <a:pt x="288" y="0"/>
                    <a:pt x="277" y="7"/>
                    <a:pt x="267" y="20"/>
                  </a:cubicBezTo>
                  <a:cubicBezTo>
                    <a:pt x="168" y="143"/>
                    <a:pt x="79" y="287"/>
                    <a:pt x="23" y="432"/>
                  </a:cubicBezTo>
                  <a:cubicBezTo>
                    <a:pt x="12" y="454"/>
                    <a:pt x="1" y="476"/>
                    <a:pt x="12" y="498"/>
                  </a:cubicBezTo>
                  <a:lnTo>
                    <a:pt x="23" y="509"/>
                  </a:lnTo>
                  <a:cubicBezTo>
                    <a:pt x="156" y="587"/>
                    <a:pt x="301" y="654"/>
                    <a:pt x="467" y="676"/>
                  </a:cubicBezTo>
                  <a:cubicBezTo>
                    <a:pt x="501" y="676"/>
                    <a:pt x="534" y="687"/>
                    <a:pt x="556" y="687"/>
                  </a:cubicBezTo>
                  <a:cubicBezTo>
                    <a:pt x="512" y="587"/>
                    <a:pt x="467" y="487"/>
                    <a:pt x="434" y="376"/>
                  </a:cubicBezTo>
                  <a:cubicBezTo>
                    <a:pt x="423" y="331"/>
                    <a:pt x="356" y="154"/>
                    <a:pt x="334" y="32"/>
                  </a:cubicBezTo>
                  <a:cubicBezTo>
                    <a:pt x="328" y="12"/>
                    <a:pt x="314" y="0"/>
                    <a:pt x="299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61">
              <a:extLst>
                <a:ext uri="{FF2B5EF4-FFF2-40B4-BE49-F238E27FC236}">
                  <a16:creationId xmlns:a16="http://schemas.microsoft.com/office/drawing/2014/main" id="{19318715-60D0-019A-632A-84F5E03A2978}"/>
                </a:ext>
              </a:extLst>
            </p:cNvPr>
            <p:cNvSpPr/>
            <p:nvPr/>
          </p:nvSpPr>
          <p:spPr>
            <a:xfrm>
              <a:off x="1701525" y="3215625"/>
              <a:ext cx="14750" cy="16800"/>
            </a:xfrm>
            <a:custGeom>
              <a:avLst/>
              <a:gdLst/>
              <a:ahLst/>
              <a:cxnLst/>
              <a:rect l="l" t="t" r="r" b="b"/>
              <a:pathLst>
                <a:path w="590" h="672" extrusionOk="0">
                  <a:moveTo>
                    <a:pt x="372" y="1"/>
                  </a:moveTo>
                  <a:cubicBezTo>
                    <a:pt x="356" y="1"/>
                    <a:pt x="340" y="9"/>
                    <a:pt x="334" y="28"/>
                  </a:cubicBezTo>
                  <a:cubicBezTo>
                    <a:pt x="289" y="139"/>
                    <a:pt x="200" y="305"/>
                    <a:pt x="178" y="339"/>
                  </a:cubicBezTo>
                  <a:cubicBezTo>
                    <a:pt x="134" y="450"/>
                    <a:pt x="67" y="549"/>
                    <a:pt x="0" y="650"/>
                  </a:cubicBezTo>
                  <a:lnTo>
                    <a:pt x="0" y="672"/>
                  </a:lnTo>
                  <a:cubicBezTo>
                    <a:pt x="78" y="627"/>
                    <a:pt x="178" y="627"/>
                    <a:pt x="267" y="616"/>
                  </a:cubicBezTo>
                  <a:cubicBezTo>
                    <a:pt x="378" y="605"/>
                    <a:pt x="467" y="583"/>
                    <a:pt x="567" y="561"/>
                  </a:cubicBezTo>
                  <a:cubicBezTo>
                    <a:pt x="578" y="561"/>
                    <a:pt x="578" y="549"/>
                    <a:pt x="578" y="549"/>
                  </a:cubicBezTo>
                  <a:cubicBezTo>
                    <a:pt x="589" y="527"/>
                    <a:pt x="589" y="494"/>
                    <a:pt x="578" y="472"/>
                  </a:cubicBezTo>
                  <a:cubicBezTo>
                    <a:pt x="545" y="316"/>
                    <a:pt x="478" y="161"/>
                    <a:pt x="400" y="16"/>
                  </a:cubicBezTo>
                  <a:cubicBezTo>
                    <a:pt x="395" y="6"/>
                    <a:pt x="384" y="1"/>
                    <a:pt x="372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61">
              <a:extLst>
                <a:ext uri="{FF2B5EF4-FFF2-40B4-BE49-F238E27FC236}">
                  <a16:creationId xmlns:a16="http://schemas.microsoft.com/office/drawing/2014/main" id="{1A9300D3-D40B-D8BC-63AA-73FCBE1AEB72}"/>
                </a:ext>
              </a:extLst>
            </p:cNvPr>
            <p:cNvSpPr/>
            <p:nvPr/>
          </p:nvSpPr>
          <p:spPr>
            <a:xfrm>
              <a:off x="1637375" y="3185750"/>
              <a:ext cx="30575" cy="12250"/>
            </a:xfrm>
            <a:custGeom>
              <a:avLst/>
              <a:gdLst/>
              <a:ahLst/>
              <a:cxnLst/>
              <a:rect l="l" t="t" r="r" b="b"/>
              <a:pathLst>
                <a:path w="1223" h="490" extrusionOk="0">
                  <a:moveTo>
                    <a:pt x="1189" y="1"/>
                  </a:moveTo>
                  <a:cubicBezTo>
                    <a:pt x="811" y="189"/>
                    <a:pt x="411" y="322"/>
                    <a:pt x="1" y="411"/>
                  </a:cubicBezTo>
                  <a:lnTo>
                    <a:pt x="11" y="489"/>
                  </a:lnTo>
                  <a:cubicBezTo>
                    <a:pt x="433" y="400"/>
                    <a:pt x="845" y="256"/>
                    <a:pt x="1223" y="78"/>
                  </a:cubicBezTo>
                  <a:lnTo>
                    <a:pt x="1189" y="1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61">
              <a:extLst>
                <a:ext uri="{FF2B5EF4-FFF2-40B4-BE49-F238E27FC236}">
                  <a16:creationId xmlns:a16="http://schemas.microsoft.com/office/drawing/2014/main" id="{FEE83A72-76AE-B494-52CF-2566C2838B69}"/>
                </a:ext>
              </a:extLst>
            </p:cNvPr>
            <p:cNvSpPr/>
            <p:nvPr/>
          </p:nvSpPr>
          <p:spPr>
            <a:xfrm>
              <a:off x="1704850" y="3185200"/>
              <a:ext cx="23650" cy="9725"/>
            </a:xfrm>
            <a:custGeom>
              <a:avLst/>
              <a:gdLst/>
              <a:ahLst/>
              <a:cxnLst/>
              <a:rect l="l" t="t" r="r" b="b"/>
              <a:pathLst>
                <a:path w="946" h="389" extrusionOk="0">
                  <a:moveTo>
                    <a:pt x="34" y="0"/>
                  </a:moveTo>
                  <a:lnTo>
                    <a:pt x="1" y="78"/>
                  </a:lnTo>
                  <a:cubicBezTo>
                    <a:pt x="289" y="211"/>
                    <a:pt x="600" y="322"/>
                    <a:pt x="923" y="389"/>
                  </a:cubicBezTo>
                  <a:lnTo>
                    <a:pt x="945" y="311"/>
                  </a:lnTo>
                  <a:cubicBezTo>
                    <a:pt x="623" y="245"/>
                    <a:pt x="323" y="144"/>
                    <a:pt x="34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61">
              <a:extLst>
                <a:ext uri="{FF2B5EF4-FFF2-40B4-BE49-F238E27FC236}">
                  <a16:creationId xmlns:a16="http://schemas.microsoft.com/office/drawing/2014/main" id="{F666EB9A-9362-E203-6FFA-8D7438773768}"/>
                </a:ext>
              </a:extLst>
            </p:cNvPr>
            <p:cNvSpPr/>
            <p:nvPr/>
          </p:nvSpPr>
          <p:spPr>
            <a:xfrm>
              <a:off x="1673750" y="3197125"/>
              <a:ext cx="29750" cy="21700"/>
            </a:xfrm>
            <a:custGeom>
              <a:avLst/>
              <a:gdLst/>
              <a:ahLst/>
              <a:cxnLst/>
              <a:rect l="l" t="t" r="r" b="b"/>
              <a:pathLst>
                <a:path w="1190" h="868" extrusionOk="0">
                  <a:moveTo>
                    <a:pt x="942" y="1"/>
                  </a:moveTo>
                  <a:cubicBezTo>
                    <a:pt x="850" y="1"/>
                    <a:pt x="760" y="50"/>
                    <a:pt x="711" y="123"/>
                  </a:cubicBezTo>
                  <a:cubicBezTo>
                    <a:pt x="678" y="168"/>
                    <a:pt x="645" y="223"/>
                    <a:pt x="634" y="267"/>
                  </a:cubicBezTo>
                  <a:cubicBezTo>
                    <a:pt x="544" y="150"/>
                    <a:pt x="396" y="77"/>
                    <a:pt x="248" y="77"/>
                  </a:cubicBezTo>
                  <a:cubicBezTo>
                    <a:pt x="213" y="77"/>
                    <a:pt x="179" y="81"/>
                    <a:pt x="145" y="89"/>
                  </a:cubicBezTo>
                  <a:cubicBezTo>
                    <a:pt x="123" y="101"/>
                    <a:pt x="89" y="101"/>
                    <a:pt x="67" y="123"/>
                  </a:cubicBezTo>
                  <a:cubicBezTo>
                    <a:pt x="45" y="145"/>
                    <a:pt x="23" y="178"/>
                    <a:pt x="23" y="212"/>
                  </a:cubicBezTo>
                  <a:cubicBezTo>
                    <a:pt x="0" y="334"/>
                    <a:pt x="67" y="434"/>
                    <a:pt x="123" y="523"/>
                  </a:cubicBezTo>
                  <a:cubicBezTo>
                    <a:pt x="234" y="679"/>
                    <a:pt x="367" y="834"/>
                    <a:pt x="545" y="856"/>
                  </a:cubicBezTo>
                  <a:lnTo>
                    <a:pt x="567" y="745"/>
                  </a:lnTo>
                  <a:cubicBezTo>
                    <a:pt x="423" y="723"/>
                    <a:pt x="323" y="590"/>
                    <a:pt x="223" y="456"/>
                  </a:cubicBezTo>
                  <a:cubicBezTo>
                    <a:pt x="178" y="390"/>
                    <a:pt x="123" y="312"/>
                    <a:pt x="134" y="234"/>
                  </a:cubicBezTo>
                  <a:cubicBezTo>
                    <a:pt x="145" y="223"/>
                    <a:pt x="145" y="212"/>
                    <a:pt x="145" y="212"/>
                  </a:cubicBezTo>
                  <a:lnTo>
                    <a:pt x="167" y="212"/>
                  </a:lnTo>
                  <a:cubicBezTo>
                    <a:pt x="194" y="205"/>
                    <a:pt x="221" y="202"/>
                    <a:pt x="248" y="202"/>
                  </a:cubicBezTo>
                  <a:cubicBezTo>
                    <a:pt x="402" y="202"/>
                    <a:pt x="553" y="305"/>
                    <a:pt x="600" y="456"/>
                  </a:cubicBezTo>
                  <a:lnTo>
                    <a:pt x="667" y="679"/>
                  </a:lnTo>
                  <a:lnTo>
                    <a:pt x="711" y="445"/>
                  </a:lnTo>
                  <a:cubicBezTo>
                    <a:pt x="734" y="368"/>
                    <a:pt x="745" y="267"/>
                    <a:pt x="800" y="201"/>
                  </a:cubicBezTo>
                  <a:cubicBezTo>
                    <a:pt x="834" y="158"/>
                    <a:pt x="894" y="123"/>
                    <a:pt x="945" y="123"/>
                  </a:cubicBezTo>
                  <a:cubicBezTo>
                    <a:pt x="961" y="123"/>
                    <a:pt x="976" y="126"/>
                    <a:pt x="990" y="134"/>
                  </a:cubicBezTo>
                  <a:cubicBezTo>
                    <a:pt x="1056" y="168"/>
                    <a:pt x="1067" y="245"/>
                    <a:pt x="1067" y="323"/>
                  </a:cubicBezTo>
                  <a:cubicBezTo>
                    <a:pt x="1067" y="489"/>
                    <a:pt x="978" y="667"/>
                    <a:pt x="901" y="812"/>
                  </a:cubicBezTo>
                  <a:lnTo>
                    <a:pt x="1012" y="867"/>
                  </a:lnTo>
                  <a:cubicBezTo>
                    <a:pt x="1089" y="712"/>
                    <a:pt x="1189" y="523"/>
                    <a:pt x="1189" y="323"/>
                  </a:cubicBezTo>
                  <a:cubicBezTo>
                    <a:pt x="1189" y="190"/>
                    <a:pt x="1133" y="79"/>
                    <a:pt x="1045" y="23"/>
                  </a:cubicBezTo>
                  <a:cubicBezTo>
                    <a:pt x="1012" y="8"/>
                    <a:pt x="977" y="1"/>
                    <a:pt x="942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61">
              <a:extLst>
                <a:ext uri="{FF2B5EF4-FFF2-40B4-BE49-F238E27FC236}">
                  <a16:creationId xmlns:a16="http://schemas.microsoft.com/office/drawing/2014/main" id="{058A3C97-6C9E-A079-4E81-657EDCE3A840}"/>
                </a:ext>
              </a:extLst>
            </p:cNvPr>
            <p:cNvSpPr/>
            <p:nvPr/>
          </p:nvSpPr>
          <p:spPr>
            <a:xfrm>
              <a:off x="1660425" y="3224625"/>
              <a:ext cx="56125" cy="9575"/>
            </a:xfrm>
            <a:custGeom>
              <a:avLst/>
              <a:gdLst/>
              <a:ahLst/>
              <a:cxnLst/>
              <a:rect l="l" t="t" r="r" b="b"/>
              <a:pathLst>
                <a:path w="2245" h="383" extrusionOk="0">
                  <a:moveTo>
                    <a:pt x="45" y="1"/>
                  </a:moveTo>
                  <a:cubicBezTo>
                    <a:pt x="22" y="23"/>
                    <a:pt x="12" y="56"/>
                    <a:pt x="0" y="78"/>
                  </a:cubicBezTo>
                  <a:cubicBezTo>
                    <a:pt x="419" y="278"/>
                    <a:pt x="883" y="382"/>
                    <a:pt x="1349" y="382"/>
                  </a:cubicBezTo>
                  <a:cubicBezTo>
                    <a:pt x="1451" y="382"/>
                    <a:pt x="1554" y="377"/>
                    <a:pt x="1656" y="367"/>
                  </a:cubicBezTo>
                  <a:cubicBezTo>
                    <a:pt x="1856" y="345"/>
                    <a:pt x="2056" y="312"/>
                    <a:pt x="2244" y="245"/>
                  </a:cubicBezTo>
                  <a:cubicBezTo>
                    <a:pt x="2233" y="223"/>
                    <a:pt x="2233" y="201"/>
                    <a:pt x="2222" y="167"/>
                  </a:cubicBezTo>
                  <a:cubicBezTo>
                    <a:pt x="1939" y="260"/>
                    <a:pt x="1644" y="305"/>
                    <a:pt x="1348" y="305"/>
                  </a:cubicBezTo>
                  <a:cubicBezTo>
                    <a:pt x="901" y="305"/>
                    <a:pt x="453" y="201"/>
                    <a:pt x="45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61">
              <a:extLst>
                <a:ext uri="{FF2B5EF4-FFF2-40B4-BE49-F238E27FC236}">
                  <a16:creationId xmlns:a16="http://schemas.microsoft.com/office/drawing/2014/main" id="{6EC408FF-ADD8-A13F-D75C-7FB15503B4D5}"/>
                </a:ext>
              </a:extLst>
            </p:cNvPr>
            <p:cNvSpPr/>
            <p:nvPr/>
          </p:nvSpPr>
          <p:spPr>
            <a:xfrm>
              <a:off x="1552950" y="3176800"/>
              <a:ext cx="48625" cy="63250"/>
            </a:xfrm>
            <a:custGeom>
              <a:avLst/>
              <a:gdLst/>
              <a:ahLst/>
              <a:cxnLst/>
              <a:rect l="l" t="t" r="r" b="b"/>
              <a:pathLst>
                <a:path w="1945" h="2530" extrusionOk="0">
                  <a:moveTo>
                    <a:pt x="675" y="1"/>
                  </a:moveTo>
                  <a:cubicBezTo>
                    <a:pt x="658" y="1"/>
                    <a:pt x="640" y="2"/>
                    <a:pt x="623" y="3"/>
                  </a:cubicBezTo>
                  <a:cubicBezTo>
                    <a:pt x="322" y="36"/>
                    <a:pt x="89" y="314"/>
                    <a:pt x="45" y="603"/>
                  </a:cubicBezTo>
                  <a:cubicBezTo>
                    <a:pt x="0" y="902"/>
                    <a:pt x="122" y="1203"/>
                    <a:pt x="312" y="1436"/>
                  </a:cubicBezTo>
                  <a:cubicBezTo>
                    <a:pt x="389" y="1525"/>
                    <a:pt x="478" y="1603"/>
                    <a:pt x="556" y="1702"/>
                  </a:cubicBezTo>
                  <a:cubicBezTo>
                    <a:pt x="700" y="1858"/>
                    <a:pt x="811" y="2047"/>
                    <a:pt x="956" y="2213"/>
                  </a:cubicBezTo>
                  <a:cubicBezTo>
                    <a:pt x="1134" y="2412"/>
                    <a:pt x="1356" y="2530"/>
                    <a:pt x="1544" y="2530"/>
                  </a:cubicBezTo>
                  <a:cubicBezTo>
                    <a:pt x="1755" y="2530"/>
                    <a:pt x="1922" y="2382"/>
                    <a:pt x="1933" y="2036"/>
                  </a:cubicBezTo>
                  <a:cubicBezTo>
                    <a:pt x="1944" y="1425"/>
                    <a:pt x="1744" y="736"/>
                    <a:pt x="1300" y="303"/>
                  </a:cubicBezTo>
                  <a:cubicBezTo>
                    <a:pt x="1134" y="137"/>
                    <a:pt x="911" y="1"/>
                    <a:pt x="675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61">
              <a:extLst>
                <a:ext uri="{FF2B5EF4-FFF2-40B4-BE49-F238E27FC236}">
                  <a16:creationId xmlns:a16="http://schemas.microsoft.com/office/drawing/2014/main" id="{1AE96ED5-2D8E-4C8D-D507-CCADC3ABC3F0}"/>
                </a:ext>
              </a:extLst>
            </p:cNvPr>
            <p:cNvSpPr/>
            <p:nvPr/>
          </p:nvSpPr>
          <p:spPr>
            <a:xfrm>
              <a:off x="1560425" y="3186775"/>
              <a:ext cx="33650" cy="43525"/>
            </a:xfrm>
            <a:custGeom>
              <a:avLst/>
              <a:gdLst/>
              <a:ahLst/>
              <a:cxnLst/>
              <a:rect l="l" t="t" r="r" b="b"/>
              <a:pathLst>
                <a:path w="1346" h="1741" extrusionOk="0">
                  <a:moveTo>
                    <a:pt x="485" y="1"/>
                  </a:moveTo>
                  <a:cubicBezTo>
                    <a:pt x="468" y="1"/>
                    <a:pt x="452" y="2"/>
                    <a:pt x="435" y="4"/>
                  </a:cubicBezTo>
                  <a:cubicBezTo>
                    <a:pt x="235" y="15"/>
                    <a:pt x="68" y="204"/>
                    <a:pt x="35" y="415"/>
                  </a:cubicBezTo>
                  <a:cubicBezTo>
                    <a:pt x="1" y="615"/>
                    <a:pt x="90" y="826"/>
                    <a:pt x="223" y="982"/>
                  </a:cubicBezTo>
                  <a:cubicBezTo>
                    <a:pt x="279" y="1048"/>
                    <a:pt x="334" y="1103"/>
                    <a:pt x="390" y="1170"/>
                  </a:cubicBezTo>
                  <a:cubicBezTo>
                    <a:pt x="490" y="1281"/>
                    <a:pt x="568" y="1414"/>
                    <a:pt x="668" y="1525"/>
                  </a:cubicBezTo>
                  <a:cubicBezTo>
                    <a:pt x="788" y="1661"/>
                    <a:pt x="940" y="1741"/>
                    <a:pt x="1068" y="1741"/>
                  </a:cubicBezTo>
                  <a:cubicBezTo>
                    <a:pt x="1213" y="1741"/>
                    <a:pt x="1328" y="1639"/>
                    <a:pt x="1334" y="1404"/>
                  </a:cubicBezTo>
                  <a:cubicBezTo>
                    <a:pt x="1346" y="982"/>
                    <a:pt x="1212" y="503"/>
                    <a:pt x="901" y="204"/>
                  </a:cubicBezTo>
                  <a:cubicBezTo>
                    <a:pt x="790" y="93"/>
                    <a:pt x="644" y="1"/>
                    <a:pt x="485" y="1"/>
                  </a:cubicBezTo>
                  <a:close/>
                </a:path>
              </a:pathLst>
            </a:custGeom>
            <a:solidFill>
              <a:srgbClr val="D671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61">
              <a:extLst>
                <a:ext uri="{FF2B5EF4-FFF2-40B4-BE49-F238E27FC236}">
                  <a16:creationId xmlns:a16="http://schemas.microsoft.com/office/drawing/2014/main" id="{63DEEEE6-A90D-7849-E4D0-61DC2F44EA17}"/>
                </a:ext>
              </a:extLst>
            </p:cNvPr>
            <p:cNvSpPr/>
            <p:nvPr/>
          </p:nvSpPr>
          <p:spPr>
            <a:xfrm>
              <a:off x="1568225" y="3191575"/>
              <a:ext cx="19750" cy="30850"/>
            </a:xfrm>
            <a:custGeom>
              <a:avLst/>
              <a:gdLst/>
              <a:ahLst/>
              <a:cxnLst/>
              <a:rect l="l" t="t" r="r" b="b"/>
              <a:pathLst>
                <a:path w="790" h="1234" extrusionOk="0">
                  <a:moveTo>
                    <a:pt x="733" y="1111"/>
                  </a:moveTo>
                  <a:cubicBezTo>
                    <a:pt x="755" y="1123"/>
                    <a:pt x="755" y="1145"/>
                    <a:pt x="755" y="1156"/>
                  </a:cubicBezTo>
                  <a:lnTo>
                    <a:pt x="711" y="1145"/>
                  </a:lnTo>
                  <a:lnTo>
                    <a:pt x="733" y="1111"/>
                  </a:lnTo>
                  <a:close/>
                  <a:moveTo>
                    <a:pt x="44" y="0"/>
                  </a:moveTo>
                  <a:lnTo>
                    <a:pt x="0" y="123"/>
                  </a:lnTo>
                  <a:cubicBezTo>
                    <a:pt x="89" y="145"/>
                    <a:pt x="156" y="212"/>
                    <a:pt x="222" y="289"/>
                  </a:cubicBezTo>
                  <a:cubicBezTo>
                    <a:pt x="422" y="523"/>
                    <a:pt x="555" y="800"/>
                    <a:pt x="644" y="1101"/>
                  </a:cubicBezTo>
                  <a:lnTo>
                    <a:pt x="634" y="1133"/>
                  </a:lnTo>
                  <a:cubicBezTo>
                    <a:pt x="634" y="1156"/>
                    <a:pt x="644" y="1189"/>
                    <a:pt x="667" y="1200"/>
                  </a:cubicBezTo>
                  <a:lnTo>
                    <a:pt x="711" y="1234"/>
                  </a:lnTo>
                  <a:lnTo>
                    <a:pt x="745" y="1200"/>
                  </a:lnTo>
                  <a:cubicBezTo>
                    <a:pt x="755" y="1200"/>
                    <a:pt x="789" y="1167"/>
                    <a:pt x="778" y="1111"/>
                  </a:cubicBezTo>
                  <a:cubicBezTo>
                    <a:pt x="689" y="778"/>
                    <a:pt x="533" y="467"/>
                    <a:pt x="311" y="212"/>
                  </a:cubicBezTo>
                  <a:cubicBezTo>
                    <a:pt x="244" y="134"/>
                    <a:pt x="156" y="34"/>
                    <a:pt x="44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61">
              <a:extLst>
                <a:ext uri="{FF2B5EF4-FFF2-40B4-BE49-F238E27FC236}">
                  <a16:creationId xmlns:a16="http://schemas.microsoft.com/office/drawing/2014/main" id="{EB22E555-6764-4983-4CBC-741DB1751037}"/>
                </a:ext>
              </a:extLst>
            </p:cNvPr>
            <p:cNvSpPr/>
            <p:nvPr/>
          </p:nvSpPr>
          <p:spPr>
            <a:xfrm>
              <a:off x="1569875" y="3203800"/>
              <a:ext cx="13925" cy="8900"/>
            </a:xfrm>
            <a:custGeom>
              <a:avLst/>
              <a:gdLst/>
              <a:ahLst/>
              <a:cxnLst/>
              <a:rect l="l" t="t" r="r" b="b"/>
              <a:pathLst>
                <a:path w="557" h="356" extrusionOk="0">
                  <a:moveTo>
                    <a:pt x="34" y="0"/>
                  </a:moveTo>
                  <a:lnTo>
                    <a:pt x="1" y="111"/>
                  </a:lnTo>
                  <a:cubicBezTo>
                    <a:pt x="178" y="167"/>
                    <a:pt x="334" y="245"/>
                    <a:pt x="479" y="356"/>
                  </a:cubicBezTo>
                  <a:lnTo>
                    <a:pt x="556" y="256"/>
                  </a:lnTo>
                  <a:cubicBezTo>
                    <a:pt x="390" y="145"/>
                    <a:pt x="223" y="56"/>
                    <a:pt x="34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61">
              <a:extLst>
                <a:ext uri="{FF2B5EF4-FFF2-40B4-BE49-F238E27FC236}">
                  <a16:creationId xmlns:a16="http://schemas.microsoft.com/office/drawing/2014/main" id="{D18FE786-F876-45E0-C61A-67C9458A97FD}"/>
                </a:ext>
              </a:extLst>
            </p:cNvPr>
            <p:cNvSpPr/>
            <p:nvPr/>
          </p:nvSpPr>
          <p:spPr>
            <a:xfrm>
              <a:off x="1493775" y="3494025"/>
              <a:ext cx="207225" cy="104150"/>
            </a:xfrm>
            <a:custGeom>
              <a:avLst/>
              <a:gdLst/>
              <a:ahLst/>
              <a:cxnLst/>
              <a:rect l="l" t="t" r="r" b="b"/>
              <a:pathLst>
                <a:path w="8289" h="4166" extrusionOk="0">
                  <a:moveTo>
                    <a:pt x="12" y="0"/>
                  </a:moveTo>
                  <a:cubicBezTo>
                    <a:pt x="1" y="334"/>
                    <a:pt x="68" y="678"/>
                    <a:pt x="146" y="956"/>
                  </a:cubicBezTo>
                  <a:cubicBezTo>
                    <a:pt x="390" y="1855"/>
                    <a:pt x="734" y="2544"/>
                    <a:pt x="1201" y="3055"/>
                  </a:cubicBezTo>
                  <a:cubicBezTo>
                    <a:pt x="1724" y="3629"/>
                    <a:pt x="2431" y="3966"/>
                    <a:pt x="3114" y="3966"/>
                  </a:cubicBezTo>
                  <a:cubicBezTo>
                    <a:pt x="3184" y="3966"/>
                    <a:pt x="3253" y="3962"/>
                    <a:pt x="3323" y="3955"/>
                  </a:cubicBezTo>
                  <a:lnTo>
                    <a:pt x="3378" y="3944"/>
                  </a:lnTo>
                  <a:lnTo>
                    <a:pt x="3378" y="3933"/>
                  </a:lnTo>
                  <a:cubicBezTo>
                    <a:pt x="3400" y="3944"/>
                    <a:pt x="3434" y="3966"/>
                    <a:pt x="3467" y="3977"/>
                  </a:cubicBezTo>
                  <a:cubicBezTo>
                    <a:pt x="3723" y="4066"/>
                    <a:pt x="4012" y="4166"/>
                    <a:pt x="4300" y="4166"/>
                  </a:cubicBezTo>
                  <a:cubicBezTo>
                    <a:pt x="4378" y="4166"/>
                    <a:pt x="4456" y="4155"/>
                    <a:pt x="4545" y="4143"/>
                  </a:cubicBezTo>
                  <a:cubicBezTo>
                    <a:pt x="4689" y="4111"/>
                    <a:pt x="4789" y="4044"/>
                    <a:pt x="4834" y="3944"/>
                  </a:cubicBezTo>
                  <a:cubicBezTo>
                    <a:pt x="4844" y="3911"/>
                    <a:pt x="4856" y="3877"/>
                    <a:pt x="4856" y="3832"/>
                  </a:cubicBezTo>
                  <a:cubicBezTo>
                    <a:pt x="5264" y="3978"/>
                    <a:pt x="5699" y="4050"/>
                    <a:pt x="6135" y="4050"/>
                  </a:cubicBezTo>
                  <a:cubicBezTo>
                    <a:pt x="6896" y="4050"/>
                    <a:pt x="7660" y="3830"/>
                    <a:pt x="8288" y="3400"/>
                  </a:cubicBezTo>
                  <a:lnTo>
                    <a:pt x="8221" y="3299"/>
                  </a:lnTo>
                  <a:cubicBezTo>
                    <a:pt x="7613" y="3717"/>
                    <a:pt x="6870" y="3932"/>
                    <a:pt x="6129" y="3932"/>
                  </a:cubicBezTo>
                  <a:cubicBezTo>
                    <a:pt x="5666" y="3932"/>
                    <a:pt x="5205" y="3848"/>
                    <a:pt x="4778" y="3677"/>
                  </a:cubicBezTo>
                  <a:cubicBezTo>
                    <a:pt x="4745" y="3644"/>
                    <a:pt x="4700" y="3632"/>
                    <a:pt x="4667" y="3632"/>
                  </a:cubicBezTo>
                  <a:lnTo>
                    <a:pt x="4389" y="3644"/>
                  </a:lnTo>
                  <a:lnTo>
                    <a:pt x="4644" y="3744"/>
                  </a:lnTo>
                  <a:lnTo>
                    <a:pt x="4711" y="3777"/>
                  </a:lnTo>
                  <a:lnTo>
                    <a:pt x="4711" y="3788"/>
                  </a:lnTo>
                  <a:cubicBezTo>
                    <a:pt x="4733" y="3822"/>
                    <a:pt x="4745" y="3866"/>
                    <a:pt x="4723" y="3899"/>
                  </a:cubicBezTo>
                  <a:cubicBezTo>
                    <a:pt x="4689" y="3966"/>
                    <a:pt x="4589" y="4010"/>
                    <a:pt x="4511" y="4022"/>
                  </a:cubicBezTo>
                  <a:cubicBezTo>
                    <a:pt x="4438" y="4039"/>
                    <a:pt x="4364" y="4046"/>
                    <a:pt x="4289" y="4046"/>
                  </a:cubicBezTo>
                  <a:cubicBezTo>
                    <a:pt x="4024" y="4046"/>
                    <a:pt x="3754" y="3953"/>
                    <a:pt x="3511" y="3866"/>
                  </a:cubicBezTo>
                  <a:cubicBezTo>
                    <a:pt x="3467" y="3844"/>
                    <a:pt x="3412" y="3822"/>
                    <a:pt x="3367" y="3800"/>
                  </a:cubicBezTo>
                  <a:cubicBezTo>
                    <a:pt x="3345" y="3644"/>
                    <a:pt x="3234" y="3499"/>
                    <a:pt x="3089" y="3433"/>
                  </a:cubicBezTo>
                  <a:lnTo>
                    <a:pt x="3000" y="3400"/>
                  </a:lnTo>
                  <a:lnTo>
                    <a:pt x="3000" y="3489"/>
                  </a:lnTo>
                  <a:cubicBezTo>
                    <a:pt x="3000" y="3588"/>
                    <a:pt x="3034" y="3721"/>
                    <a:pt x="3212" y="3844"/>
                  </a:cubicBezTo>
                  <a:cubicBezTo>
                    <a:pt x="3180" y="3846"/>
                    <a:pt x="3148" y="3846"/>
                    <a:pt x="3117" y="3846"/>
                  </a:cubicBezTo>
                  <a:cubicBezTo>
                    <a:pt x="2468" y="3846"/>
                    <a:pt x="1798" y="3528"/>
                    <a:pt x="1289" y="2978"/>
                  </a:cubicBezTo>
                  <a:cubicBezTo>
                    <a:pt x="834" y="2477"/>
                    <a:pt x="501" y="1811"/>
                    <a:pt x="267" y="922"/>
                  </a:cubicBezTo>
                  <a:cubicBezTo>
                    <a:pt x="190" y="655"/>
                    <a:pt x="112" y="322"/>
                    <a:pt x="134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61">
              <a:extLst>
                <a:ext uri="{FF2B5EF4-FFF2-40B4-BE49-F238E27FC236}">
                  <a16:creationId xmlns:a16="http://schemas.microsoft.com/office/drawing/2014/main" id="{B8E8BBE0-096A-2081-7C5A-7DB702B01415}"/>
                </a:ext>
              </a:extLst>
            </p:cNvPr>
            <p:cNvSpPr/>
            <p:nvPr/>
          </p:nvSpPr>
          <p:spPr>
            <a:xfrm>
              <a:off x="1571825" y="3490700"/>
              <a:ext cx="24475" cy="36675"/>
            </a:xfrm>
            <a:custGeom>
              <a:avLst/>
              <a:gdLst/>
              <a:ahLst/>
              <a:cxnLst/>
              <a:rect l="l" t="t" r="r" b="b"/>
              <a:pathLst>
                <a:path w="979" h="1467" extrusionOk="0">
                  <a:moveTo>
                    <a:pt x="900" y="0"/>
                  </a:moveTo>
                  <a:cubicBezTo>
                    <a:pt x="523" y="311"/>
                    <a:pt x="234" y="733"/>
                    <a:pt x="78" y="1200"/>
                  </a:cubicBezTo>
                  <a:lnTo>
                    <a:pt x="1" y="1466"/>
                  </a:lnTo>
                  <a:lnTo>
                    <a:pt x="1" y="1466"/>
                  </a:lnTo>
                  <a:lnTo>
                    <a:pt x="245" y="1188"/>
                  </a:lnTo>
                  <a:lnTo>
                    <a:pt x="223" y="1166"/>
                  </a:lnTo>
                  <a:cubicBezTo>
                    <a:pt x="367" y="755"/>
                    <a:pt x="634" y="378"/>
                    <a:pt x="978" y="89"/>
                  </a:cubicBezTo>
                  <a:lnTo>
                    <a:pt x="900" y="0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61">
              <a:extLst>
                <a:ext uri="{FF2B5EF4-FFF2-40B4-BE49-F238E27FC236}">
                  <a16:creationId xmlns:a16="http://schemas.microsoft.com/office/drawing/2014/main" id="{5AB85DDA-8B38-7B71-5D22-5B9FB48C4BC7}"/>
                </a:ext>
              </a:extLst>
            </p:cNvPr>
            <p:cNvSpPr/>
            <p:nvPr/>
          </p:nvSpPr>
          <p:spPr>
            <a:xfrm>
              <a:off x="1590725" y="3497350"/>
              <a:ext cx="13350" cy="27250"/>
            </a:xfrm>
            <a:custGeom>
              <a:avLst/>
              <a:gdLst/>
              <a:ahLst/>
              <a:cxnLst/>
              <a:rect l="l" t="t" r="r" b="b"/>
              <a:pathLst>
                <a:path w="534" h="1090" extrusionOk="0">
                  <a:moveTo>
                    <a:pt x="445" y="1"/>
                  </a:moveTo>
                  <a:cubicBezTo>
                    <a:pt x="178" y="289"/>
                    <a:pt x="11" y="689"/>
                    <a:pt x="0" y="1089"/>
                  </a:cubicBezTo>
                  <a:lnTo>
                    <a:pt x="122" y="1089"/>
                  </a:lnTo>
                  <a:cubicBezTo>
                    <a:pt x="134" y="722"/>
                    <a:pt x="278" y="356"/>
                    <a:pt x="534" y="78"/>
                  </a:cubicBezTo>
                  <a:lnTo>
                    <a:pt x="445" y="1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61">
              <a:extLst>
                <a:ext uri="{FF2B5EF4-FFF2-40B4-BE49-F238E27FC236}">
                  <a16:creationId xmlns:a16="http://schemas.microsoft.com/office/drawing/2014/main" id="{FB431266-6B6C-3739-A7FE-7841CFF460CA}"/>
                </a:ext>
              </a:extLst>
            </p:cNvPr>
            <p:cNvSpPr/>
            <p:nvPr/>
          </p:nvSpPr>
          <p:spPr>
            <a:xfrm>
              <a:off x="1752350" y="3454575"/>
              <a:ext cx="92775" cy="92925"/>
            </a:xfrm>
            <a:custGeom>
              <a:avLst/>
              <a:gdLst/>
              <a:ahLst/>
              <a:cxnLst/>
              <a:rect l="l" t="t" r="r" b="b"/>
              <a:pathLst>
                <a:path w="3711" h="3717" extrusionOk="0">
                  <a:moveTo>
                    <a:pt x="2113" y="1"/>
                  </a:moveTo>
                  <a:cubicBezTo>
                    <a:pt x="1873" y="1"/>
                    <a:pt x="1612" y="65"/>
                    <a:pt x="1289" y="112"/>
                  </a:cubicBezTo>
                  <a:cubicBezTo>
                    <a:pt x="1200" y="134"/>
                    <a:pt x="1100" y="145"/>
                    <a:pt x="1033" y="201"/>
                  </a:cubicBezTo>
                  <a:cubicBezTo>
                    <a:pt x="956" y="245"/>
                    <a:pt x="912" y="345"/>
                    <a:pt x="944" y="423"/>
                  </a:cubicBezTo>
                  <a:cubicBezTo>
                    <a:pt x="1011" y="611"/>
                    <a:pt x="1367" y="567"/>
                    <a:pt x="1389" y="756"/>
                  </a:cubicBezTo>
                  <a:cubicBezTo>
                    <a:pt x="1033" y="900"/>
                    <a:pt x="689" y="1045"/>
                    <a:pt x="334" y="1189"/>
                  </a:cubicBezTo>
                  <a:cubicBezTo>
                    <a:pt x="201" y="1245"/>
                    <a:pt x="45" y="1334"/>
                    <a:pt x="23" y="1478"/>
                  </a:cubicBezTo>
                  <a:cubicBezTo>
                    <a:pt x="1" y="1623"/>
                    <a:pt x="134" y="1745"/>
                    <a:pt x="278" y="1767"/>
                  </a:cubicBezTo>
                  <a:cubicBezTo>
                    <a:pt x="302" y="1771"/>
                    <a:pt x="327" y="1773"/>
                    <a:pt x="352" y="1773"/>
                  </a:cubicBezTo>
                  <a:cubicBezTo>
                    <a:pt x="464" y="1773"/>
                    <a:pt x="581" y="1736"/>
                    <a:pt x="689" y="1700"/>
                  </a:cubicBezTo>
                  <a:cubicBezTo>
                    <a:pt x="1011" y="1601"/>
                    <a:pt x="1334" y="1489"/>
                    <a:pt x="1667" y="1389"/>
                  </a:cubicBezTo>
                  <a:lnTo>
                    <a:pt x="1667" y="1389"/>
                  </a:lnTo>
                  <a:cubicBezTo>
                    <a:pt x="1700" y="1411"/>
                    <a:pt x="1667" y="1478"/>
                    <a:pt x="1623" y="1512"/>
                  </a:cubicBezTo>
                  <a:cubicBezTo>
                    <a:pt x="1255" y="1756"/>
                    <a:pt x="734" y="1778"/>
                    <a:pt x="478" y="2134"/>
                  </a:cubicBezTo>
                  <a:cubicBezTo>
                    <a:pt x="411" y="2223"/>
                    <a:pt x="378" y="2344"/>
                    <a:pt x="423" y="2433"/>
                  </a:cubicBezTo>
                  <a:cubicBezTo>
                    <a:pt x="464" y="2523"/>
                    <a:pt x="554" y="2555"/>
                    <a:pt x="654" y="2555"/>
                  </a:cubicBezTo>
                  <a:cubicBezTo>
                    <a:pt x="740" y="2555"/>
                    <a:pt x="834" y="2531"/>
                    <a:pt x="912" y="2500"/>
                  </a:cubicBezTo>
                  <a:cubicBezTo>
                    <a:pt x="1267" y="2378"/>
                    <a:pt x="1623" y="2233"/>
                    <a:pt x="1966" y="2089"/>
                  </a:cubicBezTo>
                  <a:lnTo>
                    <a:pt x="1966" y="2089"/>
                  </a:lnTo>
                  <a:cubicBezTo>
                    <a:pt x="1944" y="2289"/>
                    <a:pt x="1766" y="2423"/>
                    <a:pt x="1589" y="2511"/>
                  </a:cubicBezTo>
                  <a:cubicBezTo>
                    <a:pt x="1411" y="2589"/>
                    <a:pt x="1223" y="2655"/>
                    <a:pt x="1078" y="2789"/>
                  </a:cubicBezTo>
                  <a:cubicBezTo>
                    <a:pt x="967" y="2889"/>
                    <a:pt x="900" y="3078"/>
                    <a:pt x="1011" y="3178"/>
                  </a:cubicBezTo>
                  <a:cubicBezTo>
                    <a:pt x="1058" y="3225"/>
                    <a:pt x="1127" y="3239"/>
                    <a:pt x="1199" y="3239"/>
                  </a:cubicBezTo>
                  <a:cubicBezTo>
                    <a:pt x="1229" y="3239"/>
                    <a:pt x="1260" y="3237"/>
                    <a:pt x="1289" y="3233"/>
                  </a:cubicBezTo>
                  <a:cubicBezTo>
                    <a:pt x="1678" y="3178"/>
                    <a:pt x="2067" y="3045"/>
                    <a:pt x="2411" y="2845"/>
                  </a:cubicBezTo>
                  <a:lnTo>
                    <a:pt x="2411" y="2845"/>
                  </a:lnTo>
                  <a:cubicBezTo>
                    <a:pt x="2378" y="3122"/>
                    <a:pt x="2011" y="3211"/>
                    <a:pt x="1789" y="3389"/>
                  </a:cubicBezTo>
                  <a:cubicBezTo>
                    <a:pt x="1744" y="3433"/>
                    <a:pt x="1700" y="3489"/>
                    <a:pt x="1689" y="3544"/>
                  </a:cubicBezTo>
                  <a:cubicBezTo>
                    <a:pt x="1689" y="3666"/>
                    <a:pt x="1830" y="3717"/>
                    <a:pt x="1954" y="3717"/>
                  </a:cubicBezTo>
                  <a:cubicBezTo>
                    <a:pt x="1978" y="3717"/>
                    <a:pt x="2001" y="3715"/>
                    <a:pt x="2022" y="3711"/>
                  </a:cubicBezTo>
                  <a:cubicBezTo>
                    <a:pt x="2611" y="3645"/>
                    <a:pt x="3433" y="3255"/>
                    <a:pt x="3633" y="2655"/>
                  </a:cubicBezTo>
                  <a:cubicBezTo>
                    <a:pt x="3711" y="2423"/>
                    <a:pt x="3699" y="2178"/>
                    <a:pt x="3667" y="1934"/>
                  </a:cubicBezTo>
                  <a:cubicBezTo>
                    <a:pt x="3588" y="1356"/>
                    <a:pt x="3311" y="801"/>
                    <a:pt x="2900" y="367"/>
                  </a:cubicBezTo>
                  <a:cubicBezTo>
                    <a:pt x="2628" y="83"/>
                    <a:pt x="2385" y="1"/>
                    <a:pt x="2113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61">
              <a:extLst>
                <a:ext uri="{FF2B5EF4-FFF2-40B4-BE49-F238E27FC236}">
                  <a16:creationId xmlns:a16="http://schemas.microsoft.com/office/drawing/2014/main" id="{D4F6500A-5E41-9996-E520-500BB32C91E1}"/>
                </a:ext>
              </a:extLst>
            </p:cNvPr>
            <p:cNvSpPr/>
            <p:nvPr/>
          </p:nvSpPr>
          <p:spPr>
            <a:xfrm>
              <a:off x="1548225" y="3229900"/>
              <a:ext cx="131650" cy="148050"/>
            </a:xfrm>
            <a:custGeom>
              <a:avLst/>
              <a:gdLst/>
              <a:ahLst/>
              <a:cxnLst/>
              <a:rect l="l" t="t" r="r" b="b"/>
              <a:pathLst>
                <a:path w="5266" h="5922" extrusionOk="0">
                  <a:moveTo>
                    <a:pt x="78" y="0"/>
                  </a:moveTo>
                  <a:lnTo>
                    <a:pt x="78" y="0"/>
                  </a:lnTo>
                  <a:cubicBezTo>
                    <a:pt x="0" y="567"/>
                    <a:pt x="111" y="1156"/>
                    <a:pt x="389" y="1656"/>
                  </a:cubicBezTo>
                  <a:cubicBezTo>
                    <a:pt x="412" y="1711"/>
                    <a:pt x="445" y="1767"/>
                    <a:pt x="511" y="1800"/>
                  </a:cubicBezTo>
                  <a:cubicBezTo>
                    <a:pt x="547" y="1822"/>
                    <a:pt x="588" y="1834"/>
                    <a:pt x="630" y="1834"/>
                  </a:cubicBezTo>
                  <a:cubicBezTo>
                    <a:pt x="653" y="1834"/>
                    <a:pt x="677" y="1830"/>
                    <a:pt x="700" y="1822"/>
                  </a:cubicBezTo>
                  <a:cubicBezTo>
                    <a:pt x="756" y="1800"/>
                    <a:pt x="800" y="1767"/>
                    <a:pt x="844" y="1723"/>
                  </a:cubicBezTo>
                  <a:cubicBezTo>
                    <a:pt x="978" y="2533"/>
                    <a:pt x="1345" y="3322"/>
                    <a:pt x="1900" y="3922"/>
                  </a:cubicBezTo>
                  <a:cubicBezTo>
                    <a:pt x="1971" y="3993"/>
                    <a:pt x="2079" y="4091"/>
                    <a:pt x="2198" y="4091"/>
                  </a:cubicBezTo>
                  <a:cubicBezTo>
                    <a:pt x="2210" y="4091"/>
                    <a:pt x="2222" y="4090"/>
                    <a:pt x="2234" y="4088"/>
                  </a:cubicBezTo>
                  <a:cubicBezTo>
                    <a:pt x="2333" y="4066"/>
                    <a:pt x="2411" y="4000"/>
                    <a:pt x="2478" y="3856"/>
                  </a:cubicBezTo>
                  <a:cubicBezTo>
                    <a:pt x="2511" y="3789"/>
                    <a:pt x="2533" y="3722"/>
                    <a:pt x="2555" y="3644"/>
                  </a:cubicBezTo>
                  <a:cubicBezTo>
                    <a:pt x="2577" y="3700"/>
                    <a:pt x="2600" y="3745"/>
                    <a:pt x="2633" y="3789"/>
                  </a:cubicBezTo>
                  <a:cubicBezTo>
                    <a:pt x="2878" y="4300"/>
                    <a:pt x="3155" y="4878"/>
                    <a:pt x="3589" y="5310"/>
                  </a:cubicBezTo>
                  <a:cubicBezTo>
                    <a:pt x="3977" y="5710"/>
                    <a:pt x="4477" y="5922"/>
                    <a:pt x="4944" y="5922"/>
                  </a:cubicBezTo>
                  <a:cubicBezTo>
                    <a:pt x="5055" y="5922"/>
                    <a:pt x="5155" y="5910"/>
                    <a:pt x="5266" y="5888"/>
                  </a:cubicBezTo>
                  <a:lnTo>
                    <a:pt x="5233" y="5777"/>
                  </a:lnTo>
                  <a:cubicBezTo>
                    <a:pt x="5138" y="5798"/>
                    <a:pt x="5043" y="5808"/>
                    <a:pt x="4949" y="5808"/>
                  </a:cubicBezTo>
                  <a:cubicBezTo>
                    <a:pt x="4449" y="5808"/>
                    <a:pt x="3977" y="5532"/>
                    <a:pt x="3678" y="5233"/>
                  </a:cubicBezTo>
                  <a:cubicBezTo>
                    <a:pt x="3256" y="4811"/>
                    <a:pt x="2989" y="4266"/>
                    <a:pt x="2733" y="3745"/>
                  </a:cubicBezTo>
                  <a:cubicBezTo>
                    <a:pt x="2689" y="3644"/>
                    <a:pt x="2633" y="3533"/>
                    <a:pt x="2611" y="3422"/>
                  </a:cubicBezTo>
                  <a:cubicBezTo>
                    <a:pt x="2633" y="3300"/>
                    <a:pt x="2633" y="3167"/>
                    <a:pt x="2622" y="3044"/>
                  </a:cubicBezTo>
                  <a:lnTo>
                    <a:pt x="2600" y="2811"/>
                  </a:lnTo>
                  <a:lnTo>
                    <a:pt x="2500" y="3022"/>
                  </a:lnTo>
                  <a:cubicBezTo>
                    <a:pt x="2444" y="3155"/>
                    <a:pt x="2456" y="3300"/>
                    <a:pt x="2489" y="3433"/>
                  </a:cubicBezTo>
                  <a:cubicBezTo>
                    <a:pt x="2466" y="3567"/>
                    <a:pt x="2422" y="3689"/>
                    <a:pt x="2367" y="3811"/>
                  </a:cubicBezTo>
                  <a:cubicBezTo>
                    <a:pt x="2322" y="3911"/>
                    <a:pt x="2266" y="3955"/>
                    <a:pt x="2211" y="3967"/>
                  </a:cubicBezTo>
                  <a:cubicBezTo>
                    <a:pt x="2206" y="3967"/>
                    <a:pt x="2201" y="3968"/>
                    <a:pt x="2196" y="3968"/>
                  </a:cubicBezTo>
                  <a:cubicBezTo>
                    <a:pt x="2122" y="3968"/>
                    <a:pt x="2041" y="3897"/>
                    <a:pt x="1989" y="3844"/>
                  </a:cubicBezTo>
                  <a:cubicBezTo>
                    <a:pt x="1400" y="3200"/>
                    <a:pt x="1022" y="2345"/>
                    <a:pt x="933" y="1467"/>
                  </a:cubicBezTo>
                  <a:cubicBezTo>
                    <a:pt x="933" y="1400"/>
                    <a:pt x="923" y="1323"/>
                    <a:pt x="911" y="1256"/>
                  </a:cubicBezTo>
                  <a:lnTo>
                    <a:pt x="800" y="1267"/>
                  </a:lnTo>
                  <a:cubicBezTo>
                    <a:pt x="800" y="1333"/>
                    <a:pt x="800" y="1400"/>
                    <a:pt x="812" y="1478"/>
                  </a:cubicBezTo>
                  <a:cubicBezTo>
                    <a:pt x="812" y="1523"/>
                    <a:pt x="800" y="1556"/>
                    <a:pt x="778" y="1600"/>
                  </a:cubicBezTo>
                  <a:cubicBezTo>
                    <a:pt x="756" y="1645"/>
                    <a:pt x="711" y="1689"/>
                    <a:pt x="667" y="1711"/>
                  </a:cubicBezTo>
                  <a:cubicBezTo>
                    <a:pt x="650" y="1711"/>
                    <a:pt x="633" y="1714"/>
                    <a:pt x="616" y="1714"/>
                  </a:cubicBezTo>
                  <a:cubicBezTo>
                    <a:pt x="600" y="1714"/>
                    <a:pt x="583" y="1711"/>
                    <a:pt x="567" y="1700"/>
                  </a:cubicBezTo>
                  <a:cubicBezTo>
                    <a:pt x="533" y="1678"/>
                    <a:pt x="511" y="1634"/>
                    <a:pt x="489" y="1600"/>
                  </a:cubicBezTo>
                  <a:cubicBezTo>
                    <a:pt x="234" y="1123"/>
                    <a:pt x="123" y="556"/>
                    <a:pt x="189" y="12"/>
                  </a:cubicBezTo>
                  <a:lnTo>
                    <a:pt x="78" y="0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61">
              <a:extLst>
                <a:ext uri="{FF2B5EF4-FFF2-40B4-BE49-F238E27FC236}">
                  <a16:creationId xmlns:a16="http://schemas.microsoft.com/office/drawing/2014/main" id="{EC5478EF-2818-63D2-3B28-D9473746F9EC}"/>
                </a:ext>
              </a:extLst>
            </p:cNvPr>
            <p:cNvSpPr/>
            <p:nvPr/>
          </p:nvSpPr>
          <p:spPr>
            <a:xfrm>
              <a:off x="1512125" y="3680650"/>
              <a:ext cx="15575" cy="20275"/>
            </a:xfrm>
            <a:custGeom>
              <a:avLst/>
              <a:gdLst/>
              <a:ahLst/>
              <a:cxnLst/>
              <a:rect l="l" t="t" r="r" b="b"/>
              <a:pathLst>
                <a:path w="623" h="811" extrusionOk="0">
                  <a:moveTo>
                    <a:pt x="123" y="0"/>
                  </a:moveTo>
                  <a:lnTo>
                    <a:pt x="0" y="33"/>
                  </a:lnTo>
                  <a:cubicBezTo>
                    <a:pt x="89" y="344"/>
                    <a:pt x="289" y="623"/>
                    <a:pt x="555" y="811"/>
                  </a:cubicBezTo>
                  <a:lnTo>
                    <a:pt x="622" y="722"/>
                  </a:lnTo>
                  <a:cubicBezTo>
                    <a:pt x="378" y="544"/>
                    <a:pt x="200" y="289"/>
                    <a:pt x="123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61">
              <a:extLst>
                <a:ext uri="{FF2B5EF4-FFF2-40B4-BE49-F238E27FC236}">
                  <a16:creationId xmlns:a16="http://schemas.microsoft.com/office/drawing/2014/main" id="{43EE997C-1132-6B80-9908-CB05A90F0B28}"/>
                </a:ext>
              </a:extLst>
            </p:cNvPr>
            <p:cNvSpPr/>
            <p:nvPr/>
          </p:nvSpPr>
          <p:spPr>
            <a:xfrm>
              <a:off x="1534075" y="3686750"/>
              <a:ext cx="13900" cy="12250"/>
            </a:xfrm>
            <a:custGeom>
              <a:avLst/>
              <a:gdLst/>
              <a:ahLst/>
              <a:cxnLst/>
              <a:rect l="l" t="t" r="r" b="b"/>
              <a:pathLst>
                <a:path w="556" h="490" extrusionOk="0">
                  <a:moveTo>
                    <a:pt x="100" y="1"/>
                  </a:moveTo>
                  <a:lnTo>
                    <a:pt x="0" y="68"/>
                  </a:lnTo>
                  <a:cubicBezTo>
                    <a:pt x="122" y="256"/>
                    <a:pt x="300" y="401"/>
                    <a:pt x="511" y="490"/>
                  </a:cubicBezTo>
                  <a:lnTo>
                    <a:pt x="556" y="389"/>
                  </a:lnTo>
                  <a:cubicBezTo>
                    <a:pt x="366" y="300"/>
                    <a:pt x="211" y="167"/>
                    <a:pt x="100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61">
              <a:extLst>
                <a:ext uri="{FF2B5EF4-FFF2-40B4-BE49-F238E27FC236}">
                  <a16:creationId xmlns:a16="http://schemas.microsoft.com/office/drawing/2014/main" id="{52A20145-EFDB-EC87-F5FC-C312B56B3104}"/>
                </a:ext>
              </a:extLst>
            </p:cNvPr>
            <p:cNvSpPr/>
            <p:nvPr/>
          </p:nvSpPr>
          <p:spPr>
            <a:xfrm>
              <a:off x="1543225" y="3709250"/>
              <a:ext cx="6975" cy="5575"/>
            </a:xfrm>
            <a:custGeom>
              <a:avLst/>
              <a:gdLst/>
              <a:ahLst/>
              <a:cxnLst/>
              <a:rect l="l" t="t" r="r" b="b"/>
              <a:pathLst>
                <a:path w="279" h="223" extrusionOk="0">
                  <a:moveTo>
                    <a:pt x="34" y="0"/>
                  </a:moveTo>
                  <a:lnTo>
                    <a:pt x="0" y="111"/>
                  </a:lnTo>
                  <a:cubicBezTo>
                    <a:pt x="78" y="134"/>
                    <a:pt x="145" y="167"/>
                    <a:pt x="200" y="222"/>
                  </a:cubicBezTo>
                  <a:lnTo>
                    <a:pt x="278" y="134"/>
                  </a:lnTo>
                  <a:cubicBezTo>
                    <a:pt x="212" y="67"/>
                    <a:pt x="123" y="22"/>
                    <a:pt x="34" y="0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61">
              <a:extLst>
                <a:ext uri="{FF2B5EF4-FFF2-40B4-BE49-F238E27FC236}">
                  <a16:creationId xmlns:a16="http://schemas.microsoft.com/office/drawing/2014/main" id="{EDA4D469-6C64-5473-040C-FF3263E14C4D}"/>
                </a:ext>
              </a:extLst>
            </p:cNvPr>
            <p:cNvSpPr/>
            <p:nvPr/>
          </p:nvSpPr>
          <p:spPr>
            <a:xfrm>
              <a:off x="1565175" y="3703975"/>
              <a:ext cx="4475" cy="4475"/>
            </a:xfrm>
            <a:custGeom>
              <a:avLst/>
              <a:gdLst/>
              <a:ahLst/>
              <a:cxnLst/>
              <a:rect l="l" t="t" r="r" b="b"/>
              <a:pathLst>
                <a:path w="179" h="179" extrusionOk="0">
                  <a:moveTo>
                    <a:pt x="55" y="1"/>
                  </a:moveTo>
                  <a:lnTo>
                    <a:pt x="0" y="112"/>
                  </a:lnTo>
                  <a:lnTo>
                    <a:pt x="111" y="178"/>
                  </a:lnTo>
                  <a:lnTo>
                    <a:pt x="178" y="78"/>
                  </a:lnTo>
                  <a:lnTo>
                    <a:pt x="55" y="1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61">
              <a:extLst>
                <a:ext uri="{FF2B5EF4-FFF2-40B4-BE49-F238E27FC236}">
                  <a16:creationId xmlns:a16="http://schemas.microsoft.com/office/drawing/2014/main" id="{E7053AD2-6B3B-A66D-D4B7-0E704B682403}"/>
                </a:ext>
              </a:extLst>
            </p:cNvPr>
            <p:cNvSpPr/>
            <p:nvPr/>
          </p:nvSpPr>
          <p:spPr>
            <a:xfrm>
              <a:off x="1513225" y="3334875"/>
              <a:ext cx="10575" cy="18350"/>
            </a:xfrm>
            <a:custGeom>
              <a:avLst/>
              <a:gdLst/>
              <a:ahLst/>
              <a:cxnLst/>
              <a:rect l="l" t="t" r="r" b="b"/>
              <a:pathLst>
                <a:path w="423" h="734" extrusionOk="0">
                  <a:moveTo>
                    <a:pt x="356" y="1"/>
                  </a:moveTo>
                  <a:cubicBezTo>
                    <a:pt x="123" y="168"/>
                    <a:pt x="0" y="456"/>
                    <a:pt x="45" y="734"/>
                  </a:cubicBezTo>
                  <a:lnTo>
                    <a:pt x="156" y="723"/>
                  </a:lnTo>
                  <a:cubicBezTo>
                    <a:pt x="123" y="479"/>
                    <a:pt x="234" y="234"/>
                    <a:pt x="423" y="89"/>
                  </a:cubicBezTo>
                  <a:lnTo>
                    <a:pt x="356" y="1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61">
              <a:extLst>
                <a:ext uri="{FF2B5EF4-FFF2-40B4-BE49-F238E27FC236}">
                  <a16:creationId xmlns:a16="http://schemas.microsoft.com/office/drawing/2014/main" id="{65F973B4-C97D-355F-4E51-E0B848006857}"/>
                </a:ext>
              </a:extLst>
            </p:cNvPr>
            <p:cNvSpPr/>
            <p:nvPr/>
          </p:nvSpPr>
          <p:spPr>
            <a:xfrm>
              <a:off x="1506850" y="3364875"/>
              <a:ext cx="3900" cy="9750"/>
            </a:xfrm>
            <a:custGeom>
              <a:avLst/>
              <a:gdLst/>
              <a:ahLst/>
              <a:cxnLst/>
              <a:rect l="l" t="t" r="r" b="b"/>
              <a:pathLst>
                <a:path w="156" h="390" extrusionOk="0">
                  <a:moveTo>
                    <a:pt x="33" y="0"/>
                  </a:moveTo>
                  <a:lnTo>
                    <a:pt x="0" y="378"/>
                  </a:lnTo>
                  <a:lnTo>
                    <a:pt x="112" y="390"/>
                  </a:lnTo>
                  <a:lnTo>
                    <a:pt x="156" y="23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61">
              <a:extLst>
                <a:ext uri="{FF2B5EF4-FFF2-40B4-BE49-F238E27FC236}">
                  <a16:creationId xmlns:a16="http://schemas.microsoft.com/office/drawing/2014/main" id="{7AABEAAF-3100-B865-5B9C-E38ACF29BF02}"/>
                </a:ext>
              </a:extLst>
            </p:cNvPr>
            <p:cNvSpPr/>
            <p:nvPr/>
          </p:nvSpPr>
          <p:spPr>
            <a:xfrm>
              <a:off x="1519900" y="3362375"/>
              <a:ext cx="2800" cy="5575"/>
            </a:xfrm>
            <a:custGeom>
              <a:avLst/>
              <a:gdLst/>
              <a:ahLst/>
              <a:cxnLst/>
              <a:rect l="l" t="t" r="r" b="b"/>
              <a:pathLst>
                <a:path w="112" h="223" extrusionOk="0">
                  <a:moveTo>
                    <a:pt x="0" y="1"/>
                  </a:moveTo>
                  <a:lnTo>
                    <a:pt x="0" y="223"/>
                  </a:lnTo>
                  <a:lnTo>
                    <a:pt x="111" y="223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61">
              <a:extLst>
                <a:ext uri="{FF2B5EF4-FFF2-40B4-BE49-F238E27FC236}">
                  <a16:creationId xmlns:a16="http://schemas.microsoft.com/office/drawing/2014/main" id="{7A7D11F3-540B-EE1F-B999-2517E331FC0D}"/>
                </a:ext>
              </a:extLst>
            </p:cNvPr>
            <p:cNvSpPr/>
            <p:nvPr/>
          </p:nvSpPr>
          <p:spPr>
            <a:xfrm>
              <a:off x="1722350" y="3367375"/>
              <a:ext cx="5025" cy="7800"/>
            </a:xfrm>
            <a:custGeom>
              <a:avLst/>
              <a:gdLst/>
              <a:ahLst/>
              <a:cxnLst/>
              <a:rect l="l" t="t" r="r" b="b"/>
              <a:pathLst>
                <a:path w="201" h="312" extrusionOk="0">
                  <a:moveTo>
                    <a:pt x="167" y="1"/>
                  </a:moveTo>
                  <a:lnTo>
                    <a:pt x="56" y="56"/>
                  </a:lnTo>
                  <a:cubicBezTo>
                    <a:pt x="68" y="78"/>
                    <a:pt x="68" y="112"/>
                    <a:pt x="56" y="145"/>
                  </a:cubicBezTo>
                  <a:cubicBezTo>
                    <a:pt x="45" y="167"/>
                    <a:pt x="23" y="189"/>
                    <a:pt x="1" y="201"/>
                  </a:cubicBezTo>
                  <a:lnTo>
                    <a:pt x="23" y="312"/>
                  </a:lnTo>
                  <a:cubicBezTo>
                    <a:pt x="90" y="300"/>
                    <a:pt x="134" y="256"/>
                    <a:pt x="167" y="189"/>
                  </a:cubicBezTo>
                  <a:cubicBezTo>
                    <a:pt x="201" y="122"/>
                    <a:pt x="189" y="56"/>
                    <a:pt x="167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61">
              <a:extLst>
                <a:ext uri="{FF2B5EF4-FFF2-40B4-BE49-F238E27FC236}">
                  <a16:creationId xmlns:a16="http://schemas.microsoft.com/office/drawing/2014/main" id="{E50A5F6F-F688-873D-5B87-FBCDB3661198}"/>
                </a:ext>
              </a:extLst>
            </p:cNvPr>
            <p:cNvSpPr/>
            <p:nvPr/>
          </p:nvSpPr>
          <p:spPr>
            <a:xfrm>
              <a:off x="1733175" y="3352375"/>
              <a:ext cx="4200" cy="6975"/>
            </a:xfrm>
            <a:custGeom>
              <a:avLst/>
              <a:gdLst/>
              <a:ahLst/>
              <a:cxnLst/>
              <a:rect l="l" t="t" r="r" b="b"/>
              <a:pathLst>
                <a:path w="168" h="279" extrusionOk="0">
                  <a:moveTo>
                    <a:pt x="146" y="1"/>
                  </a:moveTo>
                  <a:lnTo>
                    <a:pt x="34" y="67"/>
                  </a:lnTo>
                  <a:cubicBezTo>
                    <a:pt x="45" y="78"/>
                    <a:pt x="45" y="100"/>
                    <a:pt x="45" y="123"/>
                  </a:cubicBezTo>
                  <a:cubicBezTo>
                    <a:pt x="34" y="145"/>
                    <a:pt x="23" y="156"/>
                    <a:pt x="1" y="167"/>
                  </a:cubicBezTo>
                  <a:lnTo>
                    <a:pt x="45" y="278"/>
                  </a:lnTo>
                  <a:cubicBezTo>
                    <a:pt x="101" y="256"/>
                    <a:pt x="134" y="211"/>
                    <a:pt x="156" y="156"/>
                  </a:cubicBezTo>
                  <a:cubicBezTo>
                    <a:pt x="168" y="100"/>
                    <a:pt x="168" y="45"/>
                    <a:pt x="146" y="1"/>
                  </a:cubicBezTo>
                  <a:close/>
                </a:path>
              </a:pathLst>
            </a:custGeom>
            <a:solidFill>
              <a:srgbClr val="5B2C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61">
              <a:extLst>
                <a:ext uri="{FF2B5EF4-FFF2-40B4-BE49-F238E27FC236}">
                  <a16:creationId xmlns:a16="http://schemas.microsoft.com/office/drawing/2014/main" id="{C40BD68E-C0B4-2449-7B9D-07672EE9C21D}"/>
                </a:ext>
              </a:extLst>
            </p:cNvPr>
            <p:cNvSpPr/>
            <p:nvPr/>
          </p:nvSpPr>
          <p:spPr>
            <a:xfrm>
              <a:off x="1797350" y="3699325"/>
              <a:ext cx="142475" cy="100675"/>
            </a:xfrm>
            <a:custGeom>
              <a:avLst/>
              <a:gdLst/>
              <a:ahLst/>
              <a:cxnLst/>
              <a:rect l="l" t="t" r="r" b="b"/>
              <a:pathLst>
                <a:path w="5699" h="4027" extrusionOk="0">
                  <a:moveTo>
                    <a:pt x="763" y="0"/>
                  </a:moveTo>
                  <a:cubicBezTo>
                    <a:pt x="510" y="0"/>
                    <a:pt x="257" y="91"/>
                    <a:pt x="89" y="298"/>
                  </a:cubicBezTo>
                  <a:cubicBezTo>
                    <a:pt x="33" y="364"/>
                    <a:pt x="0" y="498"/>
                    <a:pt x="67" y="542"/>
                  </a:cubicBezTo>
                  <a:cubicBezTo>
                    <a:pt x="100" y="564"/>
                    <a:pt x="122" y="564"/>
                    <a:pt x="156" y="575"/>
                  </a:cubicBezTo>
                  <a:cubicBezTo>
                    <a:pt x="389" y="587"/>
                    <a:pt x="622" y="609"/>
                    <a:pt x="855" y="631"/>
                  </a:cubicBezTo>
                  <a:cubicBezTo>
                    <a:pt x="833" y="629"/>
                    <a:pt x="810" y="628"/>
                    <a:pt x="787" y="628"/>
                  </a:cubicBezTo>
                  <a:cubicBezTo>
                    <a:pt x="520" y="628"/>
                    <a:pt x="251" y="748"/>
                    <a:pt x="67" y="953"/>
                  </a:cubicBezTo>
                  <a:cubicBezTo>
                    <a:pt x="33" y="986"/>
                    <a:pt x="0" y="1031"/>
                    <a:pt x="11" y="1075"/>
                  </a:cubicBezTo>
                  <a:cubicBezTo>
                    <a:pt x="33" y="1130"/>
                    <a:pt x="111" y="1142"/>
                    <a:pt x="166" y="1142"/>
                  </a:cubicBezTo>
                  <a:lnTo>
                    <a:pt x="1067" y="1108"/>
                  </a:lnTo>
                  <a:lnTo>
                    <a:pt x="1067" y="1108"/>
                  </a:lnTo>
                  <a:cubicBezTo>
                    <a:pt x="778" y="1120"/>
                    <a:pt x="489" y="1219"/>
                    <a:pt x="233" y="1397"/>
                  </a:cubicBezTo>
                  <a:cubicBezTo>
                    <a:pt x="166" y="1441"/>
                    <a:pt x="89" y="1508"/>
                    <a:pt x="89" y="1597"/>
                  </a:cubicBezTo>
                  <a:cubicBezTo>
                    <a:pt x="89" y="1720"/>
                    <a:pt x="211" y="1786"/>
                    <a:pt x="322" y="1786"/>
                  </a:cubicBezTo>
                  <a:cubicBezTo>
                    <a:pt x="433" y="1786"/>
                    <a:pt x="533" y="1730"/>
                    <a:pt x="633" y="1697"/>
                  </a:cubicBezTo>
                  <a:cubicBezTo>
                    <a:pt x="694" y="1680"/>
                    <a:pt x="755" y="1672"/>
                    <a:pt x="816" y="1672"/>
                  </a:cubicBezTo>
                  <a:cubicBezTo>
                    <a:pt x="1070" y="1672"/>
                    <a:pt x="1321" y="1809"/>
                    <a:pt x="1499" y="1997"/>
                  </a:cubicBezTo>
                  <a:cubicBezTo>
                    <a:pt x="1733" y="2231"/>
                    <a:pt x="1889" y="2519"/>
                    <a:pt x="2066" y="2797"/>
                  </a:cubicBezTo>
                  <a:cubicBezTo>
                    <a:pt x="2333" y="3186"/>
                    <a:pt x="2666" y="3530"/>
                    <a:pt x="3033" y="3819"/>
                  </a:cubicBezTo>
                  <a:cubicBezTo>
                    <a:pt x="3176" y="3926"/>
                    <a:pt x="3348" y="4027"/>
                    <a:pt x="3520" y="4027"/>
                  </a:cubicBezTo>
                  <a:cubicBezTo>
                    <a:pt x="3562" y="4027"/>
                    <a:pt x="3603" y="4021"/>
                    <a:pt x="3644" y="4008"/>
                  </a:cubicBezTo>
                  <a:cubicBezTo>
                    <a:pt x="3766" y="3952"/>
                    <a:pt x="3866" y="3841"/>
                    <a:pt x="3955" y="3730"/>
                  </a:cubicBezTo>
                  <a:cubicBezTo>
                    <a:pt x="4432" y="3152"/>
                    <a:pt x="5221" y="2175"/>
                    <a:pt x="5699" y="1597"/>
                  </a:cubicBezTo>
                  <a:cubicBezTo>
                    <a:pt x="5521" y="1441"/>
                    <a:pt x="4799" y="1308"/>
                    <a:pt x="4577" y="1286"/>
                  </a:cubicBezTo>
                  <a:cubicBezTo>
                    <a:pt x="4561" y="1283"/>
                    <a:pt x="4546" y="1282"/>
                    <a:pt x="4531" y="1282"/>
                  </a:cubicBezTo>
                  <a:cubicBezTo>
                    <a:pt x="4303" y="1282"/>
                    <a:pt x="4167" y="1588"/>
                    <a:pt x="4010" y="1797"/>
                  </a:cubicBezTo>
                  <a:cubicBezTo>
                    <a:pt x="3966" y="1853"/>
                    <a:pt x="3921" y="1920"/>
                    <a:pt x="3866" y="1952"/>
                  </a:cubicBezTo>
                  <a:cubicBezTo>
                    <a:pt x="3826" y="1973"/>
                    <a:pt x="3785" y="1981"/>
                    <a:pt x="3744" y="1981"/>
                  </a:cubicBezTo>
                  <a:cubicBezTo>
                    <a:pt x="3604" y="1981"/>
                    <a:pt x="3464" y="1880"/>
                    <a:pt x="3344" y="1786"/>
                  </a:cubicBezTo>
                  <a:cubicBezTo>
                    <a:pt x="2899" y="1409"/>
                    <a:pt x="2455" y="1019"/>
                    <a:pt x="2000" y="631"/>
                  </a:cubicBezTo>
                  <a:cubicBezTo>
                    <a:pt x="1722" y="397"/>
                    <a:pt x="1433" y="153"/>
                    <a:pt x="1100" y="53"/>
                  </a:cubicBezTo>
                  <a:cubicBezTo>
                    <a:pt x="993" y="19"/>
                    <a:pt x="878" y="0"/>
                    <a:pt x="763" y="0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61">
              <a:extLst>
                <a:ext uri="{FF2B5EF4-FFF2-40B4-BE49-F238E27FC236}">
                  <a16:creationId xmlns:a16="http://schemas.microsoft.com/office/drawing/2014/main" id="{EF7D2F49-8735-D221-C5C8-23C38232228E}"/>
                </a:ext>
              </a:extLst>
            </p:cNvPr>
            <p:cNvSpPr/>
            <p:nvPr/>
          </p:nvSpPr>
          <p:spPr>
            <a:xfrm>
              <a:off x="1894250" y="3736450"/>
              <a:ext cx="28925" cy="26700"/>
            </a:xfrm>
            <a:custGeom>
              <a:avLst/>
              <a:gdLst/>
              <a:ahLst/>
              <a:cxnLst/>
              <a:rect l="l" t="t" r="r" b="b"/>
              <a:pathLst>
                <a:path w="1157" h="1068" extrusionOk="0">
                  <a:moveTo>
                    <a:pt x="1156" y="934"/>
                  </a:moveTo>
                  <a:lnTo>
                    <a:pt x="1156" y="934"/>
                  </a:lnTo>
                  <a:cubicBezTo>
                    <a:pt x="1112" y="978"/>
                    <a:pt x="1079" y="1023"/>
                    <a:pt x="1045" y="1067"/>
                  </a:cubicBezTo>
                  <a:lnTo>
                    <a:pt x="1045" y="1067"/>
                  </a:lnTo>
                  <a:cubicBezTo>
                    <a:pt x="1079" y="1023"/>
                    <a:pt x="1112" y="978"/>
                    <a:pt x="1156" y="934"/>
                  </a:cubicBezTo>
                  <a:close/>
                  <a:moveTo>
                    <a:pt x="346" y="1"/>
                  </a:moveTo>
                  <a:cubicBezTo>
                    <a:pt x="279" y="101"/>
                    <a:pt x="201" y="223"/>
                    <a:pt x="134" y="312"/>
                  </a:cubicBezTo>
                  <a:cubicBezTo>
                    <a:pt x="90" y="368"/>
                    <a:pt x="45" y="423"/>
                    <a:pt x="1" y="457"/>
                  </a:cubicBezTo>
                  <a:lnTo>
                    <a:pt x="1" y="457"/>
                  </a:lnTo>
                  <a:cubicBezTo>
                    <a:pt x="45" y="423"/>
                    <a:pt x="90" y="368"/>
                    <a:pt x="134" y="312"/>
                  </a:cubicBezTo>
                  <a:cubicBezTo>
                    <a:pt x="201" y="223"/>
                    <a:pt x="279" y="101"/>
                    <a:pt x="346" y="1"/>
                  </a:cubicBezTo>
                  <a:close/>
                </a:path>
              </a:pathLst>
            </a:custGeom>
            <a:solidFill>
              <a:srgbClr val="6054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61">
              <a:extLst>
                <a:ext uri="{FF2B5EF4-FFF2-40B4-BE49-F238E27FC236}">
                  <a16:creationId xmlns:a16="http://schemas.microsoft.com/office/drawing/2014/main" id="{54FC655E-FF98-1D2F-25EB-B4BBE0B7F26D}"/>
                </a:ext>
              </a:extLst>
            </p:cNvPr>
            <p:cNvSpPr/>
            <p:nvPr/>
          </p:nvSpPr>
          <p:spPr>
            <a:xfrm>
              <a:off x="1923150" y="3757000"/>
              <a:ext cx="1975" cy="2825"/>
            </a:xfrm>
            <a:custGeom>
              <a:avLst/>
              <a:gdLst/>
              <a:ahLst/>
              <a:cxnLst/>
              <a:rect l="l" t="t" r="r" b="b"/>
              <a:pathLst>
                <a:path w="79" h="113" extrusionOk="0">
                  <a:moveTo>
                    <a:pt x="78" y="1"/>
                  </a:moveTo>
                  <a:cubicBezTo>
                    <a:pt x="56" y="45"/>
                    <a:pt x="22" y="79"/>
                    <a:pt x="0" y="112"/>
                  </a:cubicBezTo>
                  <a:lnTo>
                    <a:pt x="0" y="112"/>
                  </a:lnTo>
                  <a:cubicBezTo>
                    <a:pt x="22" y="79"/>
                    <a:pt x="56" y="45"/>
                    <a:pt x="78" y="1"/>
                  </a:cubicBezTo>
                  <a:close/>
                </a:path>
              </a:pathLst>
            </a:custGeom>
            <a:solidFill>
              <a:srgbClr val="6A5E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61">
              <a:extLst>
                <a:ext uri="{FF2B5EF4-FFF2-40B4-BE49-F238E27FC236}">
                  <a16:creationId xmlns:a16="http://schemas.microsoft.com/office/drawing/2014/main" id="{2BA47539-4297-CAEE-CC1C-CB9ED7E92C33}"/>
                </a:ext>
              </a:extLst>
            </p:cNvPr>
            <p:cNvSpPr/>
            <p:nvPr/>
          </p:nvSpPr>
          <p:spPr>
            <a:xfrm>
              <a:off x="1894250" y="3736450"/>
              <a:ext cx="31425" cy="26700"/>
            </a:xfrm>
            <a:custGeom>
              <a:avLst/>
              <a:gdLst/>
              <a:ahLst/>
              <a:cxnLst/>
              <a:rect l="l" t="t" r="r" b="b"/>
              <a:pathLst>
                <a:path w="1257" h="1068" extrusionOk="0">
                  <a:moveTo>
                    <a:pt x="346" y="1"/>
                  </a:moveTo>
                  <a:cubicBezTo>
                    <a:pt x="279" y="101"/>
                    <a:pt x="201" y="223"/>
                    <a:pt x="134" y="312"/>
                  </a:cubicBezTo>
                  <a:cubicBezTo>
                    <a:pt x="90" y="368"/>
                    <a:pt x="45" y="423"/>
                    <a:pt x="1" y="457"/>
                  </a:cubicBezTo>
                  <a:cubicBezTo>
                    <a:pt x="112" y="601"/>
                    <a:pt x="257" y="657"/>
                    <a:pt x="445" y="657"/>
                  </a:cubicBezTo>
                  <a:cubicBezTo>
                    <a:pt x="578" y="657"/>
                    <a:pt x="734" y="623"/>
                    <a:pt x="901" y="556"/>
                  </a:cubicBezTo>
                  <a:cubicBezTo>
                    <a:pt x="912" y="546"/>
                    <a:pt x="934" y="546"/>
                    <a:pt x="945" y="546"/>
                  </a:cubicBezTo>
                  <a:cubicBezTo>
                    <a:pt x="1001" y="546"/>
                    <a:pt x="1045" y="601"/>
                    <a:pt x="1045" y="667"/>
                  </a:cubicBezTo>
                  <a:cubicBezTo>
                    <a:pt x="1045" y="801"/>
                    <a:pt x="1034" y="934"/>
                    <a:pt x="1045" y="1067"/>
                  </a:cubicBezTo>
                  <a:cubicBezTo>
                    <a:pt x="1079" y="1023"/>
                    <a:pt x="1112" y="978"/>
                    <a:pt x="1156" y="934"/>
                  </a:cubicBezTo>
                  <a:cubicBezTo>
                    <a:pt x="1178" y="901"/>
                    <a:pt x="1212" y="867"/>
                    <a:pt x="1234" y="823"/>
                  </a:cubicBezTo>
                  <a:cubicBezTo>
                    <a:pt x="1123" y="623"/>
                    <a:pt x="1101" y="356"/>
                    <a:pt x="1257" y="179"/>
                  </a:cubicBezTo>
                  <a:lnTo>
                    <a:pt x="1257" y="179"/>
                  </a:lnTo>
                  <a:cubicBezTo>
                    <a:pt x="1156" y="201"/>
                    <a:pt x="1057" y="212"/>
                    <a:pt x="956" y="212"/>
                  </a:cubicBezTo>
                  <a:cubicBezTo>
                    <a:pt x="734" y="212"/>
                    <a:pt x="512" y="146"/>
                    <a:pt x="346" y="1"/>
                  </a:cubicBezTo>
                  <a:close/>
                </a:path>
              </a:pathLst>
            </a:custGeom>
            <a:solidFill>
              <a:srgbClr val="CD85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61">
              <a:extLst>
                <a:ext uri="{FF2B5EF4-FFF2-40B4-BE49-F238E27FC236}">
                  <a16:creationId xmlns:a16="http://schemas.microsoft.com/office/drawing/2014/main" id="{04177B0C-883B-42DA-367B-CBEE31BC2083}"/>
                </a:ext>
              </a:extLst>
            </p:cNvPr>
            <p:cNvSpPr/>
            <p:nvPr/>
          </p:nvSpPr>
          <p:spPr>
            <a:xfrm>
              <a:off x="1874250" y="3638100"/>
              <a:ext cx="142775" cy="129425"/>
            </a:xfrm>
            <a:custGeom>
              <a:avLst/>
              <a:gdLst/>
              <a:ahLst/>
              <a:cxnLst/>
              <a:rect l="l" t="t" r="r" b="b"/>
              <a:pathLst>
                <a:path w="5711" h="5177" extrusionOk="0">
                  <a:moveTo>
                    <a:pt x="2995" y="1"/>
                  </a:moveTo>
                  <a:cubicBezTo>
                    <a:pt x="2992" y="1"/>
                    <a:pt x="2991" y="1"/>
                    <a:pt x="2990" y="2"/>
                  </a:cubicBezTo>
                  <a:cubicBezTo>
                    <a:pt x="2423" y="491"/>
                    <a:pt x="1857" y="992"/>
                    <a:pt x="1301" y="1480"/>
                  </a:cubicBezTo>
                  <a:cubicBezTo>
                    <a:pt x="968" y="1769"/>
                    <a:pt x="1" y="2325"/>
                    <a:pt x="412" y="2880"/>
                  </a:cubicBezTo>
                  <a:cubicBezTo>
                    <a:pt x="505" y="3009"/>
                    <a:pt x="668" y="3083"/>
                    <a:pt x="831" y="3083"/>
                  </a:cubicBezTo>
                  <a:cubicBezTo>
                    <a:pt x="921" y="3083"/>
                    <a:pt x="1011" y="3061"/>
                    <a:pt x="1090" y="3013"/>
                  </a:cubicBezTo>
                  <a:lnTo>
                    <a:pt x="1090" y="3013"/>
                  </a:lnTo>
                  <a:cubicBezTo>
                    <a:pt x="1035" y="3068"/>
                    <a:pt x="990" y="3135"/>
                    <a:pt x="968" y="3202"/>
                  </a:cubicBezTo>
                  <a:cubicBezTo>
                    <a:pt x="879" y="3435"/>
                    <a:pt x="946" y="3724"/>
                    <a:pt x="1123" y="3902"/>
                  </a:cubicBezTo>
                  <a:cubicBezTo>
                    <a:pt x="1288" y="4074"/>
                    <a:pt x="1524" y="4153"/>
                    <a:pt x="1762" y="4153"/>
                  </a:cubicBezTo>
                  <a:cubicBezTo>
                    <a:pt x="1861" y="4153"/>
                    <a:pt x="1961" y="4139"/>
                    <a:pt x="2057" y="4113"/>
                  </a:cubicBezTo>
                  <a:lnTo>
                    <a:pt x="2057" y="4113"/>
                  </a:lnTo>
                  <a:cubicBezTo>
                    <a:pt x="1845" y="4369"/>
                    <a:pt x="1956" y="4779"/>
                    <a:pt x="2223" y="4979"/>
                  </a:cubicBezTo>
                  <a:cubicBezTo>
                    <a:pt x="2409" y="5125"/>
                    <a:pt x="2648" y="5176"/>
                    <a:pt x="2893" y="5176"/>
                  </a:cubicBezTo>
                  <a:cubicBezTo>
                    <a:pt x="2985" y="5176"/>
                    <a:pt x="3077" y="5169"/>
                    <a:pt x="3167" y="5157"/>
                  </a:cubicBezTo>
                  <a:cubicBezTo>
                    <a:pt x="3612" y="5102"/>
                    <a:pt x="4056" y="4935"/>
                    <a:pt x="4434" y="4680"/>
                  </a:cubicBezTo>
                  <a:cubicBezTo>
                    <a:pt x="4237" y="4624"/>
                    <a:pt x="4041" y="4599"/>
                    <a:pt x="3844" y="4599"/>
                  </a:cubicBezTo>
                  <a:cubicBezTo>
                    <a:pt x="3807" y="4599"/>
                    <a:pt x="3770" y="4600"/>
                    <a:pt x="3734" y="4601"/>
                  </a:cubicBezTo>
                  <a:cubicBezTo>
                    <a:pt x="4222" y="4446"/>
                    <a:pt x="4689" y="4213"/>
                    <a:pt x="5123" y="3924"/>
                  </a:cubicBezTo>
                  <a:cubicBezTo>
                    <a:pt x="5022" y="3884"/>
                    <a:pt x="4914" y="3864"/>
                    <a:pt x="4805" y="3864"/>
                  </a:cubicBezTo>
                  <a:cubicBezTo>
                    <a:pt x="4733" y="3864"/>
                    <a:pt x="4660" y="3873"/>
                    <a:pt x="4589" y="3890"/>
                  </a:cubicBezTo>
                  <a:cubicBezTo>
                    <a:pt x="4867" y="3635"/>
                    <a:pt x="5145" y="3369"/>
                    <a:pt x="5311" y="3036"/>
                  </a:cubicBezTo>
                  <a:cubicBezTo>
                    <a:pt x="5711" y="2291"/>
                    <a:pt x="5345" y="1925"/>
                    <a:pt x="4745" y="1535"/>
                  </a:cubicBezTo>
                  <a:cubicBezTo>
                    <a:pt x="4489" y="1358"/>
                    <a:pt x="4311" y="1135"/>
                    <a:pt x="4089" y="925"/>
                  </a:cubicBezTo>
                  <a:cubicBezTo>
                    <a:pt x="4014" y="849"/>
                    <a:pt x="3081" y="1"/>
                    <a:pt x="2995" y="1"/>
                  </a:cubicBezTo>
                  <a:close/>
                </a:path>
              </a:pathLst>
            </a:custGeom>
            <a:solidFill>
              <a:srgbClr val="CADF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61">
              <a:extLst>
                <a:ext uri="{FF2B5EF4-FFF2-40B4-BE49-F238E27FC236}">
                  <a16:creationId xmlns:a16="http://schemas.microsoft.com/office/drawing/2014/main" id="{C9B931E6-2354-4838-D97E-2536EC9B32B7}"/>
                </a:ext>
              </a:extLst>
            </p:cNvPr>
            <p:cNvSpPr/>
            <p:nvPr/>
          </p:nvSpPr>
          <p:spPr>
            <a:xfrm>
              <a:off x="1884250" y="3709800"/>
              <a:ext cx="17550" cy="25575"/>
            </a:xfrm>
            <a:custGeom>
              <a:avLst/>
              <a:gdLst/>
              <a:ahLst/>
              <a:cxnLst/>
              <a:rect l="l" t="t" r="r" b="b"/>
              <a:pathLst>
                <a:path w="702" h="1023" extrusionOk="0">
                  <a:moveTo>
                    <a:pt x="690" y="145"/>
                  </a:moveTo>
                  <a:lnTo>
                    <a:pt x="690" y="145"/>
                  </a:lnTo>
                  <a:cubicBezTo>
                    <a:pt x="635" y="200"/>
                    <a:pt x="590" y="267"/>
                    <a:pt x="568" y="334"/>
                  </a:cubicBezTo>
                  <a:cubicBezTo>
                    <a:pt x="479" y="556"/>
                    <a:pt x="534" y="834"/>
                    <a:pt x="701" y="1022"/>
                  </a:cubicBezTo>
                  <a:cubicBezTo>
                    <a:pt x="534" y="834"/>
                    <a:pt x="479" y="556"/>
                    <a:pt x="568" y="334"/>
                  </a:cubicBezTo>
                  <a:cubicBezTo>
                    <a:pt x="590" y="267"/>
                    <a:pt x="635" y="200"/>
                    <a:pt x="690" y="145"/>
                  </a:cubicBezTo>
                  <a:close/>
                  <a:moveTo>
                    <a:pt x="12" y="12"/>
                  </a:moveTo>
                  <a:lnTo>
                    <a:pt x="12" y="12"/>
                  </a:lnTo>
                  <a:lnTo>
                    <a:pt x="12" y="12"/>
                  </a:lnTo>
                  <a:close/>
                  <a:moveTo>
                    <a:pt x="12" y="0"/>
                  </a:moveTo>
                  <a:lnTo>
                    <a:pt x="12" y="12"/>
                  </a:lnTo>
                  <a:lnTo>
                    <a:pt x="12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2F55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61">
              <a:extLst>
                <a:ext uri="{FF2B5EF4-FFF2-40B4-BE49-F238E27FC236}">
                  <a16:creationId xmlns:a16="http://schemas.microsoft.com/office/drawing/2014/main" id="{E8CACA3D-53CE-CDAD-D399-192C91F9EEF8}"/>
                </a:ext>
              </a:extLst>
            </p:cNvPr>
            <p:cNvSpPr/>
            <p:nvPr/>
          </p:nvSpPr>
          <p:spPr>
            <a:xfrm>
              <a:off x="1881775" y="3700350"/>
              <a:ext cx="42500" cy="41425"/>
            </a:xfrm>
            <a:custGeom>
              <a:avLst/>
              <a:gdLst/>
              <a:ahLst/>
              <a:cxnLst/>
              <a:rect l="l" t="t" r="r" b="b"/>
              <a:pathLst>
                <a:path w="1700" h="1657" extrusionOk="0">
                  <a:moveTo>
                    <a:pt x="23" y="1"/>
                  </a:moveTo>
                  <a:cubicBezTo>
                    <a:pt x="0" y="123"/>
                    <a:pt x="11" y="245"/>
                    <a:pt x="100" y="378"/>
                  </a:cubicBezTo>
                  <a:lnTo>
                    <a:pt x="111" y="378"/>
                  </a:lnTo>
                  <a:lnTo>
                    <a:pt x="111" y="390"/>
                  </a:lnTo>
                  <a:cubicBezTo>
                    <a:pt x="211" y="523"/>
                    <a:pt x="366" y="590"/>
                    <a:pt x="534" y="590"/>
                  </a:cubicBezTo>
                  <a:cubicBezTo>
                    <a:pt x="622" y="590"/>
                    <a:pt x="711" y="568"/>
                    <a:pt x="789" y="523"/>
                  </a:cubicBezTo>
                  <a:lnTo>
                    <a:pt x="789" y="523"/>
                  </a:lnTo>
                  <a:cubicBezTo>
                    <a:pt x="734" y="578"/>
                    <a:pt x="689" y="645"/>
                    <a:pt x="667" y="712"/>
                  </a:cubicBezTo>
                  <a:cubicBezTo>
                    <a:pt x="578" y="934"/>
                    <a:pt x="633" y="1212"/>
                    <a:pt x="800" y="1400"/>
                  </a:cubicBezTo>
                  <a:cubicBezTo>
                    <a:pt x="811" y="1400"/>
                    <a:pt x="811" y="1412"/>
                    <a:pt x="822" y="1412"/>
                  </a:cubicBezTo>
                  <a:cubicBezTo>
                    <a:pt x="989" y="1578"/>
                    <a:pt x="1222" y="1656"/>
                    <a:pt x="1455" y="1656"/>
                  </a:cubicBezTo>
                  <a:cubicBezTo>
                    <a:pt x="1544" y="1656"/>
                    <a:pt x="1622" y="1645"/>
                    <a:pt x="1700" y="1634"/>
                  </a:cubicBezTo>
                  <a:cubicBezTo>
                    <a:pt x="1322" y="1412"/>
                    <a:pt x="1166" y="934"/>
                    <a:pt x="1144" y="490"/>
                  </a:cubicBezTo>
                  <a:cubicBezTo>
                    <a:pt x="667" y="490"/>
                    <a:pt x="267" y="323"/>
                    <a:pt x="23" y="1"/>
                  </a:cubicBezTo>
                  <a:close/>
                </a:path>
              </a:pathLst>
            </a:custGeom>
            <a:solidFill>
              <a:srgbClr val="BCD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61">
              <a:extLst>
                <a:ext uri="{FF2B5EF4-FFF2-40B4-BE49-F238E27FC236}">
                  <a16:creationId xmlns:a16="http://schemas.microsoft.com/office/drawing/2014/main" id="{B769F62E-2540-C7AD-42C6-4F0C6773D3BF}"/>
                </a:ext>
              </a:extLst>
            </p:cNvPr>
            <p:cNvSpPr/>
            <p:nvPr/>
          </p:nvSpPr>
          <p:spPr>
            <a:xfrm>
              <a:off x="1903700" y="3717950"/>
              <a:ext cx="71400" cy="43900"/>
            </a:xfrm>
            <a:custGeom>
              <a:avLst/>
              <a:gdLst/>
              <a:ahLst/>
              <a:cxnLst/>
              <a:rect l="l" t="t" r="r" b="b"/>
              <a:pathLst>
                <a:path w="2856" h="1756" extrusionOk="0">
                  <a:moveTo>
                    <a:pt x="1511" y="86"/>
                  </a:moveTo>
                  <a:lnTo>
                    <a:pt x="1511" y="86"/>
                  </a:lnTo>
                  <a:cubicBezTo>
                    <a:pt x="1434" y="185"/>
                    <a:pt x="1345" y="274"/>
                    <a:pt x="1245" y="353"/>
                  </a:cubicBezTo>
                  <a:cubicBezTo>
                    <a:pt x="1256" y="308"/>
                    <a:pt x="1278" y="264"/>
                    <a:pt x="1311" y="219"/>
                  </a:cubicBezTo>
                  <a:cubicBezTo>
                    <a:pt x="1356" y="153"/>
                    <a:pt x="1434" y="97"/>
                    <a:pt x="1511" y="86"/>
                  </a:cubicBezTo>
                  <a:close/>
                  <a:moveTo>
                    <a:pt x="1532" y="1"/>
                  </a:moveTo>
                  <a:cubicBezTo>
                    <a:pt x="1419" y="1"/>
                    <a:pt x="1312" y="80"/>
                    <a:pt x="1245" y="175"/>
                  </a:cubicBezTo>
                  <a:cubicBezTo>
                    <a:pt x="1190" y="252"/>
                    <a:pt x="1156" y="341"/>
                    <a:pt x="1134" y="430"/>
                  </a:cubicBezTo>
                  <a:cubicBezTo>
                    <a:pt x="890" y="593"/>
                    <a:pt x="601" y="690"/>
                    <a:pt x="310" y="690"/>
                  </a:cubicBezTo>
                  <a:cubicBezTo>
                    <a:pt x="244" y="690"/>
                    <a:pt x="177" y="685"/>
                    <a:pt x="112" y="674"/>
                  </a:cubicBezTo>
                  <a:lnTo>
                    <a:pt x="289" y="264"/>
                  </a:lnTo>
                  <a:lnTo>
                    <a:pt x="212" y="230"/>
                  </a:lnTo>
                  <a:lnTo>
                    <a:pt x="0" y="741"/>
                  </a:lnTo>
                  <a:lnTo>
                    <a:pt x="45" y="752"/>
                  </a:lnTo>
                  <a:cubicBezTo>
                    <a:pt x="123" y="764"/>
                    <a:pt x="201" y="770"/>
                    <a:pt x="279" y="770"/>
                  </a:cubicBezTo>
                  <a:cubicBezTo>
                    <a:pt x="569" y="770"/>
                    <a:pt x="855" y="690"/>
                    <a:pt x="1101" y="541"/>
                  </a:cubicBezTo>
                  <a:lnTo>
                    <a:pt x="1101" y="541"/>
                  </a:lnTo>
                  <a:cubicBezTo>
                    <a:pt x="1078" y="652"/>
                    <a:pt x="1045" y="775"/>
                    <a:pt x="1067" y="886"/>
                  </a:cubicBezTo>
                  <a:cubicBezTo>
                    <a:pt x="1078" y="1008"/>
                    <a:pt x="1167" y="1152"/>
                    <a:pt x="1301" y="1175"/>
                  </a:cubicBezTo>
                  <a:lnTo>
                    <a:pt x="1400" y="1175"/>
                  </a:lnTo>
                  <a:cubicBezTo>
                    <a:pt x="1378" y="1230"/>
                    <a:pt x="1367" y="1286"/>
                    <a:pt x="1367" y="1352"/>
                  </a:cubicBezTo>
                  <a:cubicBezTo>
                    <a:pt x="1378" y="1541"/>
                    <a:pt x="1511" y="1718"/>
                    <a:pt x="1678" y="1752"/>
                  </a:cubicBezTo>
                  <a:lnTo>
                    <a:pt x="1701" y="1752"/>
                  </a:lnTo>
                  <a:cubicBezTo>
                    <a:pt x="1717" y="1755"/>
                    <a:pt x="1733" y="1756"/>
                    <a:pt x="1750" y="1756"/>
                  </a:cubicBezTo>
                  <a:cubicBezTo>
                    <a:pt x="1888" y="1756"/>
                    <a:pt x="2023" y="1676"/>
                    <a:pt x="2123" y="1597"/>
                  </a:cubicBezTo>
                  <a:cubicBezTo>
                    <a:pt x="2412" y="1385"/>
                    <a:pt x="2667" y="1108"/>
                    <a:pt x="2856" y="808"/>
                  </a:cubicBezTo>
                  <a:lnTo>
                    <a:pt x="2789" y="763"/>
                  </a:lnTo>
                  <a:cubicBezTo>
                    <a:pt x="2600" y="1064"/>
                    <a:pt x="2356" y="1330"/>
                    <a:pt x="2078" y="1541"/>
                  </a:cubicBezTo>
                  <a:cubicBezTo>
                    <a:pt x="1989" y="1600"/>
                    <a:pt x="1873" y="1678"/>
                    <a:pt x="1754" y="1678"/>
                  </a:cubicBezTo>
                  <a:cubicBezTo>
                    <a:pt x="1740" y="1678"/>
                    <a:pt x="1725" y="1676"/>
                    <a:pt x="1711" y="1674"/>
                  </a:cubicBezTo>
                  <a:cubicBezTo>
                    <a:pt x="1567" y="1663"/>
                    <a:pt x="1456" y="1508"/>
                    <a:pt x="1445" y="1341"/>
                  </a:cubicBezTo>
                  <a:cubicBezTo>
                    <a:pt x="1445" y="1263"/>
                    <a:pt x="1467" y="1185"/>
                    <a:pt x="1511" y="1119"/>
                  </a:cubicBezTo>
                  <a:cubicBezTo>
                    <a:pt x="1567" y="1074"/>
                    <a:pt x="1634" y="1008"/>
                    <a:pt x="1689" y="930"/>
                  </a:cubicBezTo>
                  <a:lnTo>
                    <a:pt x="1800" y="763"/>
                  </a:lnTo>
                  <a:lnTo>
                    <a:pt x="1634" y="874"/>
                  </a:lnTo>
                  <a:cubicBezTo>
                    <a:pt x="1556" y="919"/>
                    <a:pt x="1501" y="985"/>
                    <a:pt x="1456" y="1064"/>
                  </a:cubicBezTo>
                  <a:cubicBezTo>
                    <a:pt x="1420" y="1082"/>
                    <a:pt x="1376" y="1100"/>
                    <a:pt x="1338" y="1100"/>
                  </a:cubicBezTo>
                  <a:cubicBezTo>
                    <a:pt x="1329" y="1100"/>
                    <a:pt x="1320" y="1099"/>
                    <a:pt x="1311" y="1096"/>
                  </a:cubicBezTo>
                  <a:cubicBezTo>
                    <a:pt x="1212" y="1074"/>
                    <a:pt x="1156" y="963"/>
                    <a:pt x="1145" y="874"/>
                  </a:cubicBezTo>
                  <a:cubicBezTo>
                    <a:pt x="1134" y="763"/>
                    <a:pt x="1156" y="652"/>
                    <a:pt x="1190" y="541"/>
                  </a:cubicBezTo>
                  <a:cubicBezTo>
                    <a:pt x="1190" y="519"/>
                    <a:pt x="1200" y="497"/>
                    <a:pt x="1200" y="474"/>
                  </a:cubicBezTo>
                  <a:cubicBezTo>
                    <a:pt x="1356" y="375"/>
                    <a:pt x="1501" y="230"/>
                    <a:pt x="1622" y="74"/>
                  </a:cubicBezTo>
                  <a:lnTo>
                    <a:pt x="1656" y="19"/>
                  </a:lnTo>
                  <a:lnTo>
                    <a:pt x="1589" y="8"/>
                  </a:lnTo>
                  <a:cubicBezTo>
                    <a:pt x="1570" y="3"/>
                    <a:pt x="1551" y="1"/>
                    <a:pt x="1532" y="1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61">
              <a:extLst>
                <a:ext uri="{FF2B5EF4-FFF2-40B4-BE49-F238E27FC236}">
                  <a16:creationId xmlns:a16="http://schemas.microsoft.com/office/drawing/2014/main" id="{BEC910EE-7B99-C885-EACD-C826AA6B6246}"/>
                </a:ext>
              </a:extLst>
            </p:cNvPr>
            <p:cNvSpPr/>
            <p:nvPr/>
          </p:nvSpPr>
          <p:spPr>
            <a:xfrm>
              <a:off x="1797600" y="3702475"/>
              <a:ext cx="9475" cy="9300"/>
            </a:xfrm>
            <a:custGeom>
              <a:avLst/>
              <a:gdLst/>
              <a:ahLst/>
              <a:cxnLst/>
              <a:rect l="l" t="t" r="r" b="b"/>
              <a:pathLst>
                <a:path w="379" h="372" extrusionOk="0">
                  <a:moveTo>
                    <a:pt x="347" y="0"/>
                  </a:moveTo>
                  <a:cubicBezTo>
                    <a:pt x="323" y="0"/>
                    <a:pt x="288" y="30"/>
                    <a:pt x="245" y="61"/>
                  </a:cubicBezTo>
                  <a:cubicBezTo>
                    <a:pt x="168" y="116"/>
                    <a:pt x="101" y="172"/>
                    <a:pt x="23" y="238"/>
                  </a:cubicBezTo>
                  <a:cubicBezTo>
                    <a:pt x="12" y="238"/>
                    <a:pt x="1" y="261"/>
                    <a:pt x="1" y="283"/>
                  </a:cubicBezTo>
                  <a:cubicBezTo>
                    <a:pt x="12" y="283"/>
                    <a:pt x="12" y="293"/>
                    <a:pt x="23" y="293"/>
                  </a:cubicBezTo>
                  <a:cubicBezTo>
                    <a:pt x="124" y="349"/>
                    <a:pt x="235" y="372"/>
                    <a:pt x="356" y="372"/>
                  </a:cubicBezTo>
                  <a:cubicBezTo>
                    <a:pt x="368" y="271"/>
                    <a:pt x="379" y="182"/>
                    <a:pt x="379" y="83"/>
                  </a:cubicBezTo>
                  <a:cubicBezTo>
                    <a:pt x="379" y="22"/>
                    <a:pt x="367" y="0"/>
                    <a:pt x="347" y="0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61">
              <a:extLst>
                <a:ext uri="{FF2B5EF4-FFF2-40B4-BE49-F238E27FC236}">
                  <a16:creationId xmlns:a16="http://schemas.microsoft.com/office/drawing/2014/main" id="{412B970A-5274-7DE7-EF46-2AE7BB9D7B85}"/>
                </a:ext>
              </a:extLst>
            </p:cNvPr>
            <p:cNvSpPr/>
            <p:nvPr/>
          </p:nvSpPr>
          <p:spPr>
            <a:xfrm>
              <a:off x="1797900" y="3718750"/>
              <a:ext cx="7250" cy="7300"/>
            </a:xfrm>
            <a:custGeom>
              <a:avLst/>
              <a:gdLst/>
              <a:ahLst/>
              <a:cxnLst/>
              <a:rect l="l" t="t" r="r" b="b"/>
              <a:pathLst>
                <a:path w="290" h="292" extrusionOk="0">
                  <a:moveTo>
                    <a:pt x="249" y="1"/>
                  </a:moveTo>
                  <a:cubicBezTo>
                    <a:pt x="230" y="1"/>
                    <a:pt x="204" y="33"/>
                    <a:pt x="178" y="65"/>
                  </a:cubicBezTo>
                  <a:cubicBezTo>
                    <a:pt x="122" y="109"/>
                    <a:pt x="67" y="165"/>
                    <a:pt x="23" y="220"/>
                  </a:cubicBezTo>
                  <a:cubicBezTo>
                    <a:pt x="11" y="220"/>
                    <a:pt x="0" y="242"/>
                    <a:pt x="11" y="254"/>
                  </a:cubicBezTo>
                  <a:cubicBezTo>
                    <a:pt x="11" y="254"/>
                    <a:pt x="23" y="254"/>
                    <a:pt x="23" y="265"/>
                  </a:cubicBezTo>
                  <a:cubicBezTo>
                    <a:pt x="88" y="281"/>
                    <a:pt x="153" y="291"/>
                    <a:pt x="217" y="291"/>
                  </a:cubicBezTo>
                  <a:cubicBezTo>
                    <a:pt x="241" y="291"/>
                    <a:pt x="265" y="290"/>
                    <a:pt x="289" y="287"/>
                  </a:cubicBezTo>
                  <a:cubicBezTo>
                    <a:pt x="289" y="209"/>
                    <a:pt x="289" y="131"/>
                    <a:pt x="278" y="65"/>
                  </a:cubicBezTo>
                  <a:cubicBezTo>
                    <a:pt x="273" y="18"/>
                    <a:pt x="263" y="1"/>
                    <a:pt x="249" y="1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61">
              <a:extLst>
                <a:ext uri="{FF2B5EF4-FFF2-40B4-BE49-F238E27FC236}">
                  <a16:creationId xmlns:a16="http://schemas.microsoft.com/office/drawing/2014/main" id="{05B97FB1-70F3-D2FA-138D-8DA3D5B61084}"/>
                </a:ext>
              </a:extLst>
            </p:cNvPr>
            <p:cNvSpPr/>
            <p:nvPr/>
          </p:nvSpPr>
          <p:spPr>
            <a:xfrm>
              <a:off x="1799575" y="3732250"/>
              <a:ext cx="8350" cy="8500"/>
            </a:xfrm>
            <a:custGeom>
              <a:avLst/>
              <a:gdLst/>
              <a:ahLst/>
              <a:cxnLst/>
              <a:rect l="l" t="t" r="r" b="b"/>
              <a:pathLst>
                <a:path w="334" h="340" extrusionOk="0">
                  <a:moveTo>
                    <a:pt x="281" y="0"/>
                  </a:moveTo>
                  <a:cubicBezTo>
                    <a:pt x="259" y="0"/>
                    <a:pt x="228" y="37"/>
                    <a:pt x="189" y="69"/>
                  </a:cubicBezTo>
                  <a:cubicBezTo>
                    <a:pt x="133" y="124"/>
                    <a:pt x="77" y="191"/>
                    <a:pt x="22" y="247"/>
                  </a:cubicBezTo>
                  <a:cubicBezTo>
                    <a:pt x="11" y="258"/>
                    <a:pt x="0" y="280"/>
                    <a:pt x="0" y="292"/>
                  </a:cubicBezTo>
                  <a:cubicBezTo>
                    <a:pt x="11" y="302"/>
                    <a:pt x="11" y="302"/>
                    <a:pt x="22" y="302"/>
                  </a:cubicBezTo>
                  <a:cubicBezTo>
                    <a:pt x="97" y="328"/>
                    <a:pt x="173" y="340"/>
                    <a:pt x="248" y="340"/>
                  </a:cubicBezTo>
                  <a:cubicBezTo>
                    <a:pt x="273" y="340"/>
                    <a:pt x="297" y="339"/>
                    <a:pt x="322" y="336"/>
                  </a:cubicBezTo>
                  <a:cubicBezTo>
                    <a:pt x="333" y="247"/>
                    <a:pt x="322" y="158"/>
                    <a:pt x="311" y="69"/>
                  </a:cubicBezTo>
                  <a:cubicBezTo>
                    <a:pt x="306" y="19"/>
                    <a:pt x="296" y="0"/>
                    <a:pt x="281" y="0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61">
              <a:extLst>
                <a:ext uri="{FF2B5EF4-FFF2-40B4-BE49-F238E27FC236}">
                  <a16:creationId xmlns:a16="http://schemas.microsoft.com/office/drawing/2014/main" id="{E56E4A8E-A2C7-8109-3F6F-F0BA7ADCCFA9}"/>
                </a:ext>
              </a:extLst>
            </p:cNvPr>
            <p:cNvSpPr/>
            <p:nvPr/>
          </p:nvSpPr>
          <p:spPr>
            <a:xfrm>
              <a:off x="1898150" y="3295575"/>
              <a:ext cx="117550" cy="237050"/>
            </a:xfrm>
            <a:custGeom>
              <a:avLst/>
              <a:gdLst/>
              <a:ahLst/>
              <a:cxnLst/>
              <a:rect l="l" t="t" r="r" b="b"/>
              <a:pathLst>
                <a:path w="4702" h="9482" extrusionOk="0">
                  <a:moveTo>
                    <a:pt x="3883" y="1"/>
                  </a:moveTo>
                  <a:cubicBezTo>
                    <a:pt x="3841" y="1"/>
                    <a:pt x="3795" y="10"/>
                    <a:pt x="3744" y="29"/>
                  </a:cubicBezTo>
                  <a:cubicBezTo>
                    <a:pt x="3311" y="195"/>
                    <a:pt x="2955" y="1239"/>
                    <a:pt x="2800" y="1629"/>
                  </a:cubicBezTo>
                  <a:cubicBezTo>
                    <a:pt x="2567" y="2228"/>
                    <a:pt x="2389" y="2861"/>
                    <a:pt x="2178" y="3473"/>
                  </a:cubicBezTo>
                  <a:cubicBezTo>
                    <a:pt x="1945" y="4172"/>
                    <a:pt x="1678" y="4861"/>
                    <a:pt x="1244" y="5461"/>
                  </a:cubicBezTo>
                  <a:cubicBezTo>
                    <a:pt x="956" y="5861"/>
                    <a:pt x="600" y="6216"/>
                    <a:pt x="390" y="6660"/>
                  </a:cubicBezTo>
                  <a:cubicBezTo>
                    <a:pt x="0" y="7494"/>
                    <a:pt x="200" y="8494"/>
                    <a:pt x="612" y="9316"/>
                  </a:cubicBezTo>
                  <a:cubicBezTo>
                    <a:pt x="634" y="9371"/>
                    <a:pt x="667" y="9427"/>
                    <a:pt x="723" y="9460"/>
                  </a:cubicBezTo>
                  <a:cubicBezTo>
                    <a:pt x="750" y="9475"/>
                    <a:pt x="778" y="9481"/>
                    <a:pt x="807" y="9481"/>
                  </a:cubicBezTo>
                  <a:cubicBezTo>
                    <a:pt x="862" y="9481"/>
                    <a:pt x="920" y="9460"/>
                    <a:pt x="978" y="9438"/>
                  </a:cubicBezTo>
                  <a:cubicBezTo>
                    <a:pt x="1634" y="9160"/>
                    <a:pt x="2244" y="8805"/>
                    <a:pt x="2822" y="8371"/>
                  </a:cubicBezTo>
                  <a:cubicBezTo>
                    <a:pt x="3222" y="8060"/>
                    <a:pt x="3611" y="7705"/>
                    <a:pt x="3822" y="7250"/>
                  </a:cubicBezTo>
                  <a:cubicBezTo>
                    <a:pt x="3955" y="6927"/>
                    <a:pt x="4011" y="6583"/>
                    <a:pt x="4033" y="6238"/>
                  </a:cubicBezTo>
                  <a:cubicBezTo>
                    <a:pt x="4078" y="5438"/>
                    <a:pt x="3999" y="4639"/>
                    <a:pt x="4055" y="3850"/>
                  </a:cubicBezTo>
                  <a:cubicBezTo>
                    <a:pt x="4087" y="3417"/>
                    <a:pt x="4701" y="1"/>
                    <a:pt x="3883" y="1"/>
                  </a:cubicBezTo>
                  <a:close/>
                </a:path>
              </a:pathLst>
            </a:custGeom>
            <a:solidFill>
              <a:srgbClr val="C3D8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61">
              <a:extLst>
                <a:ext uri="{FF2B5EF4-FFF2-40B4-BE49-F238E27FC236}">
                  <a16:creationId xmlns:a16="http://schemas.microsoft.com/office/drawing/2014/main" id="{3E28F451-F346-C028-3081-48B9884F2A73}"/>
                </a:ext>
              </a:extLst>
            </p:cNvPr>
            <p:cNvSpPr/>
            <p:nvPr/>
          </p:nvSpPr>
          <p:spPr>
            <a:xfrm>
              <a:off x="1922325" y="3230050"/>
              <a:ext cx="381050" cy="497600"/>
            </a:xfrm>
            <a:custGeom>
              <a:avLst/>
              <a:gdLst/>
              <a:ahLst/>
              <a:cxnLst/>
              <a:rect l="l" t="t" r="r" b="b"/>
              <a:pathLst>
                <a:path w="15242" h="19904" extrusionOk="0">
                  <a:moveTo>
                    <a:pt x="11212" y="0"/>
                  </a:moveTo>
                  <a:cubicBezTo>
                    <a:pt x="11117" y="0"/>
                    <a:pt x="11006" y="7"/>
                    <a:pt x="10875" y="17"/>
                  </a:cubicBezTo>
                  <a:cubicBezTo>
                    <a:pt x="9265" y="128"/>
                    <a:pt x="7676" y="361"/>
                    <a:pt x="6143" y="728"/>
                  </a:cubicBezTo>
                  <a:cubicBezTo>
                    <a:pt x="5644" y="850"/>
                    <a:pt x="5155" y="950"/>
                    <a:pt x="4666" y="1061"/>
                  </a:cubicBezTo>
                  <a:cubicBezTo>
                    <a:pt x="4222" y="1172"/>
                    <a:pt x="3644" y="1250"/>
                    <a:pt x="3344" y="1594"/>
                  </a:cubicBezTo>
                  <a:cubicBezTo>
                    <a:pt x="2844" y="2183"/>
                    <a:pt x="2289" y="2994"/>
                    <a:pt x="2188" y="3783"/>
                  </a:cubicBezTo>
                  <a:cubicBezTo>
                    <a:pt x="2089" y="4694"/>
                    <a:pt x="2200" y="5671"/>
                    <a:pt x="2155" y="6593"/>
                  </a:cubicBezTo>
                  <a:cubicBezTo>
                    <a:pt x="2133" y="7215"/>
                    <a:pt x="2089" y="7837"/>
                    <a:pt x="2010" y="8459"/>
                  </a:cubicBezTo>
                  <a:cubicBezTo>
                    <a:pt x="1855" y="9659"/>
                    <a:pt x="1588" y="10848"/>
                    <a:pt x="1111" y="11970"/>
                  </a:cubicBezTo>
                  <a:cubicBezTo>
                    <a:pt x="1422" y="11948"/>
                    <a:pt x="1733" y="11814"/>
                    <a:pt x="1966" y="11592"/>
                  </a:cubicBezTo>
                  <a:lnTo>
                    <a:pt x="1966" y="11592"/>
                  </a:lnTo>
                  <a:cubicBezTo>
                    <a:pt x="1855" y="12214"/>
                    <a:pt x="1000" y="12525"/>
                    <a:pt x="988" y="13159"/>
                  </a:cubicBezTo>
                  <a:cubicBezTo>
                    <a:pt x="1333" y="13003"/>
                    <a:pt x="1677" y="12858"/>
                    <a:pt x="2022" y="12714"/>
                  </a:cubicBezTo>
                  <a:lnTo>
                    <a:pt x="2022" y="12714"/>
                  </a:lnTo>
                  <a:cubicBezTo>
                    <a:pt x="1022" y="14280"/>
                    <a:pt x="0" y="16435"/>
                    <a:pt x="1467" y="18057"/>
                  </a:cubicBezTo>
                  <a:cubicBezTo>
                    <a:pt x="2044" y="18691"/>
                    <a:pt x="2844" y="19091"/>
                    <a:pt x="3677" y="19324"/>
                  </a:cubicBezTo>
                  <a:cubicBezTo>
                    <a:pt x="4510" y="19558"/>
                    <a:pt x="5377" y="19635"/>
                    <a:pt x="6232" y="19724"/>
                  </a:cubicBezTo>
                  <a:cubicBezTo>
                    <a:pt x="7086" y="19815"/>
                    <a:pt x="7988" y="19904"/>
                    <a:pt x="8885" y="19904"/>
                  </a:cubicBezTo>
                  <a:cubicBezTo>
                    <a:pt x="10295" y="19904"/>
                    <a:pt x="11693" y="19683"/>
                    <a:pt x="12875" y="18902"/>
                  </a:cubicBezTo>
                  <a:cubicBezTo>
                    <a:pt x="13953" y="18202"/>
                    <a:pt x="14797" y="17158"/>
                    <a:pt x="15242" y="15947"/>
                  </a:cubicBezTo>
                  <a:lnTo>
                    <a:pt x="15242" y="15947"/>
                  </a:lnTo>
                  <a:lnTo>
                    <a:pt x="14975" y="16247"/>
                  </a:lnTo>
                  <a:cubicBezTo>
                    <a:pt x="15052" y="15625"/>
                    <a:pt x="15042" y="15014"/>
                    <a:pt x="15030" y="14391"/>
                  </a:cubicBezTo>
                  <a:cubicBezTo>
                    <a:pt x="15008" y="13703"/>
                    <a:pt x="14975" y="13014"/>
                    <a:pt x="15019" y="12337"/>
                  </a:cubicBezTo>
                  <a:cubicBezTo>
                    <a:pt x="15052" y="11748"/>
                    <a:pt x="14842" y="11204"/>
                    <a:pt x="14842" y="10626"/>
                  </a:cubicBezTo>
                  <a:lnTo>
                    <a:pt x="14842" y="10626"/>
                  </a:lnTo>
                  <a:cubicBezTo>
                    <a:pt x="14864" y="10792"/>
                    <a:pt x="15008" y="10925"/>
                    <a:pt x="15163" y="10948"/>
                  </a:cubicBezTo>
                  <a:cubicBezTo>
                    <a:pt x="15130" y="8837"/>
                    <a:pt x="14753" y="6726"/>
                    <a:pt x="14052" y="4738"/>
                  </a:cubicBezTo>
                  <a:cubicBezTo>
                    <a:pt x="13709" y="3749"/>
                    <a:pt x="13275" y="2783"/>
                    <a:pt x="12775" y="1850"/>
                  </a:cubicBezTo>
                  <a:cubicBezTo>
                    <a:pt x="12531" y="1383"/>
                    <a:pt x="12253" y="939"/>
                    <a:pt x="11964" y="495"/>
                  </a:cubicBezTo>
                  <a:cubicBezTo>
                    <a:pt x="11711" y="93"/>
                    <a:pt x="11561" y="0"/>
                    <a:pt x="11212" y="0"/>
                  </a:cubicBezTo>
                  <a:close/>
                </a:path>
              </a:pathLst>
            </a:custGeom>
            <a:solidFill>
              <a:srgbClr val="CADF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61">
              <a:extLst>
                <a:ext uri="{FF2B5EF4-FFF2-40B4-BE49-F238E27FC236}">
                  <a16:creationId xmlns:a16="http://schemas.microsoft.com/office/drawing/2014/main" id="{55EA8F34-90DD-550D-C73C-B8919215A5BC}"/>
                </a:ext>
              </a:extLst>
            </p:cNvPr>
            <p:cNvSpPr/>
            <p:nvPr/>
          </p:nvSpPr>
          <p:spPr>
            <a:xfrm>
              <a:off x="2236975" y="3267950"/>
              <a:ext cx="66400" cy="368300"/>
            </a:xfrm>
            <a:custGeom>
              <a:avLst/>
              <a:gdLst/>
              <a:ahLst/>
              <a:cxnLst/>
              <a:rect l="l" t="t" r="r" b="b"/>
              <a:pathLst>
                <a:path w="2656" h="14732" extrusionOk="0">
                  <a:moveTo>
                    <a:pt x="2656" y="14431"/>
                  </a:moveTo>
                  <a:lnTo>
                    <a:pt x="2389" y="14731"/>
                  </a:lnTo>
                  <a:lnTo>
                    <a:pt x="2389" y="14731"/>
                  </a:lnTo>
                  <a:lnTo>
                    <a:pt x="2656" y="14431"/>
                  </a:lnTo>
                  <a:lnTo>
                    <a:pt x="2656" y="14431"/>
                  </a:lnTo>
                  <a:close/>
                  <a:moveTo>
                    <a:pt x="2256" y="9110"/>
                  </a:moveTo>
                  <a:cubicBezTo>
                    <a:pt x="2256" y="9688"/>
                    <a:pt x="2466" y="10232"/>
                    <a:pt x="2433" y="10821"/>
                  </a:cubicBezTo>
                  <a:cubicBezTo>
                    <a:pt x="2389" y="11498"/>
                    <a:pt x="2422" y="12187"/>
                    <a:pt x="2444" y="12875"/>
                  </a:cubicBezTo>
                  <a:cubicBezTo>
                    <a:pt x="2444" y="13109"/>
                    <a:pt x="2456" y="13342"/>
                    <a:pt x="2456" y="13576"/>
                  </a:cubicBezTo>
                  <a:cubicBezTo>
                    <a:pt x="2456" y="13342"/>
                    <a:pt x="2444" y="13109"/>
                    <a:pt x="2444" y="12875"/>
                  </a:cubicBezTo>
                  <a:cubicBezTo>
                    <a:pt x="2422" y="12187"/>
                    <a:pt x="2389" y="11498"/>
                    <a:pt x="2433" y="10821"/>
                  </a:cubicBezTo>
                  <a:cubicBezTo>
                    <a:pt x="2466" y="10232"/>
                    <a:pt x="2256" y="9688"/>
                    <a:pt x="2256" y="9110"/>
                  </a:cubicBezTo>
                  <a:lnTo>
                    <a:pt x="2256" y="9110"/>
                  </a:lnTo>
                  <a:close/>
                  <a:moveTo>
                    <a:pt x="1711" y="3955"/>
                  </a:moveTo>
                  <a:lnTo>
                    <a:pt x="1711" y="3955"/>
                  </a:lnTo>
                  <a:cubicBezTo>
                    <a:pt x="2256" y="5733"/>
                    <a:pt x="2555" y="7577"/>
                    <a:pt x="2577" y="9432"/>
                  </a:cubicBezTo>
                  <a:lnTo>
                    <a:pt x="2577" y="9432"/>
                  </a:lnTo>
                  <a:cubicBezTo>
                    <a:pt x="2555" y="7577"/>
                    <a:pt x="2256" y="5733"/>
                    <a:pt x="1711" y="3955"/>
                  </a:cubicBezTo>
                  <a:close/>
                  <a:moveTo>
                    <a:pt x="0" y="1"/>
                  </a:moveTo>
                  <a:cubicBezTo>
                    <a:pt x="67" y="112"/>
                    <a:pt x="133" y="223"/>
                    <a:pt x="189" y="334"/>
                  </a:cubicBezTo>
                  <a:cubicBezTo>
                    <a:pt x="634" y="1167"/>
                    <a:pt x="1022" y="2023"/>
                    <a:pt x="1355" y="2900"/>
                  </a:cubicBezTo>
                  <a:lnTo>
                    <a:pt x="1355" y="2900"/>
                  </a:lnTo>
                  <a:cubicBezTo>
                    <a:pt x="1022" y="2023"/>
                    <a:pt x="634" y="1167"/>
                    <a:pt x="189" y="334"/>
                  </a:cubicBezTo>
                  <a:cubicBezTo>
                    <a:pt x="133" y="223"/>
                    <a:pt x="67" y="112"/>
                    <a:pt x="0" y="1"/>
                  </a:cubicBezTo>
                  <a:close/>
                </a:path>
              </a:pathLst>
            </a:custGeom>
            <a:solidFill>
              <a:srgbClr val="E2EC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61">
              <a:extLst>
                <a:ext uri="{FF2B5EF4-FFF2-40B4-BE49-F238E27FC236}">
                  <a16:creationId xmlns:a16="http://schemas.microsoft.com/office/drawing/2014/main" id="{8BCD87E9-18BE-DD5A-B7C5-8251B0613416}"/>
                </a:ext>
              </a:extLst>
            </p:cNvPr>
            <p:cNvSpPr/>
            <p:nvPr/>
          </p:nvSpPr>
          <p:spPr>
            <a:xfrm>
              <a:off x="2062300" y="3713125"/>
              <a:ext cx="162750" cy="11150"/>
            </a:xfrm>
            <a:custGeom>
              <a:avLst/>
              <a:gdLst/>
              <a:ahLst/>
              <a:cxnLst/>
              <a:rect l="l" t="t" r="r" b="b"/>
              <a:pathLst>
                <a:path w="6510" h="446" extrusionOk="0">
                  <a:moveTo>
                    <a:pt x="0" y="334"/>
                  </a:moveTo>
                  <a:lnTo>
                    <a:pt x="633" y="401"/>
                  </a:lnTo>
                  <a:cubicBezTo>
                    <a:pt x="644" y="401"/>
                    <a:pt x="667" y="401"/>
                    <a:pt x="677" y="412"/>
                  </a:cubicBezTo>
                  <a:lnTo>
                    <a:pt x="677" y="412"/>
                  </a:lnTo>
                  <a:cubicBezTo>
                    <a:pt x="667" y="401"/>
                    <a:pt x="644" y="401"/>
                    <a:pt x="633" y="401"/>
                  </a:cubicBezTo>
                  <a:lnTo>
                    <a:pt x="0" y="334"/>
                  </a:lnTo>
                  <a:close/>
                  <a:moveTo>
                    <a:pt x="6498" y="12"/>
                  </a:moveTo>
                  <a:cubicBezTo>
                    <a:pt x="6021" y="212"/>
                    <a:pt x="5532" y="356"/>
                    <a:pt x="5021" y="445"/>
                  </a:cubicBezTo>
                  <a:lnTo>
                    <a:pt x="5021" y="445"/>
                  </a:lnTo>
                  <a:cubicBezTo>
                    <a:pt x="5532" y="356"/>
                    <a:pt x="6021" y="212"/>
                    <a:pt x="6498" y="12"/>
                  </a:cubicBezTo>
                  <a:close/>
                  <a:moveTo>
                    <a:pt x="6510" y="1"/>
                  </a:moveTo>
                  <a:lnTo>
                    <a:pt x="6498" y="1"/>
                  </a:lnTo>
                  <a:close/>
                </a:path>
              </a:pathLst>
            </a:custGeom>
            <a:solidFill>
              <a:srgbClr val="2F55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61">
              <a:extLst>
                <a:ext uri="{FF2B5EF4-FFF2-40B4-BE49-F238E27FC236}">
                  <a16:creationId xmlns:a16="http://schemas.microsoft.com/office/drawing/2014/main" id="{0C45E826-6E03-EE0A-7440-D3385E52476F}"/>
                </a:ext>
              </a:extLst>
            </p:cNvPr>
            <p:cNvSpPr/>
            <p:nvPr/>
          </p:nvSpPr>
          <p:spPr>
            <a:xfrm>
              <a:off x="1957875" y="3680350"/>
              <a:ext cx="31675" cy="23650"/>
            </a:xfrm>
            <a:custGeom>
              <a:avLst/>
              <a:gdLst/>
              <a:ahLst/>
              <a:cxnLst/>
              <a:rect l="l" t="t" r="r" b="b"/>
              <a:pathLst>
                <a:path w="1267" h="946" extrusionOk="0">
                  <a:moveTo>
                    <a:pt x="67" y="68"/>
                  </a:moveTo>
                  <a:cubicBezTo>
                    <a:pt x="400" y="435"/>
                    <a:pt x="822" y="723"/>
                    <a:pt x="1267" y="946"/>
                  </a:cubicBezTo>
                  <a:cubicBezTo>
                    <a:pt x="822" y="723"/>
                    <a:pt x="400" y="435"/>
                    <a:pt x="67" y="68"/>
                  </a:cubicBezTo>
                  <a:close/>
                  <a:moveTo>
                    <a:pt x="33" y="35"/>
                  </a:moveTo>
                  <a:lnTo>
                    <a:pt x="33" y="35"/>
                  </a:lnTo>
                  <a:lnTo>
                    <a:pt x="33" y="35"/>
                  </a:lnTo>
                  <a:close/>
                  <a:moveTo>
                    <a:pt x="33" y="35"/>
                  </a:moveTo>
                  <a:lnTo>
                    <a:pt x="33" y="35"/>
                  </a:lnTo>
                  <a:lnTo>
                    <a:pt x="33" y="35"/>
                  </a:lnTo>
                  <a:close/>
                  <a:moveTo>
                    <a:pt x="22" y="23"/>
                  </a:moveTo>
                  <a:lnTo>
                    <a:pt x="22" y="23"/>
                  </a:lnTo>
                  <a:lnTo>
                    <a:pt x="22" y="23"/>
                  </a:lnTo>
                  <a:close/>
                  <a:moveTo>
                    <a:pt x="22" y="23"/>
                  </a:moveTo>
                  <a:lnTo>
                    <a:pt x="22" y="23"/>
                  </a:lnTo>
                  <a:lnTo>
                    <a:pt x="22" y="23"/>
                  </a:lnTo>
                  <a:close/>
                  <a:moveTo>
                    <a:pt x="22" y="12"/>
                  </a:moveTo>
                  <a:lnTo>
                    <a:pt x="22" y="12"/>
                  </a:lnTo>
                  <a:lnTo>
                    <a:pt x="22" y="12"/>
                  </a:lnTo>
                  <a:close/>
                  <a:moveTo>
                    <a:pt x="11" y="12"/>
                  </a:moveTo>
                  <a:lnTo>
                    <a:pt x="11" y="12"/>
                  </a:lnTo>
                  <a:lnTo>
                    <a:pt x="11" y="12"/>
                  </a:lnTo>
                  <a:close/>
                  <a:moveTo>
                    <a:pt x="11" y="1"/>
                  </a:moveTo>
                  <a:lnTo>
                    <a:pt x="11" y="1"/>
                  </a:lnTo>
                  <a:lnTo>
                    <a:pt x="11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BCD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61">
              <a:extLst>
                <a:ext uri="{FF2B5EF4-FFF2-40B4-BE49-F238E27FC236}">
                  <a16:creationId xmlns:a16="http://schemas.microsoft.com/office/drawing/2014/main" id="{B8F6734B-E6EC-BDCB-28B4-F616A63967CB}"/>
                </a:ext>
              </a:extLst>
            </p:cNvPr>
            <p:cNvSpPr/>
            <p:nvPr/>
          </p:nvSpPr>
          <p:spPr>
            <a:xfrm>
              <a:off x="1937575" y="3259625"/>
              <a:ext cx="365800" cy="464650"/>
            </a:xfrm>
            <a:custGeom>
              <a:avLst/>
              <a:gdLst/>
              <a:ahLst/>
              <a:cxnLst/>
              <a:rect l="l" t="t" r="r" b="b"/>
              <a:pathLst>
                <a:path w="14632" h="18586" extrusionOk="0">
                  <a:moveTo>
                    <a:pt x="11332" y="0"/>
                  </a:moveTo>
                  <a:cubicBezTo>
                    <a:pt x="11343" y="45"/>
                    <a:pt x="11343" y="89"/>
                    <a:pt x="11343" y="144"/>
                  </a:cubicBezTo>
                  <a:cubicBezTo>
                    <a:pt x="11343" y="312"/>
                    <a:pt x="11299" y="489"/>
                    <a:pt x="11210" y="645"/>
                  </a:cubicBezTo>
                  <a:cubicBezTo>
                    <a:pt x="11110" y="589"/>
                    <a:pt x="10998" y="534"/>
                    <a:pt x="10887" y="489"/>
                  </a:cubicBezTo>
                  <a:lnTo>
                    <a:pt x="10887" y="489"/>
                  </a:lnTo>
                  <a:cubicBezTo>
                    <a:pt x="10899" y="500"/>
                    <a:pt x="10899" y="511"/>
                    <a:pt x="10899" y="522"/>
                  </a:cubicBezTo>
                  <a:cubicBezTo>
                    <a:pt x="10954" y="734"/>
                    <a:pt x="10976" y="944"/>
                    <a:pt x="10976" y="1156"/>
                  </a:cubicBezTo>
                  <a:cubicBezTo>
                    <a:pt x="10976" y="1245"/>
                    <a:pt x="10976" y="1334"/>
                    <a:pt x="10966" y="1411"/>
                  </a:cubicBezTo>
                  <a:cubicBezTo>
                    <a:pt x="10976" y="1478"/>
                    <a:pt x="10988" y="1534"/>
                    <a:pt x="10998" y="1600"/>
                  </a:cubicBezTo>
                  <a:cubicBezTo>
                    <a:pt x="11010" y="1611"/>
                    <a:pt x="11010" y="1622"/>
                    <a:pt x="11010" y="1633"/>
                  </a:cubicBezTo>
                  <a:cubicBezTo>
                    <a:pt x="11032" y="1622"/>
                    <a:pt x="11054" y="1622"/>
                    <a:pt x="11077" y="1622"/>
                  </a:cubicBezTo>
                  <a:lnTo>
                    <a:pt x="11188" y="1622"/>
                  </a:lnTo>
                  <a:cubicBezTo>
                    <a:pt x="11776" y="1622"/>
                    <a:pt x="12321" y="1944"/>
                    <a:pt x="12731" y="2366"/>
                  </a:cubicBezTo>
                  <a:cubicBezTo>
                    <a:pt x="12731" y="2378"/>
                    <a:pt x="12743" y="2388"/>
                    <a:pt x="12754" y="2400"/>
                  </a:cubicBezTo>
                  <a:lnTo>
                    <a:pt x="12765" y="2411"/>
                  </a:lnTo>
                  <a:lnTo>
                    <a:pt x="12776" y="2422"/>
                  </a:lnTo>
                  <a:cubicBezTo>
                    <a:pt x="13010" y="2667"/>
                    <a:pt x="13187" y="2944"/>
                    <a:pt x="13331" y="3233"/>
                  </a:cubicBezTo>
                  <a:cubicBezTo>
                    <a:pt x="12998" y="2356"/>
                    <a:pt x="12610" y="1500"/>
                    <a:pt x="12165" y="667"/>
                  </a:cubicBezTo>
                  <a:cubicBezTo>
                    <a:pt x="12109" y="556"/>
                    <a:pt x="12043" y="445"/>
                    <a:pt x="11976" y="334"/>
                  </a:cubicBezTo>
                  <a:cubicBezTo>
                    <a:pt x="11743" y="289"/>
                    <a:pt x="11521" y="156"/>
                    <a:pt x="11332" y="0"/>
                  </a:cubicBezTo>
                  <a:close/>
                  <a:moveTo>
                    <a:pt x="13565" y="11643"/>
                  </a:moveTo>
                  <a:lnTo>
                    <a:pt x="13565" y="11643"/>
                  </a:lnTo>
                  <a:cubicBezTo>
                    <a:pt x="13743" y="12897"/>
                    <a:pt x="13521" y="14198"/>
                    <a:pt x="12921" y="15319"/>
                  </a:cubicBezTo>
                  <a:cubicBezTo>
                    <a:pt x="12887" y="15375"/>
                    <a:pt x="12787" y="15575"/>
                    <a:pt x="12610" y="15575"/>
                  </a:cubicBezTo>
                  <a:lnTo>
                    <a:pt x="12576" y="15575"/>
                  </a:lnTo>
                  <a:lnTo>
                    <a:pt x="12565" y="15541"/>
                  </a:lnTo>
                  <a:cubicBezTo>
                    <a:pt x="12554" y="15497"/>
                    <a:pt x="12554" y="15452"/>
                    <a:pt x="12543" y="15408"/>
                  </a:cubicBezTo>
                  <a:cubicBezTo>
                    <a:pt x="12121" y="16219"/>
                    <a:pt x="11354" y="16874"/>
                    <a:pt x="10465" y="17141"/>
                  </a:cubicBezTo>
                  <a:lnTo>
                    <a:pt x="10443" y="17064"/>
                  </a:lnTo>
                  <a:cubicBezTo>
                    <a:pt x="11388" y="16785"/>
                    <a:pt x="12188" y="16052"/>
                    <a:pt x="12576" y="15153"/>
                  </a:cubicBezTo>
                  <a:cubicBezTo>
                    <a:pt x="12598" y="15109"/>
                    <a:pt x="12610" y="15064"/>
                    <a:pt x="12632" y="15020"/>
                  </a:cubicBezTo>
                  <a:lnTo>
                    <a:pt x="12709" y="15053"/>
                  </a:lnTo>
                  <a:cubicBezTo>
                    <a:pt x="12687" y="15097"/>
                    <a:pt x="12676" y="15141"/>
                    <a:pt x="12654" y="15186"/>
                  </a:cubicBezTo>
                  <a:cubicBezTo>
                    <a:pt x="12620" y="15286"/>
                    <a:pt x="12620" y="15386"/>
                    <a:pt x="12632" y="15497"/>
                  </a:cubicBezTo>
                  <a:cubicBezTo>
                    <a:pt x="12709" y="15475"/>
                    <a:pt x="12787" y="15408"/>
                    <a:pt x="12854" y="15275"/>
                  </a:cubicBezTo>
                  <a:cubicBezTo>
                    <a:pt x="13442" y="14175"/>
                    <a:pt x="13665" y="12887"/>
                    <a:pt x="13487" y="11653"/>
                  </a:cubicBezTo>
                  <a:lnTo>
                    <a:pt x="13565" y="11643"/>
                  </a:lnTo>
                  <a:close/>
                  <a:moveTo>
                    <a:pt x="13687" y="4288"/>
                  </a:moveTo>
                  <a:lnTo>
                    <a:pt x="13687" y="4288"/>
                  </a:lnTo>
                  <a:cubicBezTo>
                    <a:pt x="13776" y="4699"/>
                    <a:pt x="13832" y="5121"/>
                    <a:pt x="13865" y="5543"/>
                  </a:cubicBezTo>
                  <a:cubicBezTo>
                    <a:pt x="13876" y="5688"/>
                    <a:pt x="13887" y="5844"/>
                    <a:pt x="13898" y="5999"/>
                  </a:cubicBezTo>
                  <a:cubicBezTo>
                    <a:pt x="13987" y="7165"/>
                    <a:pt x="14032" y="8354"/>
                    <a:pt x="13921" y="9510"/>
                  </a:cubicBezTo>
                  <a:cubicBezTo>
                    <a:pt x="13898" y="9787"/>
                    <a:pt x="13854" y="10065"/>
                    <a:pt x="13809" y="10342"/>
                  </a:cubicBezTo>
                  <a:cubicBezTo>
                    <a:pt x="13776" y="10542"/>
                    <a:pt x="13731" y="10742"/>
                    <a:pt x="13687" y="10932"/>
                  </a:cubicBezTo>
                  <a:cubicBezTo>
                    <a:pt x="13531" y="11564"/>
                    <a:pt x="13309" y="12164"/>
                    <a:pt x="12998" y="12731"/>
                  </a:cubicBezTo>
                  <a:cubicBezTo>
                    <a:pt x="12832" y="13031"/>
                    <a:pt x="12632" y="13320"/>
                    <a:pt x="12343" y="13509"/>
                  </a:cubicBezTo>
                  <a:cubicBezTo>
                    <a:pt x="12243" y="13575"/>
                    <a:pt x="12132" y="13642"/>
                    <a:pt x="12010" y="13687"/>
                  </a:cubicBezTo>
                  <a:cubicBezTo>
                    <a:pt x="11798" y="14230"/>
                    <a:pt x="11510" y="14741"/>
                    <a:pt x="11132" y="15208"/>
                  </a:cubicBezTo>
                  <a:cubicBezTo>
                    <a:pt x="10199" y="16341"/>
                    <a:pt x="8877" y="16886"/>
                    <a:pt x="7488" y="16886"/>
                  </a:cubicBezTo>
                  <a:cubicBezTo>
                    <a:pt x="7110" y="16886"/>
                    <a:pt x="6744" y="16852"/>
                    <a:pt x="6367" y="16775"/>
                  </a:cubicBezTo>
                  <a:lnTo>
                    <a:pt x="6367" y="16941"/>
                  </a:lnTo>
                  <a:cubicBezTo>
                    <a:pt x="6367" y="16997"/>
                    <a:pt x="6333" y="17041"/>
                    <a:pt x="6278" y="17041"/>
                  </a:cubicBezTo>
                  <a:lnTo>
                    <a:pt x="6255" y="17041"/>
                  </a:lnTo>
                  <a:cubicBezTo>
                    <a:pt x="5200" y="16941"/>
                    <a:pt x="4200" y="16497"/>
                    <a:pt x="3367" y="15830"/>
                  </a:cubicBezTo>
                  <a:lnTo>
                    <a:pt x="3367" y="15830"/>
                  </a:lnTo>
                  <a:cubicBezTo>
                    <a:pt x="3467" y="16042"/>
                    <a:pt x="3567" y="16252"/>
                    <a:pt x="3634" y="16486"/>
                  </a:cubicBezTo>
                  <a:cubicBezTo>
                    <a:pt x="3656" y="16530"/>
                    <a:pt x="3622" y="16608"/>
                    <a:pt x="3567" y="16608"/>
                  </a:cubicBezTo>
                  <a:lnTo>
                    <a:pt x="3545" y="16608"/>
                  </a:lnTo>
                  <a:cubicBezTo>
                    <a:pt x="2767" y="16608"/>
                    <a:pt x="2056" y="16075"/>
                    <a:pt x="1512" y="15564"/>
                  </a:cubicBezTo>
                  <a:cubicBezTo>
                    <a:pt x="1023" y="15097"/>
                    <a:pt x="556" y="14542"/>
                    <a:pt x="279" y="13909"/>
                  </a:cubicBezTo>
                  <a:lnTo>
                    <a:pt x="279" y="13909"/>
                  </a:lnTo>
                  <a:cubicBezTo>
                    <a:pt x="1" y="14919"/>
                    <a:pt x="45" y="15953"/>
                    <a:pt x="812" y="16830"/>
                  </a:cubicBezTo>
                  <a:lnTo>
                    <a:pt x="823" y="16830"/>
                  </a:lnTo>
                  <a:lnTo>
                    <a:pt x="823" y="16841"/>
                  </a:lnTo>
                  <a:lnTo>
                    <a:pt x="834" y="16841"/>
                  </a:lnTo>
                  <a:lnTo>
                    <a:pt x="834" y="16852"/>
                  </a:lnTo>
                  <a:cubicBezTo>
                    <a:pt x="845" y="16852"/>
                    <a:pt x="845" y="16852"/>
                    <a:pt x="845" y="16864"/>
                  </a:cubicBezTo>
                  <a:cubicBezTo>
                    <a:pt x="845" y="16864"/>
                    <a:pt x="857" y="16864"/>
                    <a:pt x="857" y="16874"/>
                  </a:cubicBezTo>
                  <a:lnTo>
                    <a:pt x="879" y="16897"/>
                  </a:lnTo>
                  <a:cubicBezTo>
                    <a:pt x="1212" y="17264"/>
                    <a:pt x="1634" y="17552"/>
                    <a:pt x="2079" y="17775"/>
                  </a:cubicBezTo>
                  <a:cubicBezTo>
                    <a:pt x="2400" y="17919"/>
                    <a:pt x="2734" y="18041"/>
                    <a:pt x="3067" y="18141"/>
                  </a:cubicBezTo>
                  <a:cubicBezTo>
                    <a:pt x="3700" y="18319"/>
                    <a:pt x="4345" y="18397"/>
                    <a:pt x="4989" y="18474"/>
                  </a:cubicBezTo>
                  <a:lnTo>
                    <a:pt x="5622" y="18541"/>
                  </a:lnTo>
                  <a:cubicBezTo>
                    <a:pt x="5633" y="18541"/>
                    <a:pt x="5656" y="18541"/>
                    <a:pt x="5666" y="18552"/>
                  </a:cubicBezTo>
                  <a:cubicBezTo>
                    <a:pt x="5678" y="18496"/>
                    <a:pt x="5678" y="18441"/>
                    <a:pt x="5688" y="18397"/>
                  </a:cubicBezTo>
                  <a:cubicBezTo>
                    <a:pt x="6044" y="18452"/>
                    <a:pt x="6399" y="18474"/>
                    <a:pt x="6744" y="18474"/>
                  </a:cubicBezTo>
                  <a:cubicBezTo>
                    <a:pt x="7611" y="18474"/>
                    <a:pt x="8477" y="18341"/>
                    <a:pt x="9322" y="18263"/>
                  </a:cubicBezTo>
                  <a:lnTo>
                    <a:pt x="10021" y="18197"/>
                  </a:lnTo>
                  <a:lnTo>
                    <a:pt x="10021" y="18241"/>
                  </a:lnTo>
                  <a:cubicBezTo>
                    <a:pt x="10010" y="18352"/>
                    <a:pt x="10010" y="18474"/>
                    <a:pt x="10010" y="18585"/>
                  </a:cubicBezTo>
                  <a:cubicBezTo>
                    <a:pt x="10521" y="18496"/>
                    <a:pt x="11010" y="18352"/>
                    <a:pt x="11487" y="18152"/>
                  </a:cubicBezTo>
                  <a:lnTo>
                    <a:pt x="11487" y="18141"/>
                  </a:lnTo>
                  <a:lnTo>
                    <a:pt x="11499" y="18141"/>
                  </a:lnTo>
                  <a:cubicBezTo>
                    <a:pt x="11765" y="18030"/>
                    <a:pt x="12021" y="17886"/>
                    <a:pt x="12265" y="17719"/>
                  </a:cubicBezTo>
                  <a:cubicBezTo>
                    <a:pt x="13343" y="17019"/>
                    <a:pt x="14187" y="15975"/>
                    <a:pt x="14632" y="14764"/>
                  </a:cubicBezTo>
                  <a:lnTo>
                    <a:pt x="14632" y="14764"/>
                  </a:lnTo>
                  <a:lnTo>
                    <a:pt x="14365" y="15064"/>
                  </a:lnTo>
                  <a:cubicBezTo>
                    <a:pt x="14409" y="14675"/>
                    <a:pt x="14432" y="14286"/>
                    <a:pt x="14432" y="13909"/>
                  </a:cubicBezTo>
                  <a:cubicBezTo>
                    <a:pt x="14432" y="13675"/>
                    <a:pt x="14420" y="13442"/>
                    <a:pt x="14420" y="13208"/>
                  </a:cubicBezTo>
                  <a:cubicBezTo>
                    <a:pt x="14398" y="12520"/>
                    <a:pt x="14365" y="11831"/>
                    <a:pt x="14409" y="11154"/>
                  </a:cubicBezTo>
                  <a:cubicBezTo>
                    <a:pt x="14442" y="10565"/>
                    <a:pt x="14232" y="10021"/>
                    <a:pt x="14232" y="9443"/>
                  </a:cubicBezTo>
                  <a:lnTo>
                    <a:pt x="14232" y="9443"/>
                  </a:lnTo>
                  <a:cubicBezTo>
                    <a:pt x="14254" y="9609"/>
                    <a:pt x="14398" y="9742"/>
                    <a:pt x="14553" y="9765"/>
                  </a:cubicBezTo>
                  <a:cubicBezTo>
                    <a:pt x="14531" y="7910"/>
                    <a:pt x="14232" y="6066"/>
                    <a:pt x="13687" y="4288"/>
                  </a:cubicBezTo>
                  <a:close/>
                </a:path>
              </a:pathLst>
            </a:custGeom>
            <a:solidFill>
              <a:srgbClr val="BCD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61">
              <a:extLst>
                <a:ext uri="{FF2B5EF4-FFF2-40B4-BE49-F238E27FC236}">
                  <a16:creationId xmlns:a16="http://schemas.microsoft.com/office/drawing/2014/main" id="{FF613380-EFA0-5E60-2008-F80C09F612A3}"/>
                </a:ext>
              </a:extLst>
            </p:cNvPr>
            <p:cNvSpPr/>
            <p:nvPr/>
          </p:nvSpPr>
          <p:spPr>
            <a:xfrm>
              <a:off x="2221975" y="3306825"/>
              <a:ext cx="10025" cy="16400"/>
            </a:xfrm>
            <a:custGeom>
              <a:avLst/>
              <a:gdLst/>
              <a:ahLst/>
              <a:cxnLst/>
              <a:rect l="l" t="t" r="r" b="b"/>
              <a:pathLst>
                <a:path w="401" h="656" extrusionOk="0">
                  <a:moveTo>
                    <a:pt x="56" y="1"/>
                  </a:moveTo>
                  <a:lnTo>
                    <a:pt x="0" y="45"/>
                  </a:lnTo>
                  <a:cubicBezTo>
                    <a:pt x="145" y="234"/>
                    <a:pt x="245" y="434"/>
                    <a:pt x="323" y="656"/>
                  </a:cubicBezTo>
                  <a:lnTo>
                    <a:pt x="400" y="634"/>
                  </a:lnTo>
                  <a:cubicBezTo>
                    <a:pt x="323" y="401"/>
                    <a:pt x="212" y="189"/>
                    <a:pt x="56" y="1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61">
              <a:extLst>
                <a:ext uri="{FF2B5EF4-FFF2-40B4-BE49-F238E27FC236}">
                  <a16:creationId xmlns:a16="http://schemas.microsoft.com/office/drawing/2014/main" id="{8C30F24A-8396-5738-6511-B81C48C6EE77}"/>
                </a:ext>
              </a:extLst>
            </p:cNvPr>
            <p:cNvSpPr/>
            <p:nvPr/>
          </p:nvSpPr>
          <p:spPr>
            <a:xfrm>
              <a:off x="2225025" y="3288500"/>
              <a:ext cx="6700" cy="8375"/>
            </a:xfrm>
            <a:custGeom>
              <a:avLst/>
              <a:gdLst/>
              <a:ahLst/>
              <a:cxnLst/>
              <a:rect l="l" t="t" r="r" b="b"/>
              <a:pathLst>
                <a:path w="268" h="335" extrusionOk="0">
                  <a:moveTo>
                    <a:pt x="56" y="1"/>
                  </a:moveTo>
                  <a:lnTo>
                    <a:pt x="1" y="56"/>
                  </a:lnTo>
                  <a:cubicBezTo>
                    <a:pt x="90" y="134"/>
                    <a:pt x="156" y="223"/>
                    <a:pt x="201" y="334"/>
                  </a:cubicBezTo>
                  <a:lnTo>
                    <a:pt x="267" y="312"/>
                  </a:lnTo>
                  <a:cubicBezTo>
                    <a:pt x="223" y="189"/>
                    <a:pt x="156" y="78"/>
                    <a:pt x="56" y="1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61">
              <a:extLst>
                <a:ext uri="{FF2B5EF4-FFF2-40B4-BE49-F238E27FC236}">
                  <a16:creationId xmlns:a16="http://schemas.microsoft.com/office/drawing/2014/main" id="{D6AE9DCF-D51B-9BFF-A4A3-963347A03BAA}"/>
                </a:ext>
              </a:extLst>
            </p:cNvPr>
            <p:cNvSpPr/>
            <p:nvPr/>
          </p:nvSpPr>
          <p:spPr>
            <a:xfrm>
              <a:off x="2240300" y="3320725"/>
              <a:ext cx="7250" cy="13900"/>
            </a:xfrm>
            <a:custGeom>
              <a:avLst/>
              <a:gdLst/>
              <a:ahLst/>
              <a:cxnLst/>
              <a:rect l="l" t="t" r="r" b="b"/>
              <a:pathLst>
                <a:path w="290" h="556" extrusionOk="0">
                  <a:moveTo>
                    <a:pt x="67" y="0"/>
                  </a:moveTo>
                  <a:lnTo>
                    <a:pt x="0" y="45"/>
                  </a:lnTo>
                  <a:cubicBezTo>
                    <a:pt x="101" y="200"/>
                    <a:pt x="178" y="367"/>
                    <a:pt x="212" y="556"/>
                  </a:cubicBezTo>
                  <a:lnTo>
                    <a:pt x="289" y="534"/>
                  </a:lnTo>
                  <a:cubicBezTo>
                    <a:pt x="245" y="344"/>
                    <a:pt x="167" y="156"/>
                    <a:pt x="67" y="0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61">
              <a:extLst>
                <a:ext uri="{FF2B5EF4-FFF2-40B4-BE49-F238E27FC236}">
                  <a16:creationId xmlns:a16="http://schemas.microsoft.com/office/drawing/2014/main" id="{9102D0A1-2072-E607-C591-282C83493BC3}"/>
                </a:ext>
              </a:extLst>
            </p:cNvPr>
            <p:cNvSpPr/>
            <p:nvPr/>
          </p:nvSpPr>
          <p:spPr>
            <a:xfrm>
              <a:off x="2220025" y="3340175"/>
              <a:ext cx="7525" cy="14450"/>
            </a:xfrm>
            <a:custGeom>
              <a:avLst/>
              <a:gdLst/>
              <a:ahLst/>
              <a:cxnLst/>
              <a:rect l="l" t="t" r="r" b="b"/>
              <a:pathLst>
                <a:path w="301" h="578" extrusionOk="0">
                  <a:moveTo>
                    <a:pt x="68" y="0"/>
                  </a:moveTo>
                  <a:lnTo>
                    <a:pt x="1" y="44"/>
                  </a:lnTo>
                  <a:cubicBezTo>
                    <a:pt x="123" y="200"/>
                    <a:pt x="201" y="378"/>
                    <a:pt x="223" y="578"/>
                  </a:cubicBezTo>
                  <a:lnTo>
                    <a:pt x="300" y="566"/>
                  </a:lnTo>
                  <a:cubicBezTo>
                    <a:pt x="278" y="356"/>
                    <a:pt x="189" y="156"/>
                    <a:pt x="68" y="0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61">
              <a:extLst>
                <a:ext uri="{FF2B5EF4-FFF2-40B4-BE49-F238E27FC236}">
                  <a16:creationId xmlns:a16="http://schemas.microsoft.com/office/drawing/2014/main" id="{042D048E-A5D9-8DC7-5BC1-7EA4FD1D8E0F}"/>
                </a:ext>
              </a:extLst>
            </p:cNvPr>
            <p:cNvSpPr/>
            <p:nvPr/>
          </p:nvSpPr>
          <p:spPr>
            <a:xfrm>
              <a:off x="2241700" y="3359050"/>
              <a:ext cx="6125" cy="21400"/>
            </a:xfrm>
            <a:custGeom>
              <a:avLst/>
              <a:gdLst/>
              <a:ahLst/>
              <a:cxnLst/>
              <a:rect l="l" t="t" r="r" b="b"/>
              <a:pathLst>
                <a:path w="245" h="856" extrusionOk="0">
                  <a:moveTo>
                    <a:pt x="67" y="0"/>
                  </a:moveTo>
                  <a:lnTo>
                    <a:pt x="0" y="33"/>
                  </a:lnTo>
                  <a:cubicBezTo>
                    <a:pt x="100" y="289"/>
                    <a:pt x="156" y="567"/>
                    <a:pt x="167" y="855"/>
                  </a:cubicBezTo>
                  <a:lnTo>
                    <a:pt x="245" y="855"/>
                  </a:lnTo>
                  <a:cubicBezTo>
                    <a:pt x="233" y="556"/>
                    <a:pt x="178" y="267"/>
                    <a:pt x="67" y="0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61">
              <a:extLst>
                <a:ext uri="{FF2B5EF4-FFF2-40B4-BE49-F238E27FC236}">
                  <a16:creationId xmlns:a16="http://schemas.microsoft.com/office/drawing/2014/main" id="{3917B2E8-32A5-6119-DF5E-71FD662CF1EB}"/>
                </a:ext>
              </a:extLst>
            </p:cNvPr>
            <p:cNvSpPr/>
            <p:nvPr/>
          </p:nvSpPr>
          <p:spPr>
            <a:xfrm>
              <a:off x="1971750" y="3084050"/>
              <a:ext cx="268575" cy="316350"/>
            </a:xfrm>
            <a:custGeom>
              <a:avLst/>
              <a:gdLst/>
              <a:ahLst/>
              <a:cxnLst/>
              <a:rect l="l" t="t" r="r" b="b"/>
              <a:pathLst>
                <a:path w="10743" h="12654" extrusionOk="0">
                  <a:moveTo>
                    <a:pt x="3747" y="0"/>
                  </a:moveTo>
                  <a:cubicBezTo>
                    <a:pt x="3631" y="0"/>
                    <a:pt x="3515" y="4"/>
                    <a:pt x="3400" y="13"/>
                  </a:cubicBezTo>
                  <a:cubicBezTo>
                    <a:pt x="2867" y="58"/>
                    <a:pt x="2245" y="191"/>
                    <a:pt x="1789" y="480"/>
                  </a:cubicBezTo>
                  <a:cubicBezTo>
                    <a:pt x="1633" y="580"/>
                    <a:pt x="1500" y="736"/>
                    <a:pt x="1423" y="914"/>
                  </a:cubicBezTo>
                  <a:cubicBezTo>
                    <a:pt x="1322" y="1158"/>
                    <a:pt x="1344" y="1435"/>
                    <a:pt x="1611" y="1625"/>
                  </a:cubicBezTo>
                  <a:cubicBezTo>
                    <a:pt x="1378" y="1736"/>
                    <a:pt x="1178" y="1913"/>
                    <a:pt x="1023" y="2124"/>
                  </a:cubicBezTo>
                  <a:cubicBezTo>
                    <a:pt x="1122" y="2213"/>
                    <a:pt x="1267" y="2269"/>
                    <a:pt x="1400" y="2269"/>
                  </a:cubicBezTo>
                  <a:cubicBezTo>
                    <a:pt x="445" y="3158"/>
                    <a:pt x="1" y="4557"/>
                    <a:pt x="267" y="5834"/>
                  </a:cubicBezTo>
                  <a:cubicBezTo>
                    <a:pt x="312" y="6012"/>
                    <a:pt x="389" y="6135"/>
                    <a:pt x="567" y="6179"/>
                  </a:cubicBezTo>
                  <a:cubicBezTo>
                    <a:pt x="500" y="6990"/>
                    <a:pt x="456" y="7812"/>
                    <a:pt x="389" y="8623"/>
                  </a:cubicBezTo>
                  <a:cubicBezTo>
                    <a:pt x="689" y="8501"/>
                    <a:pt x="978" y="8323"/>
                    <a:pt x="1211" y="8101"/>
                  </a:cubicBezTo>
                  <a:lnTo>
                    <a:pt x="1211" y="8101"/>
                  </a:lnTo>
                  <a:cubicBezTo>
                    <a:pt x="856" y="9078"/>
                    <a:pt x="700" y="10122"/>
                    <a:pt x="778" y="11156"/>
                  </a:cubicBezTo>
                  <a:cubicBezTo>
                    <a:pt x="811" y="11700"/>
                    <a:pt x="956" y="12311"/>
                    <a:pt x="1445" y="12544"/>
                  </a:cubicBezTo>
                  <a:cubicBezTo>
                    <a:pt x="1593" y="12623"/>
                    <a:pt x="1754" y="12653"/>
                    <a:pt x="1917" y="12653"/>
                  </a:cubicBezTo>
                  <a:cubicBezTo>
                    <a:pt x="2170" y="12653"/>
                    <a:pt x="2431" y="12581"/>
                    <a:pt x="2667" y="12500"/>
                  </a:cubicBezTo>
                  <a:cubicBezTo>
                    <a:pt x="3511" y="12200"/>
                    <a:pt x="4299" y="11756"/>
                    <a:pt x="4988" y="11200"/>
                  </a:cubicBezTo>
                  <a:cubicBezTo>
                    <a:pt x="5216" y="11014"/>
                    <a:pt x="5474" y="10808"/>
                    <a:pt x="5760" y="10808"/>
                  </a:cubicBezTo>
                  <a:cubicBezTo>
                    <a:pt x="5780" y="10808"/>
                    <a:pt x="5801" y="10809"/>
                    <a:pt x="5822" y="10811"/>
                  </a:cubicBezTo>
                  <a:cubicBezTo>
                    <a:pt x="5955" y="10833"/>
                    <a:pt x="6088" y="10889"/>
                    <a:pt x="6222" y="10934"/>
                  </a:cubicBezTo>
                  <a:cubicBezTo>
                    <a:pt x="6302" y="10954"/>
                    <a:pt x="6382" y="10964"/>
                    <a:pt x="6461" y="10964"/>
                  </a:cubicBezTo>
                  <a:cubicBezTo>
                    <a:pt x="6900" y="10964"/>
                    <a:pt x="7325" y="10676"/>
                    <a:pt x="7654" y="10356"/>
                  </a:cubicBezTo>
                  <a:cubicBezTo>
                    <a:pt x="8199" y="9789"/>
                    <a:pt x="8599" y="9078"/>
                    <a:pt x="8799" y="8323"/>
                  </a:cubicBezTo>
                  <a:cubicBezTo>
                    <a:pt x="9043" y="8478"/>
                    <a:pt x="9288" y="8645"/>
                    <a:pt x="9532" y="8801"/>
                  </a:cubicBezTo>
                  <a:cubicBezTo>
                    <a:pt x="9643" y="8379"/>
                    <a:pt x="9631" y="7934"/>
                    <a:pt x="9520" y="7512"/>
                  </a:cubicBezTo>
                  <a:lnTo>
                    <a:pt x="9520" y="7512"/>
                  </a:lnTo>
                  <a:cubicBezTo>
                    <a:pt x="9631" y="7557"/>
                    <a:pt x="9743" y="7612"/>
                    <a:pt x="9843" y="7668"/>
                  </a:cubicBezTo>
                  <a:cubicBezTo>
                    <a:pt x="9954" y="7468"/>
                    <a:pt x="9999" y="7234"/>
                    <a:pt x="9965" y="7023"/>
                  </a:cubicBezTo>
                  <a:lnTo>
                    <a:pt x="9965" y="7023"/>
                  </a:lnTo>
                  <a:cubicBezTo>
                    <a:pt x="10187" y="7201"/>
                    <a:pt x="10465" y="7357"/>
                    <a:pt x="10742" y="7367"/>
                  </a:cubicBezTo>
                  <a:cubicBezTo>
                    <a:pt x="10398" y="6145"/>
                    <a:pt x="9754" y="4790"/>
                    <a:pt x="9120" y="3679"/>
                  </a:cubicBezTo>
                  <a:cubicBezTo>
                    <a:pt x="8765" y="3057"/>
                    <a:pt x="8054" y="1546"/>
                    <a:pt x="7299" y="1391"/>
                  </a:cubicBezTo>
                  <a:cubicBezTo>
                    <a:pt x="7555" y="1102"/>
                    <a:pt x="7699" y="736"/>
                    <a:pt x="7699" y="358"/>
                  </a:cubicBezTo>
                  <a:cubicBezTo>
                    <a:pt x="7699" y="269"/>
                    <a:pt x="7654" y="191"/>
                    <a:pt x="7587" y="147"/>
                  </a:cubicBezTo>
                  <a:cubicBezTo>
                    <a:pt x="7555" y="127"/>
                    <a:pt x="7524" y="119"/>
                    <a:pt x="7495" y="119"/>
                  </a:cubicBezTo>
                  <a:cubicBezTo>
                    <a:pt x="7425" y="119"/>
                    <a:pt x="7365" y="166"/>
                    <a:pt x="7310" y="213"/>
                  </a:cubicBezTo>
                  <a:cubicBezTo>
                    <a:pt x="7143" y="380"/>
                    <a:pt x="6988" y="580"/>
                    <a:pt x="6866" y="791"/>
                  </a:cubicBezTo>
                  <a:cubicBezTo>
                    <a:pt x="6921" y="591"/>
                    <a:pt x="6832" y="358"/>
                    <a:pt x="6654" y="258"/>
                  </a:cubicBezTo>
                  <a:cubicBezTo>
                    <a:pt x="6477" y="447"/>
                    <a:pt x="6577" y="758"/>
                    <a:pt x="6477" y="969"/>
                  </a:cubicBezTo>
                  <a:cubicBezTo>
                    <a:pt x="6555" y="803"/>
                    <a:pt x="5255" y="258"/>
                    <a:pt x="5111" y="213"/>
                  </a:cubicBezTo>
                  <a:cubicBezTo>
                    <a:pt x="4675" y="71"/>
                    <a:pt x="4211" y="0"/>
                    <a:pt x="3747" y="0"/>
                  </a:cubicBezTo>
                  <a:close/>
                </a:path>
              </a:pathLst>
            </a:custGeom>
            <a:solidFill>
              <a:srgbClr val="E3F1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61">
              <a:extLst>
                <a:ext uri="{FF2B5EF4-FFF2-40B4-BE49-F238E27FC236}">
                  <a16:creationId xmlns:a16="http://schemas.microsoft.com/office/drawing/2014/main" id="{89C9C92C-C046-98E4-0EA2-5C235C92EFC1}"/>
                </a:ext>
              </a:extLst>
            </p:cNvPr>
            <p:cNvSpPr/>
            <p:nvPr/>
          </p:nvSpPr>
          <p:spPr>
            <a:xfrm>
              <a:off x="2056725" y="3084100"/>
              <a:ext cx="183600" cy="184150"/>
            </a:xfrm>
            <a:custGeom>
              <a:avLst/>
              <a:gdLst/>
              <a:ahLst/>
              <a:cxnLst/>
              <a:rect l="l" t="t" r="r" b="b"/>
              <a:pathLst>
                <a:path w="7344" h="7366" extrusionOk="0">
                  <a:moveTo>
                    <a:pt x="5388" y="3077"/>
                  </a:moveTo>
                  <a:cubicBezTo>
                    <a:pt x="5522" y="3311"/>
                    <a:pt x="5633" y="3522"/>
                    <a:pt x="5721" y="3677"/>
                  </a:cubicBezTo>
                  <a:cubicBezTo>
                    <a:pt x="6355" y="4788"/>
                    <a:pt x="6999" y="6143"/>
                    <a:pt x="7343" y="7365"/>
                  </a:cubicBezTo>
                  <a:lnTo>
                    <a:pt x="7343" y="7365"/>
                  </a:lnTo>
                  <a:cubicBezTo>
                    <a:pt x="6999" y="6143"/>
                    <a:pt x="6355" y="4788"/>
                    <a:pt x="5721" y="3677"/>
                  </a:cubicBezTo>
                  <a:cubicBezTo>
                    <a:pt x="5633" y="3522"/>
                    <a:pt x="5522" y="3311"/>
                    <a:pt x="5388" y="3077"/>
                  </a:cubicBezTo>
                  <a:close/>
                  <a:moveTo>
                    <a:pt x="4100" y="112"/>
                  </a:moveTo>
                  <a:lnTo>
                    <a:pt x="4100" y="112"/>
                  </a:lnTo>
                  <a:cubicBezTo>
                    <a:pt x="4122" y="112"/>
                    <a:pt x="4156" y="122"/>
                    <a:pt x="4188" y="145"/>
                  </a:cubicBezTo>
                  <a:cubicBezTo>
                    <a:pt x="4255" y="189"/>
                    <a:pt x="4300" y="267"/>
                    <a:pt x="4300" y="356"/>
                  </a:cubicBezTo>
                  <a:lnTo>
                    <a:pt x="4300" y="389"/>
                  </a:lnTo>
                  <a:lnTo>
                    <a:pt x="4300" y="356"/>
                  </a:lnTo>
                  <a:cubicBezTo>
                    <a:pt x="4300" y="267"/>
                    <a:pt x="4255" y="189"/>
                    <a:pt x="4188" y="145"/>
                  </a:cubicBezTo>
                  <a:cubicBezTo>
                    <a:pt x="4156" y="122"/>
                    <a:pt x="4122" y="112"/>
                    <a:pt x="4100" y="112"/>
                  </a:cubicBezTo>
                  <a:close/>
                  <a:moveTo>
                    <a:pt x="367" y="1"/>
                  </a:moveTo>
                  <a:cubicBezTo>
                    <a:pt x="245" y="1"/>
                    <a:pt x="123" y="1"/>
                    <a:pt x="1" y="11"/>
                  </a:cubicBezTo>
                  <a:lnTo>
                    <a:pt x="1" y="11"/>
                  </a:lnTo>
                  <a:lnTo>
                    <a:pt x="1" y="11"/>
                  </a:lnTo>
                  <a:cubicBezTo>
                    <a:pt x="123" y="1"/>
                    <a:pt x="245" y="1"/>
                    <a:pt x="367" y="1"/>
                  </a:cubicBezTo>
                  <a:cubicBezTo>
                    <a:pt x="823" y="1"/>
                    <a:pt x="1278" y="67"/>
                    <a:pt x="1712" y="211"/>
                  </a:cubicBezTo>
                  <a:cubicBezTo>
                    <a:pt x="1845" y="256"/>
                    <a:pt x="3078" y="767"/>
                    <a:pt x="3078" y="945"/>
                  </a:cubicBezTo>
                  <a:cubicBezTo>
                    <a:pt x="3078" y="767"/>
                    <a:pt x="1845" y="256"/>
                    <a:pt x="1712" y="211"/>
                  </a:cubicBezTo>
                  <a:cubicBezTo>
                    <a:pt x="1278" y="67"/>
                    <a:pt x="823" y="1"/>
                    <a:pt x="367" y="1"/>
                  </a:cubicBezTo>
                  <a:close/>
                </a:path>
              </a:pathLst>
            </a:custGeom>
            <a:solidFill>
              <a:srgbClr val="EEF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61">
              <a:extLst>
                <a:ext uri="{FF2B5EF4-FFF2-40B4-BE49-F238E27FC236}">
                  <a16:creationId xmlns:a16="http://schemas.microsoft.com/office/drawing/2014/main" id="{650B93ED-DCFD-242A-1CBA-C0956A02054E}"/>
                </a:ext>
              </a:extLst>
            </p:cNvPr>
            <p:cNvSpPr/>
            <p:nvPr/>
          </p:nvSpPr>
          <p:spPr>
            <a:xfrm>
              <a:off x="2006750" y="3294875"/>
              <a:ext cx="204975" cy="102800"/>
            </a:xfrm>
            <a:custGeom>
              <a:avLst/>
              <a:gdLst/>
              <a:ahLst/>
              <a:cxnLst/>
              <a:rect l="l" t="t" r="r" b="b"/>
              <a:pathLst>
                <a:path w="8199" h="4112" extrusionOk="0">
                  <a:moveTo>
                    <a:pt x="33" y="4111"/>
                  </a:moveTo>
                  <a:lnTo>
                    <a:pt x="45" y="4111"/>
                  </a:lnTo>
                  <a:lnTo>
                    <a:pt x="33" y="4111"/>
                  </a:lnTo>
                  <a:close/>
                  <a:moveTo>
                    <a:pt x="33" y="4111"/>
                  </a:moveTo>
                  <a:lnTo>
                    <a:pt x="33" y="4111"/>
                  </a:lnTo>
                  <a:lnTo>
                    <a:pt x="33" y="4111"/>
                  </a:lnTo>
                  <a:close/>
                  <a:moveTo>
                    <a:pt x="23" y="4111"/>
                  </a:moveTo>
                  <a:lnTo>
                    <a:pt x="33" y="4111"/>
                  </a:lnTo>
                  <a:lnTo>
                    <a:pt x="23" y="4111"/>
                  </a:lnTo>
                  <a:close/>
                  <a:moveTo>
                    <a:pt x="23" y="4100"/>
                  </a:moveTo>
                  <a:lnTo>
                    <a:pt x="23" y="4111"/>
                  </a:lnTo>
                  <a:lnTo>
                    <a:pt x="23" y="4100"/>
                  </a:lnTo>
                  <a:close/>
                  <a:moveTo>
                    <a:pt x="11" y="4100"/>
                  </a:moveTo>
                  <a:lnTo>
                    <a:pt x="23" y="4100"/>
                  </a:lnTo>
                  <a:lnTo>
                    <a:pt x="11" y="4100"/>
                  </a:lnTo>
                  <a:close/>
                  <a:moveTo>
                    <a:pt x="11" y="4100"/>
                  </a:moveTo>
                  <a:lnTo>
                    <a:pt x="11" y="4100"/>
                  </a:lnTo>
                  <a:lnTo>
                    <a:pt x="11" y="4100"/>
                  </a:lnTo>
                  <a:close/>
                  <a:moveTo>
                    <a:pt x="0" y="4100"/>
                  </a:moveTo>
                  <a:lnTo>
                    <a:pt x="0" y="4100"/>
                  </a:lnTo>
                  <a:lnTo>
                    <a:pt x="0" y="4100"/>
                  </a:lnTo>
                  <a:close/>
                  <a:moveTo>
                    <a:pt x="0" y="4089"/>
                  </a:moveTo>
                  <a:lnTo>
                    <a:pt x="0" y="4100"/>
                  </a:lnTo>
                  <a:lnTo>
                    <a:pt x="0" y="4089"/>
                  </a:lnTo>
                  <a:close/>
                  <a:moveTo>
                    <a:pt x="4355" y="2378"/>
                  </a:moveTo>
                  <a:lnTo>
                    <a:pt x="4355" y="2378"/>
                  </a:lnTo>
                  <a:lnTo>
                    <a:pt x="4422" y="2378"/>
                  </a:lnTo>
                  <a:lnTo>
                    <a:pt x="4355" y="2378"/>
                  </a:lnTo>
                  <a:close/>
                  <a:moveTo>
                    <a:pt x="6254" y="1923"/>
                  </a:moveTo>
                  <a:cubicBezTo>
                    <a:pt x="6110" y="2067"/>
                    <a:pt x="5943" y="2200"/>
                    <a:pt x="5765" y="2312"/>
                  </a:cubicBezTo>
                  <a:cubicBezTo>
                    <a:pt x="5943" y="2200"/>
                    <a:pt x="6110" y="2067"/>
                    <a:pt x="6254" y="1923"/>
                  </a:cubicBezTo>
                  <a:close/>
                  <a:moveTo>
                    <a:pt x="8199" y="1"/>
                  </a:moveTo>
                  <a:cubicBezTo>
                    <a:pt x="8187" y="79"/>
                    <a:pt x="8176" y="156"/>
                    <a:pt x="8165" y="223"/>
                  </a:cubicBezTo>
                  <a:lnTo>
                    <a:pt x="8165" y="223"/>
                  </a:lnTo>
                  <a:cubicBezTo>
                    <a:pt x="8176" y="156"/>
                    <a:pt x="8187" y="79"/>
                    <a:pt x="8199" y="1"/>
                  </a:cubicBezTo>
                  <a:close/>
                </a:path>
              </a:pathLst>
            </a:custGeom>
            <a:solidFill>
              <a:srgbClr val="C2D9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61">
              <a:extLst>
                <a:ext uri="{FF2B5EF4-FFF2-40B4-BE49-F238E27FC236}">
                  <a16:creationId xmlns:a16="http://schemas.microsoft.com/office/drawing/2014/main" id="{2BE23A1C-25B2-03F3-2E1C-924CFCF9155B}"/>
                </a:ext>
              </a:extLst>
            </p:cNvPr>
            <p:cNvSpPr/>
            <p:nvPr/>
          </p:nvSpPr>
          <p:spPr>
            <a:xfrm>
              <a:off x="2211700" y="3288500"/>
              <a:ext cx="300" cy="6400"/>
            </a:xfrm>
            <a:custGeom>
              <a:avLst/>
              <a:gdLst/>
              <a:ahLst/>
              <a:cxnLst/>
              <a:rect l="l" t="t" r="r" b="b"/>
              <a:pathLst>
                <a:path w="12" h="256" extrusionOk="0">
                  <a:moveTo>
                    <a:pt x="11" y="1"/>
                  </a:moveTo>
                  <a:cubicBezTo>
                    <a:pt x="11" y="90"/>
                    <a:pt x="11" y="179"/>
                    <a:pt x="1" y="256"/>
                  </a:cubicBezTo>
                  <a:lnTo>
                    <a:pt x="1" y="256"/>
                  </a:lnTo>
                  <a:cubicBezTo>
                    <a:pt x="11" y="179"/>
                    <a:pt x="11" y="90"/>
                    <a:pt x="11" y="1"/>
                  </a:cubicBezTo>
                  <a:close/>
                </a:path>
              </a:pathLst>
            </a:custGeom>
            <a:solidFill>
              <a:srgbClr val="B6D1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61">
              <a:extLst>
                <a:ext uri="{FF2B5EF4-FFF2-40B4-BE49-F238E27FC236}">
                  <a16:creationId xmlns:a16="http://schemas.microsoft.com/office/drawing/2014/main" id="{467465F2-8A91-D87D-60DF-36FEA549CB9C}"/>
                </a:ext>
              </a:extLst>
            </p:cNvPr>
            <p:cNvSpPr/>
            <p:nvPr/>
          </p:nvSpPr>
          <p:spPr>
            <a:xfrm>
              <a:off x="1993675" y="3084100"/>
              <a:ext cx="246650" cy="316350"/>
            </a:xfrm>
            <a:custGeom>
              <a:avLst/>
              <a:gdLst/>
              <a:ahLst/>
              <a:cxnLst/>
              <a:rect l="l" t="t" r="r" b="b"/>
              <a:pathLst>
                <a:path w="9866" h="12654" extrusionOk="0">
                  <a:moveTo>
                    <a:pt x="2889" y="1"/>
                  </a:moveTo>
                  <a:cubicBezTo>
                    <a:pt x="2767" y="1"/>
                    <a:pt x="2645" y="1"/>
                    <a:pt x="2523" y="11"/>
                  </a:cubicBezTo>
                  <a:cubicBezTo>
                    <a:pt x="2245" y="34"/>
                    <a:pt x="1945" y="90"/>
                    <a:pt x="1645" y="167"/>
                  </a:cubicBezTo>
                  <a:cubicBezTo>
                    <a:pt x="1756" y="156"/>
                    <a:pt x="1867" y="145"/>
                    <a:pt x="1978" y="145"/>
                  </a:cubicBezTo>
                  <a:cubicBezTo>
                    <a:pt x="2223" y="145"/>
                    <a:pt x="2478" y="167"/>
                    <a:pt x="2711" y="211"/>
                  </a:cubicBezTo>
                  <a:cubicBezTo>
                    <a:pt x="3556" y="345"/>
                    <a:pt x="4333" y="722"/>
                    <a:pt x="5011" y="1245"/>
                  </a:cubicBezTo>
                  <a:cubicBezTo>
                    <a:pt x="6255" y="2211"/>
                    <a:pt x="6922" y="3622"/>
                    <a:pt x="7466" y="5066"/>
                  </a:cubicBezTo>
                  <a:lnTo>
                    <a:pt x="7488" y="5066"/>
                  </a:lnTo>
                  <a:cubicBezTo>
                    <a:pt x="7510" y="5066"/>
                    <a:pt x="7544" y="5077"/>
                    <a:pt x="7566" y="5099"/>
                  </a:cubicBezTo>
                  <a:cubicBezTo>
                    <a:pt x="8155" y="5877"/>
                    <a:pt x="7877" y="7454"/>
                    <a:pt x="7155" y="8054"/>
                  </a:cubicBezTo>
                  <a:cubicBezTo>
                    <a:pt x="7133" y="8076"/>
                    <a:pt x="7110" y="8076"/>
                    <a:pt x="7100" y="8076"/>
                  </a:cubicBezTo>
                  <a:cubicBezTo>
                    <a:pt x="7078" y="8076"/>
                    <a:pt x="7066" y="8076"/>
                    <a:pt x="7055" y="8066"/>
                  </a:cubicBezTo>
                  <a:cubicBezTo>
                    <a:pt x="6999" y="8044"/>
                    <a:pt x="6966" y="8021"/>
                    <a:pt x="6922" y="7988"/>
                  </a:cubicBezTo>
                  <a:cubicBezTo>
                    <a:pt x="6844" y="8521"/>
                    <a:pt x="6710" y="9098"/>
                    <a:pt x="6344" y="9498"/>
                  </a:cubicBezTo>
                  <a:cubicBezTo>
                    <a:pt x="6144" y="9710"/>
                    <a:pt x="5911" y="9787"/>
                    <a:pt x="5666" y="9787"/>
                  </a:cubicBezTo>
                  <a:cubicBezTo>
                    <a:pt x="5444" y="9787"/>
                    <a:pt x="5211" y="9720"/>
                    <a:pt x="5000" y="9621"/>
                  </a:cubicBezTo>
                  <a:cubicBezTo>
                    <a:pt x="4222" y="10932"/>
                    <a:pt x="2578" y="11932"/>
                    <a:pt x="1012" y="11932"/>
                  </a:cubicBezTo>
                  <a:cubicBezTo>
                    <a:pt x="667" y="11932"/>
                    <a:pt x="334" y="11887"/>
                    <a:pt x="1" y="11787"/>
                  </a:cubicBezTo>
                  <a:lnTo>
                    <a:pt x="1" y="11787"/>
                  </a:lnTo>
                  <a:cubicBezTo>
                    <a:pt x="90" y="12098"/>
                    <a:pt x="257" y="12376"/>
                    <a:pt x="523" y="12520"/>
                  </a:cubicBezTo>
                  <a:lnTo>
                    <a:pt x="523" y="12531"/>
                  </a:lnTo>
                  <a:lnTo>
                    <a:pt x="546" y="12531"/>
                  </a:lnTo>
                  <a:lnTo>
                    <a:pt x="546" y="12542"/>
                  </a:lnTo>
                  <a:lnTo>
                    <a:pt x="568" y="12542"/>
                  </a:lnTo>
                  <a:cubicBezTo>
                    <a:pt x="712" y="12620"/>
                    <a:pt x="867" y="12653"/>
                    <a:pt x="1034" y="12653"/>
                  </a:cubicBezTo>
                  <a:cubicBezTo>
                    <a:pt x="1289" y="12653"/>
                    <a:pt x="1556" y="12576"/>
                    <a:pt x="1790" y="12498"/>
                  </a:cubicBezTo>
                  <a:cubicBezTo>
                    <a:pt x="2634" y="12198"/>
                    <a:pt x="3422" y="11754"/>
                    <a:pt x="4111" y="11198"/>
                  </a:cubicBezTo>
                  <a:cubicBezTo>
                    <a:pt x="4345" y="11021"/>
                    <a:pt x="4600" y="10809"/>
                    <a:pt x="4878" y="10809"/>
                  </a:cubicBezTo>
                  <a:lnTo>
                    <a:pt x="4945" y="10809"/>
                  </a:lnTo>
                  <a:cubicBezTo>
                    <a:pt x="5078" y="10831"/>
                    <a:pt x="5211" y="10887"/>
                    <a:pt x="5345" y="10932"/>
                  </a:cubicBezTo>
                  <a:cubicBezTo>
                    <a:pt x="5422" y="10954"/>
                    <a:pt x="5511" y="10965"/>
                    <a:pt x="5589" y="10965"/>
                  </a:cubicBezTo>
                  <a:cubicBezTo>
                    <a:pt x="5833" y="10965"/>
                    <a:pt x="6066" y="10876"/>
                    <a:pt x="6288" y="10743"/>
                  </a:cubicBezTo>
                  <a:cubicBezTo>
                    <a:pt x="6466" y="10631"/>
                    <a:pt x="6633" y="10498"/>
                    <a:pt x="6777" y="10354"/>
                  </a:cubicBezTo>
                  <a:cubicBezTo>
                    <a:pt x="7322" y="9787"/>
                    <a:pt x="7722" y="9076"/>
                    <a:pt x="7922" y="8321"/>
                  </a:cubicBezTo>
                  <a:cubicBezTo>
                    <a:pt x="8122" y="8443"/>
                    <a:pt x="8310" y="8577"/>
                    <a:pt x="8510" y="8698"/>
                  </a:cubicBezTo>
                  <a:cubicBezTo>
                    <a:pt x="8566" y="8688"/>
                    <a:pt x="8621" y="8666"/>
                    <a:pt x="8688" y="8654"/>
                  </a:cubicBezTo>
                  <a:cubicBezTo>
                    <a:pt x="8699" y="8587"/>
                    <a:pt x="8710" y="8510"/>
                    <a:pt x="8722" y="8432"/>
                  </a:cubicBezTo>
                  <a:cubicBezTo>
                    <a:pt x="8732" y="8355"/>
                    <a:pt x="8732" y="8266"/>
                    <a:pt x="8732" y="8177"/>
                  </a:cubicBezTo>
                  <a:cubicBezTo>
                    <a:pt x="8732" y="7965"/>
                    <a:pt x="8710" y="7755"/>
                    <a:pt x="8655" y="7543"/>
                  </a:cubicBezTo>
                  <a:cubicBezTo>
                    <a:pt x="8655" y="7532"/>
                    <a:pt x="8655" y="7521"/>
                    <a:pt x="8643" y="7510"/>
                  </a:cubicBezTo>
                  <a:lnTo>
                    <a:pt x="8643" y="7510"/>
                  </a:lnTo>
                  <a:cubicBezTo>
                    <a:pt x="8754" y="7555"/>
                    <a:pt x="8866" y="7610"/>
                    <a:pt x="8966" y="7666"/>
                  </a:cubicBezTo>
                  <a:cubicBezTo>
                    <a:pt x="9055" y="7510"/>
                    <a:pt x="9099" y="7333"/>
                    <a:pt x="9099" y="7165"/>
                  </a:cubicBezTo>
                  <a:cubicBezTo>
                    <a:pt x="9099" y="7110"/>
                    <a:pt x="9099" y="7066"/>
                    <a:pt x="9088" y="7021"/>
                  </a:cubicBezTo>
                  <a:lnTo>
                    <a:pt x="9088" y="7021"/>
                  </a:lnTo>
                  <a:cubicBezTo>
                    <a:pt x="9310" y="7199"/>
                    <a:pt x="9588" y="7355"/>
                    <a:pt x="9865" y="7365"/>
                  </a:cubicBezTo>
                  <a:cubicBezTo>
                    <a:pt x="9521" y="6143"/>
                    <a:pt x="8877" y="4788"/>
                    <a:pt x="8243" y="3677"/>
                  </a:cubicBezTo>
                  <a:cubicBezTo>
                    <a:pt x="8155" y="3522"/>
                    <a:pt x="8044" y="3311"/>
                    <a:pt x="7910" y="3077"/>
                  </a:cubicBezTo>
                  <a:cubicBezTo>
                    <a:pt x="7544" y="2411"/>
                    <a:pt x="7033" y="1578"/>
                    <a:pt x="6500" y="1400"/>
                  </a:cubicBezTo>
                  <a:cubicBezTo>
                    <a:pt x="6478" y="1400"/>
                    <a:pt x="6455" y="1389"/>
                    <a:pt x="6422" y="1389"/>
                  </a:cubicBezTo>
                  <a:cubicBezTo>
                    <a:pt x="6678" y="1112"/>
                    <a:pt x="6822" y="756"/>
                    <a:pt x="6822" y="389"/>
                  </a:cubicBezTo>
                  <a:lnTo>
                    <a:pt x="6822" y="356"/>
                  </a:lnTo>
                  <a:cubicBezTo>
                    <a:pt x="6822" y="267"/>
                    <a:pt x="6777" y="189"/>
                    <a:pt x="6710" y="145"/>
                  </a:cubicBezTo>
                  <a:cubicBezTo>
                    <a:pt x="6678" y="122"/>
                    <a:pt x="6644" y="112"/>
                    <a:pt x="6622" y="112"/>
                  </a:cubicBezTo>
                  <a:cubicBezTo>
                    <a:pt x="6544" y="112"/>
                    <a:pt x="6488" y="167"/>
                    <a:pt x="6444" y="211"/>
                  </a:cubicBezTo>
                  <a:lnTo>
                    <a:pt x="6433" y="211"/>
                  </a:lnTo>
                  <a:cubicBezTo>
                    <a:pt x="6266" y="378"/>
                    <a:pt x="6111" y="578"/>
                    <a:pt x="5989" y="789"/>
                  </a:cubicBezTo>
                  <a:cubicBezTo>
                    <a:pt x="6000" y="745"/>
                    <a:pt x="6011" y="712"/>
                    <a:pt x="6011" y="667"/>
                  </a:cubicBezTo>
                  <a:cubicBezTo>
                    <a:pt x="6011" y="500"/>
                    <a:pt x="5922" y="345"/>
                    <a:pt x="5777" y="256"/>
                  </a:cubicBezTo>
                  <a:cubicBezTo>
                    <a:pt x="5600" y="445"/>
                    <a:pt x="5700" y="756"/>
                    <a:pt x="5600" y="967"/>
                  </a:cubicBezTo>
                  <a:lnTo>
                    <a:pt x="5600" y="945"/>
                  </a:lnTo>
                  <a:cubicBezTo>
                    <a:pt x="5600" y="767"/>
                    <a:pt x="4367" y="256"/>
                    <a:pt x="4234" y="211"/>
                  </a:cubicBezTo>
                  <a:cubicBezTo>
                    <a:pt x="3800" y="67"/>
                    <a:pt x="3345" y="1"/>
                    <a:pt x="2889" y="1"/>
                  </a:cubicBezTo>
                  <a:close/>
                </a:path>
              </a:pathLst>
            </a:custGeom>
            <a:solidFill>
              <a:srgbClr val="D7E8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61">
              <a:extLst>
                <a:ext uri="{FF2B5EF4-FFF2-40B4-BE49-F238E27FC236}">
                  <a16:creationId xmlns:a16="http://schemas.microsoft.com/office/drawing/2014/main" id="{81837CB0-BC64-277E-81F5-4F53DC226645}"/>
                </a:ext>
              </a:extLst>
            </p:cNvPr>
            <p:cNvSpPr/>
            <p:nvPr/>
          </p:nvSpPr>
          <p:spPr>
            <a:xfrm>
              <a:off x="2000625" y="3154100"/>
              <a:ext cx="137500" cy="114425"/>
            </a:xfrm>
            <a:custGeom>
              <a:avLst/>
              <a:gdLst/>
              <a:ahLst/>
              <a:cxnLst/>
              <a:rect l="l" t="t" r="r" b="b"/>
              <a:pathLst>
                <a:path w="5500" h="4577" extrusionOk="0">
                  <a:moveTo>
                    <a:pt x="2344" y="0"/>
                  </a:moveTo>
                  <a:cubicBezTo>
                    <a:pt x="2223" y="0"/>
                    <a:pt x="2100" y="22"/>
                    <a:pt x="1978" y="55"/>
                  </a:cubicBezTo>
                  <a:cubicBezTo>
                    <a:pt x="1345" y="245"/>
                    <a:pt x="789" y="700"/>
                    <a:pt x="456" y="1277"/>
                  </a:cubicBezTo>
                  <a:cubicBezTo>
                    <a:pt x="123" y="1855"/>
                    <a:pt x="1" y="2544"/>
                    <a:pt x="68" y="3199"/>
                  </a:cubicBezTo>
                  <a:cubicBezTo>
                    <a:pt x="112" y="3533"/>
                    <a:pt x="189" y="3877"/>
                    <a:pt x="401" y="4133"/>
                  </a:cubicBezTo>
                  <a:cubicBezTo>
                    <a:pt x="500" y="4244"/>
                    <a:pt x="589" y="4365"/>
                    <a:pt x="678" y="4477"/>
                  </a:cubicBezTo>
                  <a:cubicBezTo>
                    <a:pt x="734" y="4543"/>
                    <a:pt x="789" y="4577"/>
                    <a:pt x="856" y="4577"/>
                  </a:cubicBezTo>
                  <a:cubicBezTo>
                    <a:pt x="890" y="4577"/>
                    <a:pt x="934" y="4565"/>
                    <a:pt x="967" y="4555"/>
                  </a:cubicBezTo>
                  <a:cubicBezTo>
                    <a:pt x="1034" y="4533"/>
                    <a:pt x="1100" y="4499"/>
                    <a:pt x="1178" y="4477"/>
                  </a:cubicBezTo>
                  <a:cubicBezTo>
                    <a:pt x="1367" y="4388"/>
                    <a:pt x="1567" y="4299"/>
                    <a:pt x="1767" y="4210"/>
                  </a:cubicBezTo>
                  <a:cubicBezTo>
                    <a:pt x="2156" y="4044"/>
                    <a:pt x="2544" y="3854"/>
                    <a:pt x="2922" y="3632"/>
                  </a:cubicBezTo>
                  <a:cubicBezTo>
                    <a:pt x="3922" y="3044"/>
                    <a:pt x="5499" y="1922"/>
                    <a:pt x="4855" y="566"/>
                  </a:cubicBezTo>
                  <a:cubicBezTo>
                    <a:pt x="4855" y="556"/>
                    <a:pt x="4844" y="544"/>
                    <a:pt x="4844" y="533"/>
                  </a:cubicBezTo>
                  <a:cubicBezTo>
                    <a:pt x="4588" y="277"/>
                    <a:pt x="4289" y="100"/>
                    <a:pt x="3922" y="11"/>
                  </a:cubicBezTo>
                  <a:lnTo>
                    <a:pt x="3911" y="11"/>
                  </a:lnTo>
                  <a:cubicBezTo>
                    <a:pt x="3789" y="156"/>
                    <a:pt x="3622" y="289"/>
                    <a:pt x="3489" y="366"/>
                  </a:cubicBezTo>
                  <a:cubicBezTo>
                    <a:pt x="3422" y="411"/>
                    <a:pt x="3334" y="455"/>
                    <a:pt x="3245" y="455"/>
                  </a:cubicBezTo>
                  <a:cubicBezTo>
                    <a:pt x="3200" y="455"/>
                    <a:pt x="3166" y="455"/>
                    <a:pt x="3134" y="433"/>
                  </a:cubicBezTo>
                  <a:cubicBezTo>
                    <a:pt x="3055" y="388"/>
                    <a:pt x="3033" y="311"/>
                    <a:pt x="3045" y="233"/>
                  </a:cubicBezTo>
                  <a:lnTo>
                    <a:pt x="3033" y="233"/>
                  </a:lnTo>
                  <a:cubicBezTo>
                    <a:pt x="2978" y="300"/>
                    <a:pt x="2922" y="366"/>
                    <a:pt x="2867" y="422"/>
                  </a:cubicBezTo>
                  <a:cubicBezTo>
                    <a:pt x="2756" y="544"/>
                    <a:pt x="2589" y="733"/>
                    <a:pt x="2400" y="733"/>
                  </a:cubicBezTo>
                  <a:cubicBezTo>
                    <a:pt x="2389" y="733"/>
                    <a:pt x="2378" y="733"/>
                    <a:pt x="2367" y="722"/>
                  </a:cubicBezTo>
                  <a:cubicBezTo>
                    <a:pt x="2200" y="700"/>
                    <a:pt x="2156" y="566"/>
                    <a:pt x="2189" y="444"/>
                  </a:cubicBezTo>
                  <a:cubicBezTo>
                    <a:pt x="2189" y="433"/>
                    <a:pt x="2189" y="411"/>
                    <a:pt x="2200" y="388"/>
                  </a:cubicBezTo>
                  <a:cubicBezTo>
                    <a:pt x="2211" y="322"/>
                    <a:pt x="2256" y="267"/>
                    <a:pt x="2312" y="222"/>
                  </a:cubicBezTo>
                  <a:cubicBezTo>
                    <a:pt x="2334" y="189"/>
                    <a:pt x="2356" y="166"/>
                    <a:pt x="2378" y="144"/>
                  </a:cubicBezTo>
                  <a:cubicBezTo>
                    <a:pt x="2467" y="45"/>
                    <a:pt x="2522" y="0"/>
                    <a:pt x="2367" y="0"/>
                  </a:cubicBezTo>
                  <a:close/>
                </a:path>
              </a:pathLst>
            </a:custGeom>
            <a:solidFill>
              <a:srgbClr val="CEE2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61">
              <a:extLst>
                <a:ext uri="{FF2B5EF4-FFF2-40B4-BE49-F238E27FC236}">
                  <a16:creationId xmlns:a16="http://schemas.microsoft.com/office/drawing/2014/main" id="{01EB55DF-2267-2E9B-180F-8F59CBCD964F}"/>
                </a:ext>
              </a:extLst>
            </p:cNvPr>
            <p:cNvSpPr/>
            <p:nvPr/>
          </p:nvSpPr>
          <p:spPr>
            <a:xfrm>
              <a:off x="1990350" y="3155625"/>
              <a:ext cx="155550" cy="122050"/>
            </a:xfrm>
            <a:custGeom>
              <a:avLst/>
              <a:gdLst/>
              <a:ahLst/>
              <a:cxnLst/>
              <a:rect l="l" t="t" r="r" b="b"/>
              <a:pathLst>
                <a:path w="6222" h="4882" extrusionOk="0">
                  <a:moveTo>
                    <a:pt x="4386" y="1"/>
                  </a:moveTo>
                  <a:cubicBezTo>
                    <a:pt x="4339" y="1"/>
                    <a:pt x="4295" y="22"/>
                    <a:pt x="4244" y="83"/>
                  </a:cubicBezTo>
                  <a:cubicBezTo>
                    <a:pt x="4111" y="216"/>
                    <a:pt x="3977" y="350"/>
                    <a:pt x="3822" y="472"/>
                  </a:cubicBezTo>
                  <a:cubicBezTo>
                    <a:pt x="3764" y="515"/>
                    <a:pt x="3671" y="552"/>
                    <a:pt x="3590" y="552"/>
                  </a:cubicBezTo>
                  <a:cubicBezTo>
                    <a:pt x="3501" y="552"/>
                    <a:pt x="3427" y="506"/>
                    <a:pt x="3434" y="372"/>
                  </a:cubicBezTo>
                  <a:lnTo>
                    <a:pt x="3434" y="250"/>
                  </a:lnTo>
                  <a:cubicBezTo>
                    <a:pt x="3256" y="416"/>
                    <a:pt x="3111" y="583"/>
                    <a:pt x="2889" y="695"/>
                  </a:cubicBezTo>
                  <a:cubicBezTo>
                    <a:pt x="2825" y="730"/>
                    <a:pt x="2757" y="756"/>
                    <a:pt x="2690" y="756"/>
                  </a:cubicBezTo>
                  <a:cubicBezTo>
                    <a:pt x="2652" y="756"/>
                    <a:pt x="2614" y="748"/>
                    <a:pt x="2578" y="727"/>
                  </a:cubicBezTo>
                  <a:cubicBezTo>
                    <a:pt x="2533" y="683"/>
                    <a:pt x="2500" y="628"/>
                    <a:pt x="2489" y="561"/>
                  </a:cubicBezTo>
                  <a:lnTo>
                    <a:pt x="2489" y="472"/>
                  </a:lnTo>
                  <a:cubicBezTo>
                    <a:pt x="2500" y="383"/>
                    <a:pt x="2555" y="305"/>
                    <a:pt x="2622" y="239"/>
                  </a:cubicBezTo>
                  <a:cubicBezTo>
                    <a:pt x="2678" y="184"/>
                    <a:pt x="2745" y="139"/>
                    <a:pt x="2800" y="72"/>
                  </a:cubicBezTo>
                  <a:cubicBezTo>
                    <a:pt x="2782" y="66"/>
                    <a:pt x="2762" y="63"/>
                    <a:pt x="2742" y="63"/>
                  </a:cubicBezTo>
                  <a:cubicBezTo>
                    <a:pt x="2629" y="63"/>
                    <a:pt x="2494" y="156"/>
                    <a:pt x="2400" y="194"/>
                  </a:cubicBezTo>
                  <a:cubicBezTo>
                    <a:pt x="2267" y="261"/>
                    <a:pt x="2123" y="327"/>
                    <a:pt x="1989" y="406"/>
                  </a:cubicBezTo>
                  <a:cubicBezTo>
                    <a:pt x="1745" y="550"/>
                    <a:pt x="1523" y="739"/>
                    <a:pt x="1345" y="972"/>
                  </a:cubicBezTo>
                  <a:cubicBezTo>
                    <a:pt x="612" y="1917"/>
                    <a:pt x="0" y="4082"/>
                    <a:pt x="1467" y="4660"/>
                  </a:cubicBezTo>
                  <a:cubicBezTo>
                    <a:pt x="1622" y="4727"/>
                    <a:pt x="1789" y="4760"/>
                    <a:pt x="1956" y="4783"/>
                  </a:cubicBezTo>
                  <a:cubicBezTo>
                    <a:pt x="2332" y="4841"/>
                    <a:pt x="2714" y="4881"/>
                    <a:pt x="3095" y="4881"/>
                  </a:cubicBezTo>
                  <a:cubicBezTo>
                    <a:pt x="3433" y="4881"/>
                    <a:pt x="3770" y="4850"/>
                    <a:pt x="4100" y="4771"/>
                  </a:cubicBezTo>
                  <a:cubicBezTo>
                    <a:pt x="4911" y="4583"/>
                    <a:pt x="5866" y="4038"/>
                    <a:pt x="6144" y="3138"/>
                  </a:cubicBezTo>
                  <a:cubicBezTo>
                    <a:pt x="6211" y="2927"/>
                    <a:pt x="6221" y="2705"/>
                    <a:pt x="6211" y="2483"/>
                  </a:cubicBezTo>
                  <a:cubicBezTo>
                    <a:pt x="6211" y="2405"/>
                    <a:pt x="6199" y="2339"/>
                    <a:pt x="6199" y="2260"/>
                  </a:cubicBezTo>
                  <a:cubicBezTo>
                    <a:pt x="6122" y="1717"/>
                    <a:pt x="5900" y="1183"/>
                    <a:pt x="5544" y="750"/>
                  </a:cubicBezTo>
                  <a:cubicBezTo>
                    <a:pt x="5366" y="550"/>
                    <a:pt x="5166" y="372"/>
                    <a:pt x="4944" y="228"/>
                  </a:cubicBezTo>
                  <a:cubicBezTo>
                    <a:pt x="4822" y="161"/>
                    <a:pt x="4711" y="105"/>
                    <a:pt x="4589" y="61"/>
                  </a:cubicBezTo>
                  <a:cubicBezTo>
                    <a:pt x="4504" y="31"/>
                    <a:pt x="4443" y="1"/>
                    <a:pt x="4386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61">
              <a:extLst>
                <a:ext uri="{FF2B5EF4-FFF2-40B4-BE49-F238E27FC236}">
                  <a16:creationId xmlns:a16="http://schemas.microsoft.com/office/drawing/2014/main" id="{6AF18553-F58B-28F2-3ADE-8E7F47A1E9D4}"/>
                </a:ext>
              </a:extLst>
            </p:cNvPr>
            <p:cNvSpPr/>
            <p:nvPr/>
          </p:nvSpPr>
          <p:spPr>
            <a:xfrm>
              <a:off x="2060900" y="3225650"/>
              <a:ext cx="14200" cy="8250"/>
            </a:xfrm>
            <a:custGeom>
              <a:avLst/>
              <a:gdLst/>
              <a:ahLst/>
              <a:cxnLst/>
              <a:rect l="l" t="t" r="r" b="b"/>
              <a:pathLst>
                <a:path w="568" h="330" extrusionOk="0">
                  <a:moveTo>
                    <a:pt x="323" y="0"/>
                  </a:moveTo>
                  <a:cubicBezTo>
                    <a:pt x="234" y="0"/>
                    <a:pt x="142" y="17"/>
                    <a:pt x="56" y="59"/>
                  </a:cubicBezTo>
                  <a:cubicBezTo>
                    <a:pt x="45" y="71"/>
                    <a:pt x="22" y="82"/>
                    <a:pt x="12" y="104"/>
                  </a:cubicBezTo>
                  <a:cubicBezTo>
                    <a:pt x="0" y="126"/>
                    <a:pt x="0" y="160"/>
                    <a:pt x="12" y="182"/>
                  </a:cubicBezTo>
                  <a:cubicBezTo>
                    <a:pt x="41" y="260"/>
                    <a:pt x="70" y="330"/>
                    <a:pt x="145" y="330"/>
                  </a:cubicBezTo>
                  <a:cubicBezTo>
                    <a:pt x="155" y="330"/>
                    <a:pt x="166" y="329"/>
                    <a:pt x="178" y="326"/>
                  </a:cubicBezTo>
                  <a:cubicBezTo>
                    <a:pt x="289" y="315"/>
                    <a:pt x="400" y="281"/>
                    <a:pt x="500" y="249"/>
                  </a:cubicBezTo>
                  <a:cubicBezTo>
                    <a:pt x="533" y="237"/>
                    <a:pt x="556" y="226"/>
                    <a:pt x="567" y="193"/>
                  </a:cubicBezTo>
                  <a:lnTo>
                    <a:pt x="567" y="148"/>
                  </a:lnTo>
                  <a:cubicBezTo>
                    <a:pt x="556" y="104"/>
                    <a:pt x="545" y="59"/>
                    <a:pt x="500" y="26"/>
                  </a:cubicBezTo>
                  <a:cubicBezTo>
                    <a:pt x="478" y="4"/>
                    <a:pt x="434" y="4"/>
                    <a:pt x="400" y="4"/>
                  </a:cubicBezTo>
                  <a:cubicBezTo>
                    <a:pt x="375" y="2"/>
                    <a:pt x="349" y="0"/>
                    <a:pt x="323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61">
              <a:extLst>
                <a:ext uri="{FF2B5EF4-FFF2-40B4-BE49-F238E27FC236}">
                  <a16:creationId xmlns:a16="http://schemas.microsoft.com/office/drawing/2014/main" id="{2B561B75-1BF4-56C2-784F-F48FB4C31247}"/>
                </a:ext>
              </a:extLst>
            </p:cNvPr>
            <p:cNvSpPr/>
            <p:nvPr/>
          </p:nvSpPr>
          <p:spPr>
            <a:xfrm>
              <a:off x="2013400" y="3168800"/>
              <a:ext cx="35575" cy="20300"/>
            </a:xfrm>
            <a:custGeom>
              <a:avLst/>
              <a:gdLst/>
              <a:ahLst/>
              <a:cxnLst/>
              <a:rect l="l" t="t" r="r" b="b"/>
              <a:pathLst>
                <a:path w="1423" h="812" extrusionOk="0">
                  <a:moveTo>
                    <a:pt x="1290" y="0"/>
                  </a:moveTo>
                  <a:cubicBezTo>
                    <a:pt x="1090" y="23"/>
                    <a:pt x="890" y="101"/>
                    <a:pt x="723" y="190"/>
                  </a:cubicBezTo>
                  <a:cubicBezTo>
                    <a:pt x="445" y="323"/>
                    <a:pt x="201" y="511"/>
                    <a:pt x="1" y="745"/>
                  </a:cubicBezTo>
                  <a:cubicBezTo>
                    <a:pt x="12" y="767"/>
                    <a:pt x="23" y="790"/>
                    <a:pt x="45" y="812"/>
                  </a:cubicBezTo>
                  <a:cubicBezTo>
                    <a:pt x="423" y="590"/>
                    <a:pt x="878" y="511"/>
                    <a:pt x="1312" y="423"/>
                  </a:cubicBezTo>
                  <a:cubicBezTo>
                    <a:pt x="1345" y="423"/>
                    <a:pt x="1389" y="412"/>
                    <a:pt x="1423" y="390"/>
                  </a:cubicBezTo>
                  <a:cubicBezTo>
                    <a:pt x="1367" y="267"/>
                    <a:pt x="1322" y="134"/>
                    <a:pt x="1290" y="0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61">
              <a:extLst>
                <a:ext uri="{FF2B5EF4-FFF2-40B4-BE49-F238E27FC236}">
                  <a16:creationId xmlns:a16="http://schemas.microsoft.com/office/drawing/2014/main" id="{44000838-FB14-C067-0FB1-BB461CE5A8CD}"/>
                </a:ext>
              </a:extLst>
            </p:cNvPr>
            <p:cNvSpPr/>
            <p:nvPr/>
          </p:nvSpPr>
          <p:spPr>
            <a:xfrm>
              <a:off x="2083675" y="3169900"/>
              <a:ext cx="40300" cy="19475"/>
            </a:xfrm>
            <a:custGeom>
              <a:avLst/>
              <a:gdLst/>
              <a:ahLst/>
              <a:cxnLst/>
              <a:rect l="l" t="t" r="r" b="b"/>
              <a:pathLst>
                <a:path w="1612" h="779" extrusionOk="0">
                  <a:moveTo>
                    <a:pt x="111" y="1"/>
                  </a:moveTo>
                  <a:cubicBezTo>
                    <a:pt x="78" y="156"/>
                    <a:pt x="34" y="301"/>
                    <a:pt x="0" y="457"/>
                  </a:cubicBezTo>
                  <a:cubicBezTo>
                    <a:pt x="34" y="467"/>
                    <a:pt x="78" y="479"/>
                    <a:pt x="123" y="479"/>
                  </a:cubicBezTo>
                  <a:cubicBezTo>
                    <a:pt x="611" y="534"/>
                    <a:pt x="1122" y="579"/>
                    <a:pt x="1567" y="779"/>
                  </a:cubicBezTo>
                  <a:cubicBezTo>
                    <a:pt x="1577" y="756"/>
                    <a:pt x="1600" y="723"/>
                    <a:pt x="1611" y="701"/>
                  </a:cubicBezTo>
                  <a:cubicBezTo>
                    <a:pt x="1355" y="467"/>
                    <a:pt x="1066" y="279"/>
                    <a:pt x="745" y="156"/>
                  </a:cubicBezTo>
                  <a:cubicBezTo>
                    <a:pt x="555" y="79"/>
                    <a:pt x="323" y="1"/>
                    <a:pt x="111" y="1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61">
              <a:extLst>
                <a:ext uri="{FF2B5EF4-FFF2-40B4-BE49-F238E27FC236}">
                  <a16:creationId xmlns:a16="http://schemas.microsoft.com/office/drawing/2014/main" id="{65BE37AB-FDF1-6CFA-1963-A189248648CA}"/>
                </a:ext>
              </a:extLst>
            </p:cNvPr>
            <p:cNvSpPr/>
            <p:nvPr/>
          </p:nvSpPr>
          <p:spPr>
            <a:xfrm>
              <a:off x="2078725" y="3211625"/>
              <a:ext cx="12175" cy="17375"/>
            </a:xfrm>
            <a:custGeom>
              <a:avLst/>
              <a:gdLst/>
              <a:ahLst/>
              <a:cxnLst/>
              <a:rect l="l" t="t" r="r" b="b"/>
              <a:pathLst>
                <a:path w="487" h="695" extrusionOk="0">
                  <a:moveTo>
                    <a:pt x="188" y="1"/>
                  </a:moveTo>
                  <a:cubicBezTo>
                    <a:pt x="170" y="1"/>
                    <a:pt x="154" y="16"/>
                    <a:pt x="154" y="32"/>
                  </a:cubicBezTo>
                  <a:cubicBezTo>
                    <a:pt x="143" y="143"/>
                    <a:pt x="98" y="309"/>
                    <a:pt x="98" y="343"/>
                  </a:cubicBezTo>
                  <a:cubicBezTo>
                    <a:pt x="76" y="443"/>
                    <a:pt x="42" y="543"/>
                    <a:pt x="10" y="643"/>
                  </a:cubicBezTo>
                  <a:cubicBezTo>
                    <a:pt x="1" y="669"/>
                    <a:pt x="19" y="694"/>
                    <a:pt x="43" y="694"/>
                  </a:cubicBezTo>
                  <a:cubicBezTo>
                    <a:pt x="50" y="694"/>
                    <a:pt x="57" y="692"/>
                    <a:pt x="65" y="687"/>
                  </a:cubicBezTo>
                  <a:cubicBezTo>
                    <a:pt x="176" y="632"/>
                    <a:pt x="287" y="543"/>
                    <a:pt x="410" y="487"/>
                  </a:cubicBezTo>
                  <a:cubicBezTo>
                    <a:pt x="442" y="476"/>
                    <a:pt x="476" y="454"/>
                    <a:pt x="487" y="420"/>
                  </a:cubicBezTo>
                  <a:cubicBezTo>
                    <a:pt x="487" y="398"/>
                    <a:pt x="476" y="376"/>
                    <a:pt x="465" y="354"/>
                  </a:cubicBezTo>
                  <a:cubicBezTo>
                    <a:pt x="398" y="232"/>
                    <a:pt x="309" y="109"/>
                    <a:pt x="210" y="10"/>
                  </a:cubicBezTo>
                  <a:cubicBezTo>
                    <a:pt x="203" y="3"/>
                    <a:pt x="196" y="1"/>
                    <a:pt x="188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61">
              <a:extLst>
                <a:ext uri="{FF2B5EF4-FFF2-40B4-BE49-F238E27FC236}">
                  <a16:creationId xmlns:a16="http://schemas.microsoft.com/office/drawing/2014/main" id="{074ACB1F-0EA6-0234-7463-ECF4AF3E1BC7}"/>
                </a:ext>
              </a:extLst>
            </p:cNvPr>
            <p:cNvSpPr/>
            <p:nvPr/>
          </p:nvSpPr>
          <p:spPr>
            <a:xfrm>
              <a:off x="2024525" y="3218550"/>
              <a:ext cx="13300" cy="15875"/>
            </a:xfrm>
            <a:custGeom>
              <a:avLst/>
              <a:gdLst/>
              <a:ahLst/>
              <a:cxnLst/>
              <a:rect l="l" t="t" r="r" b="b"/>
              <a:pathLst>
                <a:path w="532" h="635" extrusionOk="0">
                  <a:moveTo>
                    <a:pt x="207" y="0"/>
                  </a:moveTo>
                  <a:cubicBezTo>
                    <a:pt x="194" y="0"/>
                    <a:pt x="183" y="6"/>
                    <a:pt x="178" y="22"/>
                  </a:cubicBezTo>
                  <a:cubicBezTo>
                    <a:pt x="100" y="143"/>
                    <a:pt x="45" y="277"/>
                    <a:pt x="11" y="422"/>
                  </a:cubicBezTo>
                  <a:cubicBezTo>
                    <a:pt x="11" y="444"/>
                    <a:pt x="0" y="466"/>
                    <a:pt x="11" y="477"/>
                  </a:cubicBezTo>
                  <a:cubicBezTo>
                    <a:pt x="22" y="510"/>
                    <a:pt x="55" y="521"/>
                    <a:pt x="89" y="533"/>
                  </a:cubicBezTo>
                  <a:cubicBezTo>
                    <a:pt x="222" y="555"/>
                    <a:pt x="356" y="610"/>
                    <a:pt x="478" y="632"/>
                  </a:cubicBezTo>
                  <a:cubicBezTo>
                    <a:pt x="482" y="634"/>
                    <a:pt x="487" y="634"/>
                    <a:pt x="491" y="634"/>
                  </a:cubicBezTo>
                  <a:cubicBezTo>
                    <a:pt x="517" y="634"/>
                    <a:pt x="532" y="605"/>
                    <a:pt x="522" y="577"/>
                  </a:cubicBezTo>
                  <a:cubicBezTo>
                    <a:pt x="467" y="488"/>
                    <a:pt x="411" y="399"/>
                    <a:pt x="366" y="310"/>
                  </a:cubicBezTo>
                  <a:cubicBezTo>
                    <a:pt x="356" y="277"/>
                    <a:pt x="278" y="121"/>
                    <a:pt x="245" y="22"/>
                  </a:cubicBezTo>
                  <a:cubicBezTo>
                    <a:pt x="238" y="9"/>
                    <a:pt x="222" y="0"/>
                    <a:pt x="207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61">
              <a:extLst>
                <a:ext uri="{FF2B5EF4-FFF2-40B4-BE49-F238E27FC236}">
                  <a16:creationId xmlns:a16="http://schemas.microsoft.com/office/drawing/2014/main" id="{551256A9-18B8-B928-D257-67CA3148ABA8}"/>
                </a:ext>
              </a:extLst>
            </p:cNvPr>
            <p:cNvSpPr/>
            <p:nvPr/>
          </p:nvSpPr>
          <p:spPr>
            <a:xfrm>
              <a:off x="2070075" y="3291000"/>
              <a:ext cx="115825" cy="55575"/>
            </a:xfrm>
            <a:custGeom>
              <a:avLst/>
              <a:gdLst/>
              <a:ahLst/>
              <a:cxnLst/>
              <a:rect l="l" t="t" r="r" b="b"/>
              <a:pathLst>
                <a:path w="4633" h="2223" extrusionOk="0">
                  <a:moveTo>
                    <a:pt x="3743" y="167"/>
                  </a:moveTo>
                  <a:lnTo>
                    <a:pt x="3743" y="167"/>
                  </a:lnTo>
                  <a:cubicBezTo>
                    <a:pt x="3822" y="289"/>
                    <a:pt x="3854" y="456"/>
                    <a:pt x="3854" y="622"/>
                  </a:cubicBezTo>
                  <a:cubicBezTo>
                    <a:pt x="3766" y="501"/>
                    <a:pt x="3721" y="334"/>
                    <a:pt x="3743" y="167"/>
                  </a:cubicBezTo>
                  <a:close/>
                  <a:moveTo>
                    <a:pt x="2388" y="456"/>
                  </a:moveTo>
                  <a:lnTo>
                    <a:pt x="2388" y="456"/>
                  </a:lnTo>
                  <a:cubicBezTo>
                    <a:pt x="2400" y="523"/>
                    <a:pt x="2410" y="590"/>
                    <a:pt x="2400" y="656"/>
                  </a:cubicBezTo>
                  <a:cubicBezTo>
                    <a:pt x="2388" y="600"/>
                    <a:pt x="2388" y="523"/>
                    <a:pt x="2388" y="456"/>
                  </a:cubicBezTo>
                  <a:close/>
                  <a:moveTo>
                    <a:pt x="1966" y="567"/>
                  </a:moveTo>
                  <a:cubicBezTo>
                    <a:pt x="1977" y="645"/>
                    <a:pt x="1966" y="723"/>
                    <a:pt x="1966" y="800"/>
                  </a:cubicBezTo>
                  <a:cubicBezTo>
                    <a:pt x="1955" y="790"/>
                    <a:pt x="1955" y="778"/>
                    <a:pt x="1944" y="756"/>
                  </a:cubicBezTo>
                  <a:cubicBezTo>
                    <a:pt x="1933" y="701"/>
                    <a:pt x="1933" y="622"/>
                    <a:pt x="1966" y="567"/>
                  </a:cubicBezTo>
                  <a:close/>
                  <a:moveTo>
                    <a:pt x="1289" y="845"/>
                  </a:moveTo>
                  <a:cubicBezTo>
                    <a:pt x="1299" y="845"/>
                    <a:pt x="1333" y="901"/>
                    <a:pt x="1333" y="945"/>
                  </a:cubicBezTo>
                  <a:cubicBezTo>
                    <a:pt x="1333" y="1078"/>
                    <a:pt x="1311" y="1200"/>
                    <a:pt x="1277" y="1323"/>
                  </a:cubicBezTo>
                  <a:cubicBezTo>
                    <a:pt x="1222" y="1189"/>
                    <a:pt x="1222" y="1022"/>
                    <a:pt x="1267" y="878"/>
                  </a:cubicBezTo>
                  <a:cubicBezTo>
                    <a:pt x="1267" y="867"/>
                    <a:pt x="1277" y="856"/>
                    <a:pt x="1289" y="845"/>
                  </a:cubicBezTo>
                  <a:close/>
                  <a:moveTo>
                    <a:pt x="3688" y="0"/>
                  </a:moveTo>
                  <a:lnTo>
                    <a:pt x="3677" y="67"/>
                  </a:lnTo>
                  <a:cubicBezTo>
                    <a:pt x="3622" y="323"/>
                    <a:pt x="3699" y="590"/>
                    <a:pt x="3854" y="745"/>
                  </a:cubicBezTo>
                  <a:lnTo>
                    <a:pt x="3854" y="778"/>
                  </a:lnTo>
                  <a:cubicBezTo>
                    <a:pt x="3854" y="945"/>
                    <a:pt x="3854" y="1167"/>
                    <a:pt x="3766" y="1333"/>
                  </a:cubicBezTo>
                  <a:cubicBezTo>
                    <a:pt x="3665" y="1492"/>
                    <a:pt x="3477" y="1588"/>
                    <a:pt x="3277" y="1588"/>
                  </a:cubicBezTo>
                  <a:cubicBezTo>
                    <a:pt x="3211" y="1588"/>
                    <a:pt x="3143" y="1578"/>
                    <a:pt x="3077" y="1556"/>
                  </a:cubicBezTo>
                  <a:cubicBezTo>
                    <a:pt x="2855" y="1478"/>
                    <a:pt x="2655" y="1278"/>
                    <a:pt x="2511" y="1000"/>
                  </a:cubicBezTo>
                  <a:cubicBezTo>
                    <a:pt x="2488" y="945"/>
                    <a:pt x="2466" y="889"/>
                    <a:pt x="2433" y="822"/>
                  </a:cubicBezTo>
                  <a:cubicBezTo>
                    <a:pt x="2499" y="656"/>
                    <a:pt x="2499" y="456"/>
                    <a:pt x="2422" y="301"/>
                  </a:cubicBezTo>
                  <a:lnTo>
                    <a:pt x="2388" y="212"/>
                  </a:lnTo>
                  <a:lnTo>
                    <a:pt x="2355" y="301"/>
                  </a:lnTo>
                  <a:cubicBezTo>
                    <a:pt x="2277" y="478"/>
                    <a:pt x="2299" y="667"/>
                    <a:pt x="2355" y="822"/>
                  </a:cubicBezTo>
                  <a:cubicBezTo>
                    <a:pt x="2333" y="878"/>
                    <a:pt x="2299" y="923"/>
                    <a:pt x="2266" y="967"/>
                  </a:cubicBezTo>
                  <a:cubicBezTo>
                    <a:pt x="2247" y="987"/>
                    <a:pt x="2219" y="1014"/>
                    <a:pt x="2198" y="1014"/>
                  </a:cubicBezTo>
                  <a:cubicBezTo>
                    <a:pt x="2194" y="1014"/>
                    <a:pt x="2191" y="1013"/>
                    <a:pt x="2188" y="1012"/>
                  </a:cubicBezTo>
                  <a:cubicBezTo>
                    <a:pt x="2166" y="1012"/>
                    <a:pt x="2155" y="1000"/>
                    <a:pt x="2133" y="989"/>
                  </a:cubicBezTo>
                  <a:cubicBezTo>
                    <a:pt x="2089" y="956"/>
                    <a:pt x="2055" y="923"/>
                    <a:pt x="2022" y="889"/>
                  </a:cubicBezTo>
                  <a:cubicBezTo>
                    <a:pt x="2055" y="756"/>
                    <a:pt x="2055" y="622"/>
                    <a:pt x="2044" y="489"/>
                  </a:cubicBezTo>
                  <a:lnTo>
                    <a:pt x="2044" y="434"/>
                  </a:lnTo>
                  <a:lnTo>
                    <a:pt x="1988" y="456"/>
                  </a:lnTo>
                  <a:cubicBezTo>
                    <a:pt x="1866" y="511"/>
                    <a:pt x="1833" y="667"/>
                    <a:pt x="1877" y="790"/>
                  </a:cubicBezTo>
                  <a:cubicBezTo>
                    <a:pt x="1889" y="834"/>
                    <a:pt x="1911" y="878"/>
                    <a:pt x="1944" y="911"/>
                  </a:cubicBezTo>
                  <a:cubicBezTo>
                    <a:pt x="1899" y="1133"/>
                    <a:pt x="1788" y="1345"/>
                    <a:pt x="1644" y="1511"/>
                  </a:cubicBezTo>
                  <a:cubicBezTo>
                    <a:pt x="1610" y="1545"/>
                    <a:pt x="1578" y="1578"/>
                    <a:pt x="1544" y="1578"/>
                  </a:cubicBezTo>
                  <a:cubicBezTo>
                    <a:pt x="1538" y="1579"/>
                    <a:pt x="1532" y="1579"/>
                    <a:pt x="1526" y="1579"/>
                  </a:cubicBezTo>
                  <a:cubicBezTo>
                    <a:pt x="1465" y="1579"/>
                    <a:pt x="1408" y="1530"/>
                    <a:pt x="1388" y="1500"/>
                  </a:cubicBezTo>
                  <a:cubicBezTo>
                    <a:pt x="1366" y="1478"/>
                    <a:pt x="1344" y="1456"/>
                    <a:pt x="1333" y="1434"/>
                  </a:cubicBezTo>
                  <a:cubicBezTo>
                    <a:pt x="1388" y="1278"/>
                    <a:pt x="1410" y="1111"/>
                    <a:pt x="1410" y="945"/>
                  </a:cubicBezTo>
                  <a:cubicBezTo>
                    <a:pt x="1410" y="889"/>
                    <a:pt x="1378" y="800"/>
                    <a:pt x="1322" y="778"/>
                  </a:cubicBezTo>
                  <a:cubicBezTo>
                    <a:pt x="1313" y="774"/>
                    <a:pt x="1302" y="771"/>
                    <a:pt x="1290" y="771"/>
                  </a:cubicBezTo>
                  <a:cubicBezTo>
                    <a:pt x="1272" y="771"/>
                    <a:pt x="1253" y="776"/>
                    <a:pt x="1233" y="790"/>
                  </a:cubicBezTo>
                  <a:cubicBezTo>
                    <a:pt x="1211" y="800"/>
                    <a:pt x="1200" y="822"/>
                    <a:pt x="1200" y="856"/>
                  </a:cubicBezTo>
                  <a:cubicBezTo>
                    <a:pt x="1133" y="1045"/>
                    <a:pt x="1144" y="1267"/>
                    <a:pt x="1244" y="1434"/>
                  </a:cubicBezTo>
                  <a:cubicBezTo>
                    <a:pt x="1166" y="1644"/>
                    <a:pt x="1044" y="1834"/>
                    <a:pt x="889" y="1978"/>
                  </a:cubicBezTo>
                  <a:cubicBezTo>
                    <a:pt x="815" y="2042"/>
                    <a:pt x="689" y="2136"/>
                    <a:pt x="547" y="2136"/>
                  </a:cubicBezTo>
                  <a:cubicBezTo>
                    <a:pt x="517" y="2136"/>
                    <a:pt x="486" y="2132"/>
                    <a:pt x="455" y="2123"/>
                  </a:cubicBezTo>
                  <a:cubicBezTo>
                    <a:pt x="289" y="2067"/>
                    <a:pt x="211" y="1867"/>
                    <a:pt x="166" y="1711"/>
                  </a:cubicBezTo>
                  <a:cubicBezTo>
                    <a:pt x="77" y="1345"/>
                    <a:pt x="77" y="956"/>
                    <a:pt x="178" y="590"/>
                  </a:cubicBezTo>
                  <a:lnTo>
                    <a:pt x="100" y="578"/>
                  </a:lnTo>
                  <a:cubicBezTo>
                    <a:pt x="0" y="945"/>
                    <a:pt x="0" y="1345"/>
                    <a:pt x="89" y="1723"/>
                  </a:cubicBezTo>
                  <a:cubicBezTo>
                    <a:pt x="156" y="1989"/>
                    <a:pt x="277" y="2145"/>
                    <a:pt x="433" y="2200"/>
                  </a:cubicBezTo>
                  <a:cubicBezTo>
                    <a:pt x="477" y="2211"/>
                    <a:pt x="511" y="2222"/>
                    <a:pt x="544" y="2222"/>
                  </a:cubicBezTo>
                  <a:cubicBezTo>
                    <a:pt x="711" y="2222"/>
                    <a:pt x="855" y="2111"/>
                    <a:pt x="944" y="2034"/>
                  </a:cubicBezTo>
                  <a:cubicBezTo>
                    <a:pt x="1099" y="1889"/>
                    <a:pt x="1222" y="1711"/>
                    <a:pt x="1299" y="1523"/>
                  </a:cubicBezTo>
                  <a:cubicBezTo>
                    <a:pt x="1311" y="1533"/>
                    <a:pt x="1311" y="1545"/>
                    <a:pt x="1322" y="1556"/>
                  </a:cubicBezTo>
                  <a:cubicBezTo>
                    <a:pt x="1386" y="1620"/>
                    <a:pt x="1450" y="1662"/>
                    <a:pt x="1515" y="1662"/>
                  </a:cubicBezTo>
                  <a:cubicBezTo>
                    <a:pt x="1528" y="1662"/>
                    <a:pt x="1542" y="1660"/>
                    <a:pt x="1555" y="1656"/>
                  </a:cubicBezTo>
                  <a:cubicBezTo>
                    <a:pt x="1622" y="1644"/>
                    <a:pt x="1666" y="1600"/>
                    <a:pt x="1699" y="1556"/>
                  </a:cubicBezTo>
                  <a:cubicBezTo>
                    <a:pt x="1844" y="1400"/>
                    <a:pt x="1955" y="1200"/>
                    <a:pt x="2010" y="989"/>
                  </a:cubicBezTo>
                  <a:cubicBezTo>
                    <a:pt x="2033" y="1012"/>
                    <a:pt x="2055" y="1034"/>
                    <a:pt x="2089" y="1045"/>
                  </a:cubicBezTo>
                  <a:cubicBezTo>
                    <a:pt x="2111" y="1067"/>
                    <a:pt x="2144" y="1089"/>
                    <a:pt x="2177" y="1101"/>
                  </a:cubicBezTo>
                  <a:cubicBezTo>
                    <a:pt x="2233" y="1101"/>
                    <a:pt x="2277" y="1078"/>
                    <a:pt x="2333" y="1012"/>
                  </a:cubicBezTo>
                  <a:cubicBezTo>
                    <a:pt x="2355" y="989"/>
                    <a:pt x="2377" y="956"/>
                    <a:pt x="2388" y="923"/>
                  </a:cubicBezTo>
                  <a:cubicBezTo>
                    <a:pt x="2410" y="967"/>
                    <a:pt x="2422" y="1000"/>
                    <a:pt x="2444" y="1034"/>
                  </a:cubicBezTo>
                  <a:cubicBezTo>
                    <a:pt x="2588" y="1333"/>
                    <a:pt x="2810" y="1545"/>
                    <a:pt x="3055" y="1622"/>
                  </a:cubicBezTo>
                  <a:cubicBezTo>
                    <a:pt x="3134" y="1652"/>
                    <a:pt x="3215" y="1665"/>
                    <a:pt x="3295" y="1665"/>
                  </a:cubicBezTo>
                  <a:cubicBezTo>
                    <a:pt x="3518" y="1665"/>
                    <a:pt x="3726" y="1558"/>
                    <a:pt x="3832" y="1378"/>
                  </a:cubicBezTo>
                  <a:cubicBezTo>
                    <a:pt x="3933" y="1200"/>
                    <a:pt x="3943" y="989"/>
                    <a:pt x="3943" y="812"/>
                  </a:cubicBezTo>
                  <a:cubicBezTo>
                    <a:pt x="4015" y="855"/>
                    <a:pt x="4105" y="879"/>
                    <a:pt x="4199" y="879"/>
                  </a:cubicBezTo>
                  <a:cubicBezTo>
                    <a:pt x="4251" y="879"/>
                    <a:pt x="4303" y="872"/>
                    <a:pt x="4355" y="856"/>
                  </a:cubicBezTo>
                  <a:cubicBezTo>
                    <a:pt x="4488" y="812"/>
                    <a:pt x="4588" y="711"/>
                    <a:pt x="4632" y="590"/>
                  </a:cubicBezTo>
                  <a:lnTo>
                    <a:pt x="4555" y="567"/>
                  </a:lnTo>
                  <a:cubicBezTo>
                    <a:pt x="4521" y="667"/>
                    <a:pt x="4444" y="745"/>
                    <a:pt x="4333" y="778"/>
                  </a:cubicBezTo>
                  <a:cubicBezTo>
                    <a:pt x="4287" y="794"/>
                    <a:pt x="4241" y="802"/>
                    <a:pt x="4195" y="802"/>
                  </a:cubicBezTo>
                  <a:cubicBezTo>
                    <a:pt x="4116" y="802"/>
                    <a:pt x="4040" y="780"/>
                    <a:pt x="3977" y="745"/>
                  </a:cubicBezTo>
                  <a:lnTo>
                    <a:pt x="3943" y="711"/>
                  </a:lnTo>
                  <a:cubicBezTo>
                    <a:pt x="3933" y="456"/>
                    <a:pt x="3910" y="212"/>
                    <a:pt x="3743" y="45"/>
                  </a:cubicBezTo>
                  <a:lnTo>
                    <a:pt x="3688" y="0"/>
                  </a:ln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61">
              <a:extLst>
                <a:ext uri="{FF2B5EF4-FFF2-40B4-BE49-F238E27FC236}">
                  <a16:creationId xmlns:a16="http://schemas.microsoft.com/office/drawing/2014/main" id="{17028AA0-1616-21B3-C2FC-9E73F23FED22}"/>
                </a:ext>
              </a:extLst>
            </p:cNvPr>
            <p:cNvSpPr/>
            <p:nvPr/>
          </p:nvSpPr>
          <p:spPr>
            <a:xfrm>
              <a:off x="2136425" y="3092400"/>
              <a:ext cx="25325" cy="33650"/>
            </a:xfrm>
            <a:custGeom>
              <a:avLst/>
              <a:gdLst/>
              <a:ahLst/>
              <a:cxnLst/>
              <a:rect l="l" t="t" r="r" b="b"/>
              <a:pathLst>
                <a:path w="1013" h="1346" extrusionOk="0">
                  <a:moveTo>
                    <a:pt x="308" y="1"/>
                  </a:moveTo>
                  <a:cubicBezTo>
                    <a:pt x="287" y="1"/>
                    <a:pt x="266" y="10"/>
                    <a:pt x="245" y="24"/>
                  </a:cubicBezTo>
                  <a:cubicBezTo>
                    <a:pt x="190" y="69"/>
                    <a:pt x="168" y="135"/>
                    <a:pt x="156" y="213"/>
                  </a:cubicBezTo>
                  <a:lnTo>
                    <a:pt x="1" y="780"/>
                  </a:lnTo>
                  <a:lnTo>
                    <a:pt x="79" y="802"/>
                  </a:lnTo>
                  <a:lnTo>
                    <a:pt x="223" y="235"/>
                  </a:lnTo>
                  <a:cubicBezTo>
                    <a:pt x="245" y="168"/>
                    <a:pt x="257" y="113"/>
                    <a:pt x="301" y="91"/>
                  </a:cubicBezTo>
                  <a:cubicBezTo>
                    <a:pt x="301" y="79"/>
                    <a:pt x="312" y="79"/>
                    <a:pt x="312" y="79"/>
                  </a:cubicBezTo>
                  <a:cubicBezTo>
                    <a:pt x="312" y="79"/>
                    <a:pt x="312" y="91"/>
                    <a:pt x="323" y="113"/>
                  </a:cubicBezTo>
                  <a:cubicBezTo>
                    <a:pt x="345" y="324"/>
                    <a:pt x="356" y="546"/>
                    <a:pt x="323" y="768"/>
                  </a:cubicBezTo>
                  <a:lnTo>
                    <a:pt x="312" y="924"/>
                  </a:lnTo>
                  <a:lnTo>
                    <a:pt x="823" y="190"/>
                  </a:lnTo>
                  <a:cubicBezTo>
                    <a:pt x="834" y="157"/>
                    <a:pt x="867" y="124"/>
                    <a:pt x="889" y="124"/>
                  </a:cubicBezTo>
                  <a:cubicBezTo>
                    <a:pt x="912" y="568"/>
                    <a:pt x="701" y="1024"/>
                    <a:pt x="345" y="1279"/>
                  </a:cubicBezTo>
                  <a:lnTo>
                    <a:pt x="390" y="1346"/>
                  </a:lnTo>
                  <a:cubicBezTo>
                    <a:pt x="778" y="1068"/>
                    <a:pt x="1012" y="568"/>
                    <a:pt x="968" y="79"/>
                  </a:cubicBezTo>
                  <a:lnTo>
                    <a:pt x="968" y="46"/>
                  </a:lnTo>
                  <a:lnTo>
                    <a:pt x="945" y="46"/>
                  </a:lnTo>
                  <a:cubicBezTo>
                    <a:pt x="932" y="42"/>
                    <a:pt x="919" y="40"/>
                    <a:pt x="905" y="40"/>
                  </a:cubicBezTo>
                  <a:cubicBezTo>
                    <a:pt x="852" y="40"/>
                    <a:pt x="801" y="75"/>
                    <a:pt x="756" y="146"/>
                  </a:cubicBezTo>
                  <a:lnTo>
                    <a:pt x="423" y="624"/>
                  </a:lnTo>
                  <a:cubicBezTo>
                    <a:pt x="434" y="446"/>
                    <a:pt x="423" y="269"/>
                    <a:pt x="401" y="102"/>
                  </a:cubicBezTo>
                  <a:cubicBezTo>
                    <a:pt x="390" y="79"/>
                    <a:pt x="390" y="24"/>
                    <a:pt x="345" y="13"/>
                  </a:cubicBezTo>
                  <a:cubicBezTo>
                    <a:pt x="333" y="4"/>
                    <a:pt x="320" y="1"/>
                    <a:pt x="308" y="1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61">
              <a:extLst>
                <a:ext uri="{FF2B5EF4-FFF2-40B4-BE49-F238E27FC236}">
                  <a16:creationId xmlns:a16="http://schemas.microsoft.com/office/drawing/2014/main" id="{55C356A6-1919-0714-C560-E8C521ED3D2C}"/>
                </a:ext>
              </a:extLst>
            </p:cNvPr>
            <p:cNvSpPr/>
            <p:nvPr/>
          </p:nvSpPr>
          <p:spPr>
            <a:xfrm>
              <a:off x="1984800" y="3150750"/>
              <a:ext cx="35575" cy="56950"/>
            </a:xfrm>
            <a:custGeom>
              <a:avLst/>
              <a:gdLst/>
              <a:ahLst/>
              <a:cxnLst/>
              <a:rect l="l" t="t" r="r" b="b"/>
              <a:pathLst>
                <a:path w="1423" h="2278" extrusionOk="0">
                  <a:moveTo>
                    <a:pt x="645" y="1600"/>
                  </a:moveTo>
                  <a:lnTo>
                    <a:pt x="645" y="1600"/>
                  </a:lnTo>
                  <a:cubicBezTo>
                    <a:pt x="567" y="1689"/>
                    <a:pt x="478" y="1789"/>
                    <a:pt x="367" y="1845"/>
                  </a:cubicBezTo>
                  <a:cubicBezTo>
                    <a:pt x="434" y="1734"/>
                    <a:pt x="533" y="1633"/>
                    <a:pt x="645" y="1600"/>
                  </a:cubicBezTo>
                  <a:close/>
                  <a:moveTo>
                    <a:pt x="1145" y="1"/>
                  </a:moveTo>
                  <a:cubicBezTo>
                    <a:pt x="923" y="112"/>
                    <a:pt x="723" y="256"/>
                    <a:pt x="556" y="434"/>
                  </a:cubicBezTo>
                  <a:cubicBezTo>
                    <a:pt x="467" y="522"/>
                    <a:pt x="412" y="656"/>
                    <a:pt x="489" y="734"/>
                  </a:cubicBezTo>
                  <a:cubicBezTo>
                    <a:pt x="533" y="778"/>
                    <a:pt x="578" y="778"/>
                    <a:pt x="622" y="789"/>
                  </a:cubicBezTo>
                  <a:lnTo>
                    <a:pt x="711" y="789"/>
                  </a:lnTo>
                  <a:cubicBezTo>
                    <a:pt x="400" y="1001"/>
                    <a:pt x="167" y="1322"/>
                    <a:pt x="45" y="1700"/>
                  </a:cubicBezTo>
                  <a:cubicBezTo>
                    <a:pt x="34" y="1734"/>
                    <a:pt x="0" y="1833"/>
                    <a:pt x="67" y="1900"/>
                  </a:cubicBezTo>
                  <a:cubicBezTo>
                    <a:pt x="89" y="1934"/>
                    <a:pt x="134" y="1944"/>
                    <a:pt x="156" y="1944"/>
                  </a:cubicBezTo>
                  <a:cubicBezTo>
                    <a:pt x="178" y="1956"/>
                    <a:pt x="200" y="1956"/>
                    <a:pt x="212" y="1956"/>
                  </a:cubicBezTo>
                  <a:lnTo>
                    <a:pt x="212" y="1967"/>
                  </a:lnTo>
                  <a:cubicBezTo>
                    <a:pt x="190" y="2023"/>
                    <a:pt x="167" y="2078"/>
                    <a:pt x="167" y="2134"/>
                  </a:cubicBezTo>
                  <a:cubicBezTo>
                    <a:pt x="167" y="2200"/>
                    <a:pt x="222" y="2278"/>
                    <a:pt x="301" y="2278"/>
                  </a:cubicBezTo>
                  <a:lnTo>
                    <a:pt x="301" y="2200"/>
                  </a:lnTo>
                  <a:cubicBezTo>
                    <a:pt x="278" y="2200"/>
                    <a:pt x="245" y="2167"/>
                    <a:pt x="245" y="2134"/>
                  </a:cubicBezTo>
                  <a:cubicBezTo>
                    <a:pt x="245" y="2089"/>
                    <a:pt x="267" y="2045"/>
                    <a:pt x="278" y="2000"/>
                  </a:cubicBezTo>
                  <a:cubicBezTo>
                    <a:pt x="289" y="1978"/>
                    <a:pt x="301" y="1967"/>
                    <a:pt x="311" y="1944"/>
                  </a:cubicBezTo>
                  <a:cubicBezTo>
                    <a:pt x="501" y="1900"/>
                    <a:pt x="656" y="1722"/>
                    <a:pt x="767" y="1578"/>
                  </a:cubicBezTo>
                  <a:lnTo>
                    <a:pt x="812" y="1512"/>
                  </a:lnTo>
                  <a:lnTo>
                    <a:pt x="745" y="1512"/>
                  </a:lnTo>
                  <a:cubicBezTo>
                    <a:pt x="737" y="1511"/>
                    <a:pt x="730" y="1511"/>
                    <a:pt x="722" y="1511"/>
                  </a:cubicBezTo>
                  <a:cubicBezTo>
                    <a:pt x="542" y="1511"/>
                    <a:pt x="384" y="1643"/>
                    <a:pt x="256" y="1878"/>
                  </a:cubicBezTo>
                  <a:cubicBezTo>
                    <a:pt x="234" y="1878"/>
                    <a:pt x="200" y="1878"/>
                    <a:pt x="178" y="1867"/>
                  </a:cubicBezTo>
                  <a:cubicBezTo>
                    <a:pt x="145" y="1867"/>
                    <a:pt x="134" y="1856"/>
                    <a:pt x="123" y="1845"/>
                  </a:cubicBezTo>
                  <a:cubicBezTo>
                    <a:pt x="101" y="1823"/>
                    <a:pt x="101" y="1789"/>
                    <a:pt x="123" y="1722"/>
                  </a:cubicBezTo>
                  <a:cubicBezTo>
                    <a:pt x="256" y="1312"/>
                    <a:pt x="533" y="956"/>
                    <a:pt x="901" y="756"/>
                  </a:cubicBezTo>
                  <a:cubicBezTo>
                    <a:pt x="1000" y="734"/>
                    <a:pt x="1100" y="690"/>
                    <a:pt x="1178" y="634"/>
                  </a:cubicBezTo>
                  <a:lnTo>
                    <a:pt x="1422" y="467"/>
                  </a:lnTo>
                  <a:lnTo>
                    <a:pt x="1145" y="567"/>
                  </a:lnTo>
                  <a:cubicBezTo>
                    <a:pt x="1056" y="589"/>
                    <a:pt x="956" y="634"/>
                    <a:pt x="867" y="678"/>
                  </a:cubicBezTo>
                  <a:cubicBezTo>
                    <a:pt x="810" y="694"/>
                    <a:pt x="753" y="705"/>
                    <a:pt x="697" y="705"/>
                  </a:cubicBezTo>
                  <a:cubicBezTo>
                    <a:pt x="676" y="705"/>
                    <a:pt x="655" y="703"/>
                    <a:pt x="634" y="700"/>
                  </a:cubicBezTo>
                  <a:cubicBezTo>
                    <a:pt x="600" y="700"/>
                    <a:pt x="567" y="700"/>
                    <a:pt x="545" y="678"/>
                  </a:cubicBezTo>
                  <a:cubicBezTo>
                    <a:pt x="501" y="634"/>
                    <a:pt x="556" y="534"/>
                    <a:pt x="612" y="490"/>
                  </a:cubicBezTo>
                  <a:cubicBezTo>
                    <a:pt x="778" y="312"/>
                    <a:pt x="967" y="179"/>
                    <a:pt x="1178" y="78"/>
                  </a:cubicBezTo>
                  <a:lnTo>
                    <a:pt x="1145" y="1"/>
                  </a:ln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61">
              <a:extLst>
                <a:ext uri="{FF2B5EF4-FFF2-40B4-BE49-F238E27FC236}">
                  <a16:creationId xmlns:a16="http://schemas.microsoft.com/office/drawing/2014/main" id="{74FCE409-82A9-D603-FA83-C51B04AF0CCA}"/>
                </a:ext>
              </a:extLst>
            </p:cNvPr>
            <p:cNvSpPr/>
            <p:nvPr/>
          </p:nvSpPr>
          <p:spPr>
            <a:xfrm>
              <a:off x="2179200" y="3186850"/>
              <a:ext cx="26125" cy="50300"/>
            </a:xfrm>
            <a:custGeom>
              <a:avLst/>
              <a:gdLst/>
              <a:ahLst/>
              <a:cxnLst/>
              <a:rect l="l" t="t" r="r" b="b"/>
              <a:pathLst>
                <a:path w="1045" h="2012" extrusionOk="0">
                  <a:moveTo>
                    <a:pt x="367" y="1145"/>
                  </a:moveTo>
                  <a:lnTo>
                    <a:pt x="367" y="1145"/>
                  </a:lnTo>
                  <a:cubicBezTo>
                    <a:pt x="445" y="1211"/>
                    <a:pt x="501" y="1278"/>
                    <a:pt x="545" y="1356"/>
                  </a:cubicBezTo>
                  <a:cubicBezTo>
                    <a:pt x="534" y="1345"/>
                    <a:pt x="511" y="1334"/>
                    <a:pt x="501" y="1322"/>
                  </a:cubicBezTo>
                  <a:cubicBezTo>
                    <a:pt x="434" y="1278"/>
                    <a:pt x="390" y="1211"/>
                    <a:pt x="367" y="1145"/>
                  </a:cubicBezTo>
                  <a:close/>
                  <a:moveTo>
                    <a:pt x="245" y="1"/>
                  </a:moveTo>
                  <a:lnTo>
                    <a:pt x="200" y="68"/>
                  </a:lnTo>
                  <a:cubicBezTo>
                    <a:pt x="501" y="245"/>
                    <a:pt x="689" y="579"/>
                    <a:pt x="822" y="900"/>
                  </a:cubicBezTo>
                  <a:cubicBezTo>
                    <a:pt x="889" y="1034"/>
                    <a:pt x="956" y="1201"/>
                    <a:pt x="911" y="1345"/>
                  </a:cubicBezTo>
                  <a:cubicBezTo>
                    <a:pt x="911" y="1367"/>
                    <a:pt x="889" y="1411"/>
                    <a:pt x="867" y="1423"/>
                  </a:cubicBezTo>
                  <a:cubicBezTo>
                    <a:pt x="856" y="1428"/>
                    <a:pt x="845" y="1431"/>
                    <a:pt x="834" y="1431"/>
                  </a:cubicBezTo>
                  <a:cubicBezTo>
                    <a:pt x="822" y="1431"/>
                    <a:pt x="811" y="1428"/>
                    <a:pt x="800" y="1423"/>
                  </a:cubicBezTo>
                  <a:cubicBezTo>
                    <a:pt x="767" y="1423"/>
                    <a:pt x="711" y="1411"/>
                    <a:pt x="667" y="1401"/>
                  </a:cubicBezTo>
                  <a:cubicBezTo>
                    <a:pt x="590" y="1256"/>
                    <a:pt x="479" y="1123"/>
                    <a:pt x="345" y="1023"/>
                  </a:cubicBezTo>
                  <a:lnTo>
                    <a:pt x="289" y="989"/>
                  </a:lnTo>
                  <a:lnTo>
                    <a:pt x="279" y="1056"/>
                  </a:lnTo>
                  <a:cubicBezTo>
                    <a:pt x="279" y="1179"/>
                    <a:pt x="345" y="1312"/>
                    <a:pt x="456" y="1389"/>
                  </a:cubicBezTo>
                  <a:cubicBezTo>
                    <a:pt x="501" y="1423"/>
                    <a:pt x="556" y="1456"/>
                    <a:pt x="612" y="1467"/>
                  </a:cubicBezTo>
                  <a:cubicBezTo>
                    <a:pt x="656" y="1567"/>
                    <a:pt x="689" y="1690"/>
                    <a:pt x="701" y="1801"/>
                  </a:cubicBezTo>
                  <a:cubicBezTo>
                    <a:pt x="701" y="1833"/>
                    <a:pt x="701" y="1900"/>
                    <a:pt x="667" y="1922"/>
                  </a:cubicBezTo>
                  <a:cubicBezTo>
                    <a:pt x="660" y="1926"/>
                    <a:pt x="651" y="1927"/>
                    <a:pt x="642" y="1927"/>
                  </a:cubicBezTo>
                  <a:cubicBezTo>
                    <a:pt x="623" y="1927"/>
                    <a:pt x="601" y="1922"/>
                    <a:pt x="578" y="1922"/>
                  </a:cubicBezTo>
                  <a:cubicBezTo>
                    <a:pt x="378" y="1845"/>
                    <a:pt x="190" y="1712"/>
                    <a:pt x="67" y="1534"/>
                  </a:cubicBezTo>
                  <a:lnTo>
                    <a:pt x="0" y="1578"/>
                  </a:lnTo>
                  <a:cubicBezTo>
                    <a:pt x="134" y="1778"/>
                    <a:pt x="334" y="1922"/>
                    <a:pt x="556" y="1989"/>
                  </a:cubicBezTo>
                  <a:cubicBezTo>
                    <a:pt x="578" y="2001"/>
                    <a:pt x="612" y="2011"/>
                    <a:pt x="634" y="2011"/>
                  </a:cubicBezTo>
                  <a:cubicBezTo>
                    <a:pt x="667" y="2011"/>
                    <a:pt x="689" y="2001"/>
                    <a:pt x="711" y="1989"/>
                  </a:cubicBezTo>
                  <a:cubicBezTo>
                    <a:pt x="745" y="1967"/>
                    <a:pt x="790" y="1912"/>
                    <a:pt x="778" y="1789"/>
                  </a:cubicBezTo>
                  <a:cubicBezTo>
                    <a:pt x="767" y="1690"/>
                    <a:pt x="745" y="1589"/>
                    <a:pt x="701" y="1490"/>
                  </a:cubicBezTo>
                  <a:lnTo>
                    <a:pt x="701" y="1490"/>
                  </a:lnTo>
                  <a:cubicBezTo>
                    <a:pt x="734" y="1500"/>
                    <a:pt x="767" y="1500"/>
                    <a:pt x="790" y="1500"/>
                  </a:cubicBezTo>
                  <a:cubicBezTo>
                    <a:pt x="806" y="1506"/>
                    <a:pt x="823" y="1509"/>
                    <a:pt x="841" y="1509"/>
                  </a:cubicBezTo>
                  <a:cubicBezTo>
                    <a:pt x="859" y="1509"/>
                    <a:pt x="878" y="1506"/>
                    <a:pt x="901" y="1500"/>
                  </a:cubicBezTo>
                  <a:cubicBezTo>
                    <a:pt x="945" y="1478"/>
                    <a:pt x="978" y="1434"/>
                    <a:pt x="990" y="1367"/>
                  </a:cubicBezTo>
                  <a:cubicBezTo>
                    <a:pt x="1045" y="1189"/>
                    <a:pt x="967" y="1011"/>
                    <a:pt x="901" y="867"/>
                  </a:cubicBezTo>
                  <a:cubicBezTo>
                    <a:pt x="756" y="545"/>
                    <a:pt x="556" y="189"/>
                    <a:pt x="245" y="1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61">
              <a:extLst>
                <a:ext uri="{FF2B5EF4-FFF2-40B4-BE49-F238E27FC236}">
                  <a16:creationId xmlns:a16="http://schemas.microsoft.com/office/drawing/2014/main" id="{9C12A8F8-4AC4-A5E5-4471-B6129FD3FB9D}"/>
                </a:ext>
              </a:extLst>
            </p:cNvPr>
            <p:cNvSpPr/>
            <p:nvPr/>
          </p:nvSpPr>
          <p:spPr>
            <a:xfrm>
              <a:off x="2023675" y="3220750"/>
              <a:ext cx="68350" cy="16400"/>
            </a:xfrm>
            <a:custGeom>
              <a:avLst/>
              <a:gdLst/>
              <a:ahLst/>
              <a:cxnLst/>
              <a:rect l="l" t="t" r="r" b="b"/>
              <a:pathLst>
                <a:path w="2734" h="656" extrusionOk="0">
                  <a:moveTo>
                    <a:pt x="2700" y="0"/>
                  </a:moveTo>
                  <a:cubicBezTo>
                    <a:pt x="2224" y="386"/>
                    <a:pt x="1632" y="585"/>
                    <a:pt x="1039" y="585"/>
                  </a:cubicBezTo>
                  <a:cubicBezTo>
                    <a:pt x="693" y="585"/>
                    <a:pt x="347" y="517"/>
                    <a:pt x="23" y="378"/>
                  </a:cubicBezTo>
                  <a:lnTo>
                    <a:pt x="0" y="445"/>
                  </a:lnTo>
                  <a:cubicBezTo>
                    <a:pt x="323" y="589"/>
                    <a:pt x="689" y="655"/>
                    <a:pt x="1045" y="655"/>
                  </a:cubicBezTo>
                  <a:cubicBezTo>
                    <a:pt x="1645" y="655"/>
                    <a:pt x="2256" y="455"/>
                    <a:pt x="2733" y="55"/>
                  </a:cubicBezTo>
                  <a:lnTo>
                    <a:pt x="2700" y="0"/>
                  </a:ln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61">
              <a:extLst>
                <a:ext uri="{FF2B5EF4-FFF2-40B4-BE49-F238E27FC236}">
                  <a16:creationId xmlns:a16="http://schemas.microsoft.com/office/drawing/2014/main" id="{3BD877CC-9B96-A822-4AD7-08308FC674C9}"/>
                </a:ext>
              </a:extLst>
            </p:cNvPr>
            <p:cNvSpPr/>
            <p:nvPr/>
          </p:nvSpPr>
          <p:spPr>
            <a:xfrm>
              <a:off x="2046175" y="3212125"/>
              <a:ext cx="23625" cy="13900"/>
            </a:xfrm>
            <a:custGeom>
              <a:avLst/>
              <a:gdLst/>
              <a:ahLst/>
              <a:cxnLst/>
              <a:rect l="l" t="t" r="r" b="b"/>
              <a:pathLst>
                <a:path w="945" h="556" extrusionOk="0">
                  <a:moveTo>
                    <a:pt x="1" y="0"/>
                  </a:moveTo>
                  <a:cubicBezTo>
                    <a:pt x="11" y="168"/>
                    <a:pt x="45" y="323"/>
                    <a:pt x="123" y="456"/>
                  </a:cubicBezTo>
                  <a:cubicBezTo>
                    <a:pt x="145" y="489"/>
                    <a:pt x="178" y="534"/>
                    <a:pt x="211" y="545"/>
                  </a:cubicBezTo>
                  <a:cubicBezTo>
                    <a:pt x="234" y="556"/>
                    <a:pt x="256" y="556"/>
                    <a:pt x="267" y="556"/>
                  </a:cubicBezTo>
                  <a:cubicBezTo>
                    <a:pt x="322" y="556"/>
                    <a:pt x="378" y="534"/>
                    <a:pt x="423" y="479"/>
                  </a:cubicBezTo>
                  <a:lnTo>
                    <a:pt x="522" y="378"/>
                  </a:lnTo>
                  <a:cubicBezTo>
                    <a:pt x="556" y="323"/>
                    <a:pt x="601" y="279"/>
                    <a:pt x="645" y="245"/>
                  </a:cubicBezTo>
                  <a:cubicBezTo>
                    <a:pt x="713" y="186"/>
                    <a:pt x="806" y="154"/>
                    <a:pt x="896" y="154"/>
                  </a:cubicBezTo>
                  <a:cubicBezTo>
                    <a:pt x="909" y="154"/>
                    <a:pt x="921" y="155"/>
                    <a:pt x="934" y="156"/>
                  </a:cubicBezTo>
                  <a:lnTo>
                    <a:pt x="945" y="79"/>
                  </a:lnTo>
                  <a:cubicBezTo>
                    <a:pt x="929" y="77"/>
                    <a:pt x="913" y="76"/>
                    <a:pt x="897" y="76"/>
                  </a:cubicBezTo>
                  <a:cubicBezTo>
                    <a:pt x="789" y="76"/>
                    <a:pt x="678" y="111"/>
                    <a:pt x="601" y="178"/>
                  </a:cubicBezTo>
                  <a:cubicBezTo>
                    <a:pt x="545" y="223"/>
                    <a:pt x="500" y="279"/>
                    <a:pt x="467" y="323"/>
                  </a:cubicBezTo>
                  <a:cubicBezTo>
                    <a:pt x="434" y="356"/>
                    <a:pt x="411" y="390"/>
                    <a:pt x="378" y="423"/>
                  </a:cubicBezTo>
                  <a:cubicBezTo>
                    <a:pt x="360" y="441"/>
                    <a:pt x="317" y="484"/>
                    <a:pt x="272" y="484"/>
                  </a:cubicBezTo>
                  <a:cubicBezTo>
                    <a:pt x="263" y="484"/>
                    <a:pt x="254" y="482"/>
                    <a:pt x="245" y="479"/>
                  </a:cubicBezTo>
                  <a:cubicBezTo>
                    <a:pt x="223" y="467"/>
                    <a:pt x="201" y="445"/>
                    <a:pt x="189" y="412"/>
                  </a:cubicBezTo>
                  <a:cubicBezTo>
                    <a:pt x="123" y="289"/>
                    <a:pt x="78" y="145"/>
                    <a:pt x="78" y="0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61">
              <a:extLst>
                <a:ext uri="{FF2B5EF4-FFF2-40B4-BE49-F238E27FC236}">
                  <a16:creationId xmlns:a16="http://schemas.microsoft.com/office/drawing/2014/main" id="{7FBBD48D-57C6-18FA-B56D-AF2682FE8DD2}"/>
                </a:ext>
              </a:extLst>
            </p:cNvPr>
            <p:cNvSpPr/>
            <p:nvPr/>
          </p:nvSpPr>
          <p:spPr>
            <a:xfrm>
              <a:off x="1965900" y="3581225"/>
              <a:ext cx="92225" cy="115000"/>
            </a:xfrm>
            <a:custGeom>
              <a:avLst/>
              <a:gdLst/>
              <a:ahLst/>
              <a:cxnLst/>
              <a:rect l="l" t="t" r="r" b="b"/>
              <a:pathLst>
                <a:path w="3689" h="4600" extrusionOk="0">
                  <a:moveTo>
                    <a:pt x="445" y="1"/>
                  </a:moveTo>
                  <a:cubicBezTo>
                    <a:pt x="79" y="267"/>
                    <a:pt x="23" y="767"/>
                    <a:pt x="12" y="1045"/>
                  </a:cubicBezTo>
                  <a:cubicBezTo>
                    <a:pt x="1" y="1911"/>
                    <a:pt x="423" y="2800"/>
                    <a:pt x="1101" y="3344"/>
                  </a:cubicBezTo>
                  <a:lnTo>
                    <a:pt x="1146" y="3378"/>
                  </a:lnTo>
                  <a:lnTo>
                    <a:pt x="1168" y="3322"/>
                  </a:lnTo>
                  <a:cubicBezTo>
                    <a:pt x="1190" y="3244"/>
                    <a:pt x="1212" y="3155"/>
                    <a:pt x="1223" y="3067"/>
                  </a:cubicBezTo>
                  <a:cubicBezTo>
                    <a:pt x="1323" y="3299"/>
                    <a:pt x="1501" y="3499"/>
                    <a:pt x="1657" y="3644"/>
                  </a:cubicBezTo>
                  <a:cubicBezTo>
                    <a:pt x="2112" y="4055"/>
                    <a:pt x="2701" y="4344"/>
                    <a:pt x="3301" y="4444"/>
                  </a:cubicBezTo>
                  <a:cubicBezTo>
                    <a:pt x="3422" y="4466"/>
                    <a:pt x="3567" y="4488"/>
                    <a:pt x="3622" y="4600"/>
                  </a:cubicBezTo>
                  <a:lnTo>
                    <a:pt x="3689" y="4555"/>
                  </a:lnTo>
                  <a:cubicBezTo>
                    <a:pt x="3622" y="4422"/>
                    <a:pt x="3445" y="4388"/>
                    <a:pt x="3311" y="4366"/>
                  </a:cubicBezTo>
                  <a:cubicBezTo>
                    <a:pt x="2723" y="4266"/>
                    <a:pt x="2156" y="3988"/>
                    <a:pt x="1712" y="3588"/>
                  </a:cubicBezTo>
                  <a:cubicBezTo>
                    <a:pt x="1523" y="3410"/>
                    <a:pt x="1301" y="3155"/>
                    <a:pt x="1245" y="2855"/>
                  </a:cubicBezTo>
                  <a:cubicBezTo>
                    <a:pt x="1257" y="2788"/>
                    <a:pt x="1245" y="2711"/>
                    <a:pt x="1245" y="2633"/>
                  </a:cubicBezTo>
                  <a:lnTo>
                    <a:pt x="1212" y="2267"/>
                  </a:lnTo>
                  <a:lnTo>
                    <a:pt x="1168" y="2633"/>
                  </a:lnTo>
                  <a:cubicBezTo>
                    <a:pt x="1156" y="2711"/>
                    <a:pt x="1156" y="2788"/>
                    <a:pt x="1168" y="2867"/>
                  </a:cubicBezTo>
                  <a:cubicBezTo>
                    <a:pt x="1168" y="2988"/>
                    <a:pt x="1146" y="3122"/>
                    <a:pt x="1112" y="3244"/>
                  </a:cubicBezTo>
                  <a:cubicBezTo>
                    <a:pt x="467" y="2711"/>
                    <a:pt x="79" y="1867"/>
                    <a:pt x="90" y="1045"/>
                  </a:cubicBezTo>
                  <a:cubicBezTo>
                    <a:pt x="101" y="778"/>
                    <a:pt x="156" y="312"/>
                    <a:pt x="490" y="67"/>
                  </a:cubicBezTo>
                  <a:lnTo>
                    <a:pt x="445" y="1"/>
                  </a:ln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61">
              <a:extLst>
                <a:ext uri="{FF2B5EF4-FFF2-40B4-BE49-F238E27FC236}">
                  <a16:creationId xmlns:a16="http://schemas.microsoft.com/office/drawing/2014/main" id="{57B7BC52-C712-F292-7C0B-61A4F71DBE6B}"/>
                </a:ext>
              </a:extLst>
            </p:cNvPr>
            <p:cNvSpPr/>
            <p:nvPr/>
          </p:nvSpPr>
          <p:spPr>
            <a:xfrm>
              <a:off x="2198650" y="3550675"/>
              <a:ext cx="82500" cy="137475"/>
            </a:xfrm>
            <a:custGeom>
              <a:avLst/>
              <a:gdLst/>
              <a:ahLst/>
              <a:cxnLst/>
              <a:rect l="l" t="t" r="r" b="b"/>
              <a:pathLst>
                <a:path w="3300" h="5499" extrusionOk="0">
                  <a:moveTo>
                    <a:pt x="3122" y="1"/>
                  </a:moveTo>
                  <a:lnTo>
                    <a:pt x="3044" y="11"/>
                  </a:lnTo>
                  <a:cubicBezTo>
                    <a:pt x="3222" y="1245"/>
                    <a:pt x="2999" y="2533"/>
                    <a:pt x="2411" y="3633"/>
                  </a:cubicBezTo>
                  <a:cubicBezTo>
                    <a:pt x="2344" y="3766"/>
                    <a:pt x="2266" y="3833"/>
                    <a:pt x="2189" y="3855"/>
                  </a:cubicBezTo>
                  <a:cubicBezTo>
                    <a:pt x="2177" y="3744"/>
                    <a:pt x="2177" y="3644"/>
                    <a:pt x="2211" y="3544"/>
                  </a:cubicBezTo>
                  <a:cubicBezTo>
                    <a:pt x="2233" y="3499"/>
                    <a:pt x="2244" y="3455"/>
                    <a:pt x="2266" y="3411"/>
                  </a:cubicBezTo>
                  <a:lnTo>
                    <a:pt x="2189" y="3378"/>
                  </a:lnTo>
                  <a:cubicBezTo>
                    <a:pt x="2167" y="3422"/>
                    <a:pt x="2155" y="3467"/>
                    <a:pt x="2133" y="3511"/>
                  </a:cubicBezTo>
                  <a:cubicBezTo>
                    <a:pt x="1745" y="4410"/>
                    <a:pt x="945" y="5143"/>
                    <a:pt x="0" y="5422"/>
                  </a:cubicBezTo>
                  <a:lnTo>
                    <a:pt x="22" y="5499"/>
                  </a:lnTo>
                  <a:cubicBezTo>
                    <a:pt x="911" y="5232"/>
                    <a:pt x="1678" y="4577"/>
                    <a:pt x="2100" y="3766"/>
                  </a:cubicBezTo>
                  <a:cubicBezTo>
                    <a:pt x="2111" y="3810"/>
                    <a:pt x="2111" y="3855"/>
                    <a:pt x="2122" y="3899"/>
                  </a:cubicBezTo>
                  <a:lnTo>
                    <a:pt x="2133" y="3933"/>
                  </a:lnTo>
                  <a:lnTo>
                    <a:pt x="2167" y="3933"/>
                  </a:lnTo>
                  <a:cubicBezTo>
                    <a:pt x="2344" y="3933"/>
                    <a:pt x="2444" y="3733"/>
                    <a:pt x="2478" y="3677"/>
                  </a:cubicBezTo>
                  <a:cubicBezTo>
                    <a:pt x="3078" y="2556"/>
                    <a:pt x="3300" y="1255"/>
                    <a:pt x="3122" y="1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61">
              <a:extLst>
                <a:ext uri="{FF2B5EF4-FFF2-40B4-BE49-F238E27FC236}">
                  <a16:creationId xmlns:a16="http://schemas.microsoft.com/office/drawing/2014/main" id="{1ACDF2FB-D780-15FD-BC83-DC609A3AC187}"/>
                </a:ext>
              </a:extLst>
            </p:cNvPr>
            <p:cNvSpPr/>
            <p:nvPr/>
          </p:nvSpPr>
          <p:spPr>
            <a:xfrm>
              <a:off x="2012300" y="3413200"/>
              <a:ext cx="17500" cy="52775"/>
            </a:xfrm>
            <a:custGeom>
              <a:avLst/>
              <a:gdLst/>
              <a:ahLst/>
              <a:cxnLst/>
              <a:rect l="l" t="t" r="r" b="b"/>
              <a:pathLst>
                <a:path w="700" h="2111" extrusionOk="0">
                  <a:moveTo>
                    <a:pt x="623" y="0"/>
                  </a:moveTo>
                  <a:cubicBezTo>
                    <a:pt x="300" y="656"/>
                    <a:pt x="89" y="1367"/>
                    <a:pt x="0" y="2100"/>
                  </a:cubicBezTo>
                  <a:lnTo>
                    <a:pt x="78" y="2111"/>
                  </a:lnTo>
                  <a:cubicBezTo>
                    <a:pt x="167" y="1389"/>
                    <a:pt x="367" y="689"/>
                    <a:pt x="700" y="34"/>
                  </a:cubicBezTo>
                  <a:lnTo>
                    <a:pt x="623" y="0"/>
                  </a:ln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61">
              <a:extLst>
                <a:ext uri="{FF2B5EF4-FFF2-40B4-BE49-F238E27FC236}">
                  <a16:creationId xmlns:a16="http://schemas.microsoft.com/office/drawing/2014/main" id="{21620F53-6389-2D17-75DA-FFB081A06A92}"/>
                </a:ext>
              </a:extLst>
            </p:cNvPr>
            <p:cNvSpPr/>
            <p:nvPr/>
          </p:nvSpPr>
          <p:spPr>
            <a:xfrm>
              <a:off x="2024775" y="3460700"/>
              <a:ext cx="6150" cy="27225"/>
            </a:xfrm>
            <a:custGeom>
              <a:avLst/>
              <a:gdLst/>
              <a:ahLst/>
              <a:cxnLst/>
              <a:rect l="l" t="t" r="r" b="b"/>
              <a:pathLst>
                <a:path w="246" h="1089" extrusionOk="0">
                  <a:moveTo>
                    <a:pt x="168" y="0"/>
                  </a:moveTo>
                  <a:cubicBezTo>
                    <a:pt x="45" y="344"/>
                    <a:pt x="1" y="722"/>
                    <a:pt x="23" y="1089"/>
                  </a:cubicBezTo>
                  <a:lnTo>
                    <a:pt x="112" y="1077"/>
                  </a:lnTo>
                  <a:cubicBezTo>
                    <a:pt x="79" y="722"/>
                    <a:pt x="124" y="356"/>
                    <a:pt x="245" y="23"/>
                  </a:cubicBezTo>
                  <a:lnTo>
                    <a:pt x="168" y="0"/>
                  </a:ln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61">
              <a:extLst>
                <a:ext uri="{FF2B5EF4-FFF2-40B4-BE49-F238E27FC236}">
                  <a16:creationId xmlns:a16="http://schemas.microsoft.com/office/drawing/2014/main" id="{591E0A45-B29A-81F3-679D-3A572BDBE57F}"/>
                </a:ext>
              </a:extLst>
            </p:cNvPr>
            <p:cNvSpPr/>
            <p:nvPr/>
          </p:nvSpPr>
          <p:spPr>
            <a:xfrm>
              <a:off x="2040625" y="3479025"/>
              <a:ext cx="3350" cy="17250"/>
            </a:xfrm>
            <a:custGeom>
              <a:avLst/>
              <a:gdLst/>
              <a:ahLst/>
              <a:cxnLst/>
              <a:rect l="l" t="t" r="r" b="b"/>
              <a:pathLst>
                <a:path w="134" h="690" extrusionOk="0">
                  <a:moveTo>
                    <a:pt x="56" y="0"/>
                  </a:moveTo>
                  <a:cubicBezTo>
                    <a:pt x="11" y="223"/>
                    <a:pt x="1" y="467"/>
                    <a:pt x="33" y="689"/>
                  </a:cubicBezTo>
                  <a:lnTo>
                    <a:pt x="112" y="689"/>
                  </a:lnTo>
                  <a:cubicBezTo>
                    <a:pt x="78" y="455"/>
                    <a:pt x="89" y="233"/>
                    <a:pt x="134" y="11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61">
              <a:extLst>
                <a:ext uri="{FF2B5EF4-FFF2-40B4-BE49-F238E27FC236}">
                  <a16:creationId xmlns:a16="http://schemas.microsoft.com/office/drawing/2014/main" id="{D934A4BB-D237-0D1A-7140-A951FA3CA011}"/>
                </a:ext>
              </a:extLst>
            </p:cNvPr>
            <p:cNvSpPr/>
            <p:nvPr/>
          </p:nvSpPr>
          <p:spPr>
            <a:xfrm>
              <a:off x="1946750" y="3436250"/>
              <a:ext cx="95025" cy="114725"/>
            </a:xfrm>
            <a:custGeom>
              <a:avLst/>
              <a:gdLst/>
              <a:ahLst/>
              <a:cxnLst/>
              <a:rect l="l" t="t" r="r" b="b"/>
              <a:pathLst>
                <a:path w="3801" h="4589" extrusionOk="0">
                  <a:moveTo>
                    <a:pt x="1" y="1"/>
                  </a:moveTo>
                  <a:lnTo>
                    <a:pt x="1" y="4267"/>
                  </a:lnTo>
                  <a:lnTo>
                    <a:pt x="11" y="4267"/>
                  </a:lnTo>
                  <a:cubicBezTo>
                    <a:pt x="123" y="4444"/>
                    <a:pt x="922" y="4588"/>
                    <a:pt x="1900" y="4588"/>
                  </a:cubicBezTo>
                  <a:cubicBezTo>
                    <a:pt x="2878" y="4588"/>
                    <a:pt x="3689" y="4444"/>
                    <a:pt x="3788" y="4267"/>
                  </a:cubicBezTo>
                  <a:lnTo>
                    <a:pt x="3800" y="4267"/>
                  </a:lnTo>
                  <a:lnTo>
                    <a:pt x="38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61">
              <a:extLst>
                <a:ext uri="{FF2B5EF4-FFF2-40B4-BE49-F238E27FC236}">
                  <a16:creationId xmlns:a16="http://schemas.microsoft.com/office/drawing/2014/main" id="{F2DA9F1B-6F66-55A8-65DD-16EA4855C608}"/>
                </a:ext>
              </a:extLst>
            </p:cNvPr>
            <p:cNvSpPr/>
            <p:nvPr/>
          </p:nvSpPr>
          <p:spPr>
            <a:xfrm>
              <a:off x="1946750" y="3428200"/>
              <a:ext cx="95025" cy="17800"/>
            </a:xfrm>
            <a:custGeom>
              <a:avLst/>
              <a:gdLst/>
              <a:ahLst/>
              <a:cxnLst/>
              <a:rect l="l" t="t" r="r" b="b"/>
              <a:pathLst>
                <a:path w="3801" h="712" extrusionOk="0">
                  <a:moveTo>
                    <a:pt x="1900" y="0"/>
                  </a:moveTo>
                  <a:cubicBezTo>
                    <a:pt x="856" y="0"/>
                    <a:pt x="1" y="156"/>
                    <a:pt x="1" y="356"/>
                  </a:cubicBezTo>
                  <a:cubicBezTo>
                    <a:pt x="1" y="556"/>
                    <a:pt x="856" y="711"/>
                    <a:pt x="1900" y="711"/>
                  </a:cubicBezTo>
                  <a:cubicBezTo>
                    <a:pt x="2956" y="711"/>
                    <a:pt x="3800" y="556"/>
                    <a:pt x="3800" y="356"/>
                  </a:cubicBezTo>
                  <a:cubicBezTo>
                    <a:pt x="3800" y="156"/>
                    <a:pt x="2956" y="0"/>
                    <a:pt x="1900" y="0"/>
                  </a:cubicBezTo>
                  <a:close/>
                </a:path>
              </a:pathLst>
            </a:custGeom>
            <a:solidFill>
              <a:srgbClr val="804B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61">
              <a:extLst>
                <a:ext uri="{FF2B5EF4-FFF2-40B4-BE49-F238E27FC236}">
                  <a16:creationId xmlns:a16="http://schemas.microsoft.com/office/drawing/2014/main" id="{197D3226-3BB4-67C6-0367-70A9F5986840}"/>
                </a:ext>
              </a:extLst>
            </p:cNvPr>
            <p:cNvSpPr/>
            <p:nvPr/>
          </p:nvSpPr>
          <p:spPr>
            <a:xfrm>
              <a:off x="1946750" y="3428200"/>
              <a:ext cx="95025" cy="13900"/>
            </a:xfrm>
            <a:custGeom>
              <a:avLst/>
              <a:gdLst/>
              <a:ahLst/>
              <a:cxnLst/>
              <a:rect l="l" t="t" r="r" b="b"/>
              <a:pathLst>
                <a:path w="3801" h="556" extrusionOk="0">
                  <a:moveTo>
                    <a:pt x="1900" y="0"/>
                  </a:moveTo>
                  <a:cubicBezTo>
                    <a:pt x="856" y="0"/>
                    <a:pt x="1" y="156"/>
                    <a:pt x="1" y="356"/>
                  </a:cubicBezTo>
                  <a:cubicBezTo>
                    <a:pt x="1" y="434"/>
                    <a:pt x="123" y="500"/>
                    <a:pt x="323" y="556"/>
                  </a:cubicBezTo>
                  <a:cubicBezTo>
                    <a:pt x="667" y="456"/>
                    <a:pt x="1245" y="400"/>
                    <a:pt x="1900" y="400"/>
                  </a:cubicBezTo>
                  <a:cubicBezTo>
                    <a:pt x="2566" y="400"/>
                    <a:pt x="3144" y="456"/>
                    <a:pt x="3489" y="556"/>
                  </a:cubicBezTo>
                  <a:cubicBezTo>
                    <a:pt x="3689" y="500"/>
                    <a:pt x="3800" y="434"/>
                    <a:pt x="3800" y="356"/>
                  </a:cubicBezTo>
                  <a:cubicBezTo>
                    <a:pt x="3800" y="156"/>
                    <a:pt x="2956" y="0"/>
                    <a:pt x="1900" y="0"/>
                  </a:cubicBezTo>
                  <a:close/>
                </a:path>
              </a:pathLst>
            </a:custGeom>
            <a:solidFill>
              <a:srgbClr val="C4C4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61">
              <a:extLst>
                <a:ext uri="{FF2B5EF4-FFF2-40B4-BE49-F238E27FC236}">
                  <a16:creationId xmlns:a16="http://schemas.microsoft.com/office/drawing/2014/main" id="{239378CF-9968-28A1-E935-A6F53315373E}"/>
                </a:ext>
              </a:extLst>
            </p:cNvPr>
            <p:cNvSpPr/>
            <p:nvPr/>
          </p:nvSpPr>
          <p:spPr>
            <a:xfrm>
              <a:off x="1960650" y="3482350"/>
              <a:ext cx="89700" cy="98925"/>
            </a:xfrm>
            <a:custGeom>
              <a:avLst/>
              <a:gdLst/>
              <a:ahLst/>
              <a:cxnLst/>
              <a:rect l="l" t="t" r="r" b="b"/>
              <a:pathLst>
                <a:path w="3588" h="3957" extrusionOk="0">
                  <a:moveTo>
                    <a:pt x="1899" y="1"/>
                  </a:moveTo>
                  <a:cubicBezTo>
                    <a:pt x="1811" y="1"/>
                    <a:pt x="1699" y="56"/>
                    <a:pt x="1677" y="145"/>
                  </a:cubicBezTo>
                  <a:cubicBezTo>
                    <a:pt x="1633" y="345"/>
                    <a:pt x="1966" y="522"/>
                    <a:pt x="1877" y="712"/>
                  </a:cubicBezTo>
                  <a:cubicBezTo>
                    <a:pt x="1489" y="623"/>
                    <a:pt x="1089" y="545"/>
                    <a:pt x="700" y="467"/>
                  </a:cubicBezTo>
                  <a:cubicBezTo>
                    <a:pt x="634" y="453"/>
                    <a:pt x="562" y="441"/>
                    <a:pt x="492" y="441"/>
                  </a:cubicBezTo>
                  <a:cubicBezTo>
                    <a:pt x="398" y="441"/>
                    <a:pt x="309" y="463"/>
                    <a:pt x="245" y="534"/>
                  </a:cubicBezTo>
                  <a:cubicBezTo>
                    <a:pt x="156" y="645"/>
                    <a:pt x="189" y="833"/>
                    <a:pt x="300" y="934"/>
                  </a:cubicBezTo>
                  <a:cubicBezTo>
                    <a:pt x="411" y="1033"/>
                    <a:pt x="556" y="1078"/>
                    <a:pt x="700" y="1122"/>
                  </a:cubicBezTo>
                  <a:cubicBezTo>
                    <a:pt x="1055" y="1223"/>
                    <a:pt x="1400" y="1322"/>
                    <a:pt x="1755" y="1423"/>
                  </a:cubicBezTo>
                  <a:cubicBezTo>
                    <a:pt x="1766" y="1467"/>
                    <a:pt x="1699" y="1500"/>
                    <a:pt x="1644" y="1500"/>
                  </a:cubicBezTo>
                  <a:cubicBezTo>
                    <a:pt x="1455" y="1500"/>
                    <a:pt x="1267" y="1456"/>
                    <a:pt x="1089" y="1411"/>
                  </a:cubicBezTo>
                  <a:cubicBezTo>
                    <a:pt x="906" y="1369"/>
                    <a:pt x="728" y="1327"/>
                    <a:pt x="555" y="1327"/>
                  </a:cubicBezTo>
                  <a:cubicBezTo>
                    <a:pt x="453" y="1327"/>
                    <a:pt x="354" y="1341"/>
                    <a:pt x="255" y="1378"/>
                  </a:cubicBezTo>
                  <a:cubicBezTo>
                    <a:pt x="156" y="1411"/>
                    <a:pt x="45" y="1489"/>
                    <a:pt x="33" y="1600"/>
                  </a:cubicBezTo>
                  <a:cubicBezTo>
                    <a:pt x="0" y="1800"/>
                    <a:pt x="233" y="1911"/>
                    <a:pt x="422" y="1956"/>
                  </a:cubicBezTo>
                  <a:cubicBezTo>
                    <a:pt x="811" y="2055"/>
                    <a:pt x="1211" y="2144"/>
                    <a:pt x="1600" y="2223"/>
                  </a:cubicBezTo>
                  <a:cubicBezTo>
                    <a:pt x="1501" y="2338"/>
                    <a:pt x="1340" y="2380"/>
                    <a:pt x="1182" y="2380"/>
                  </a:cubicBezTo>
                  <a:cubicBezTo>
                    <a:pt x="1128" y="2380"/>
                    <a:pt x="1073" y="2375"/>
                    <a:pt x="1022" y="2367"/>
                  </a:cubicBezTo>
                  <a:cubicBezTo>
                    <a:pt x="851" y="2340"/>
                    <a:pt x="687" y="2291"/>
                    <a:pt x="519" y="2291"/>
                  </a:cubicBezTo>
                  <a:cubicBezTo>
                    <a:pt x="479" y="2291"/>
                    <a:pt x="440" y="2294"/>
                    <a:pt x="400" y="2300"/>
                  </a:cubicBezTo>
                  <a:cubicBezTo>
                    <a:pt x="245" y="2322"/>
                    <a:pt x="78" y="2455"/>
                    <a:pt x="111" y="2611"/>
                  </a:cubicBezTo>
                  <a:cubicBezTo>
                    <a:pt x="134" y="2711"/>
                    <a:pt x="233" y="2778"/>
                    <a:pt x="322" y="2822"/>
                  </a:cubicBezTo>
                  <a:cubicBezTo>
                    <a:pt x="700" y="3011"/>
                    <a:pt x="1122" y="3122"/>
                    <a:pt x="1544" y="3144"/>
                  </a:cubicBezTo>
                  <a:cubicBezTo>
                    <a:pt x="1445" y="3251"/>
                    <a:pt x="1314" y="3279"/>
                    <a:pt x="1169" y="3279"/>
                  </a:cubicBezTo>
                  <a:cubicBezTo>
                    <a:pt x="1104" y="3279"/>
                    <a:pt x="1035" y="3274"/>
                    <a:pt x="966" y="3267"/>
                  </a:cubicBezTo>
                  <a:cubicBezTo>
                    <a:pt x="900" y="3267"/>
                    <a:pt x="833" y="3262"/>
                    <a:pt x="767" y="3262"/>
                  </a:cubicBezTo>
                  <a:cubicBezTo>
                    <a:pt x="733" y="3262"/>
                    <a:pt x="700" y="3263"/>
                    <a:pt x="667" y="3267"/>
                  </a:cubicBezTo>
                  <a:cubicBezTo>
                    <a:pt x="600" y="3267"/>
                    <a:pt x="533" y="3289"/>
                    <a:pt x="489" y="3344"/>
                  </a:cubicBezTo>
                  <a:cubicBezTo>
                    <a:pt x="411" y="3467"/>
                    <a:pt x="556" y="3622"/>
                    <a:pt x="689" y="3689"/>
                  </a:cubicBezTo>
                  <a:cubicBezTo>
                    <a:pt x="1054" y="3875"/>
                    <a:pt x="1509" y="3957"/>
                    <a:pt x="1958" y="3957"/>
                  </a:cubicBezTo>
                  <a:cubicBezTo>
                    <a:pt x="2287" y="3957"/>
                    <a:pt x="2613" y="3913"/>
                    <a:pt x="2899" y="3833"/>
                  </a:cubicBezTo>
                  <a:cubicBezTo>
                    <a:pt x="3499" y="3667"/>
                    <a:pt x="3277" y="2700"/>
                    <a:pt x="3232" y="2223"/>
                  </a:cubicBezTo>
                  <a:cubicBezTo>
                    <a:pt x="3177" y="1712"/>
                    <a:pt x="3210" y="1122"/>
                    <a:pt x="3588" y="767"/>
                  </a:cubicBezTo>
                  <a:cubicBezTo>
                    <a:pt x="3121" y="534"/>
                    <a:pt x="2644" y="300"/>
                    <a:pt x="2166" y="78"/>
                  </a:cubicBezTo>
                  <a:cubicBezTo>
                    <a:pt x="2089" y="34"/>
                    <a:pt x="2000" y="1"/>
                    <a:pt x="1899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61">
              <a:extLst>
                <a:ext uri="{FF2B5EF4-FFF2-40B4-BE49-F238E27FC236}">
                  <a16:creationId xmlns:a16="http://schemas.microsoft.com/office/drawing/2014/main" id="{2E40A58F-BC6C-E442-79BB-6885AD6D6836}"/>
                </a:ext>
              </a:extLst>
            </p:cNvPr>
            <p:cNvSpPr/>
            <p:nvPr/>
          </p:nvSpPr>
          <p:spPr>
            <a:xfrm>
              <a:off x="1974525" y="3564050"/>
              <a:ext cx="7575" cy="9425"/>
            </a:xfrm>
            <a:custGeom>
              <a:avLst/>
              <a:gdLst/>
              <a:ahLst/>
              <a:cxnLst/>
              <a:rect l="l" t="t" r="r" b="b"/>
              <a:pathLst>
                <a:path w="303" h="377" extrusionOk="0">
                  <a:moveTo>
                    <a:pt x="265" y="0"/>
                  </a:moveTo>
                  <a:cubicBezTo>
                    <a:pt x="247" y="0"/>
                    <a:pt x="224" y="12"/>
                    <a:pt x="201" y="21"/>
                  </a:cubicBezTo>
                  <a:cubicBezTo>
                    <a:pt x="145" y="54"/>
                    <a:pt x="90" y="76"/>
                    <a:pt x="23" y="98"/>
                  </a:cubicBezTo>
                  <a:cubicBezTo>
                    <a:pt x="11" y="98"/>
                    <a:pt x="1" y="110"/>
                    <a:pt x="1" y="132"/>
                  </a:cubicBezTo>
                  <a:cubicBezTo>
                    <a:pt x="1" y="143"/>
                    <a:pt x="11" y="143"/>
                    <a:pt x="11" y="154"/>
                  </a:cubicBezTo>
                  <a:cubicBezTo>
                    <a:pt x="78" y="254"/>
                    <a:pt x="145" y="332"/>
                    <a:pt x="234" y="376"/>
                  </a:cubicBezTo>
                  <a:cubicBezTo>
                    <a:pt x="256" y="288"/>
                    <a:pt x="278" y="199"/>
                    <a:pt x="290" y="98"/>
                  </a:cubicBezTo>
                  <a:cubicBezTo>
                    <a:pt x="302" y="21"/>
                    <a:pt x="289" y="0"/>
                    <a:pt x="265" y="0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61">
              <a:extLst>
                <a:ext uri="{FF2B5EF4-FFF2-40B4-BE49-F238E27FC236}">
                  <a16:creationId xmlns:a16="http://schemas.microsoft.com/office/drawing/2014/main" id="{A36327D5-AA97-82A1-91C7-BEF79C868AB5}"/>
                </a:ext>
              </a:extLst>
            </p:cNvPr>
            <p:cNvSpPr/>
            <p:nvPr/>
          </p:nvSpPr>
          <p:spPr>
            <a:xfrm>
              <a:off x="1966750" y="3543625"/>
              <a:ext cx="7400" cy="9300"/>
            </a:xfrm>
            <a:custGeom>
              <a:avLst/>
              <a:gdLst/>
              <a:ahLst/>
              <a:cxnLst/>
              <a:rect l="l" t="t" r="r" b="b"/>
              <a:pathLst>
                <a:path w="296" h="372" extrusionOk="0">
                  <a:moveTo>
                    <a:pt x="261" y="1"/>
                  </a:moveTo>
                  <a:cubicBezTo>
                    <a:pt x="245" y="1"/>
                    <a:pt x="224" y="13"/>
                    <a:pt x="201" y="27"/>
                  </a:cubicBezTo>
                  <a:cubicBezTo>
                    <a:pt x="134" y="49"/>
                    <a:pt x="78" y="71"/>
                    <a:pt x="23" y="93"/>
                  </a:cubicBezTo>
                  <a:cubicBezTo>
                    <a:pt x="11" y="93"/>
                    <a:pt x="1" y="105"/>
                    <a:pt x="1" y="127"/>
                  </a:cubicBezTo>
                  <a:cubicBezTo>
                    <a:pt x="1" y="138"/>
                    <a:pt x="1" y="138"/>
                    <a:pt x="11" y="149"/>
                  </a:cubicBezTo>
                  <a:cubicBezTo>
                    <a:pt x="67" y="249"/>
                    <a:pt x="145" y="327"/>
                    <a:pt x="223" y="371"/>
                  </a:cubicBezTo>
                  <a:cubicBezTo>
                    <a:pt x="256" y="283"/>
                    <a:pt x="267" y="194"/>
                    <a:pt x="289" y="93"/>
                  </a:cubicBezTo>
                  <a:cubicBezTo>
                    <a:pt x="296" y="23"/>
                    <a:pt x="283" y="1"/>
                    <a:pt x="261" y="1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61">
              <a:extLst>
                <a:ext uri="{FF2B5EF4-FFF2-40B4-BE49-F238E27FC236}">
                  <a16:creationId xmlns:a16="http://schemas.microsoft.com/office/drawing/2014/main" id="{C88567EC-7D1B-FEBF-44E2-F8A86A5ECBE1}"/>
                </a:ext>
              </a:extLst>
            </p:cNvPr>
            <p:cNvSpPr/>
            <p:nvPr/>
          </p:nvSpPr>
          <p:spPr>
            <a:xfrm>
              <a:off x="1966750" y="3518475"/>
              <a:ext cx="7400" cy="9175"/>
            </a:xfrm>
            <a:custGeom>
              <a:avLst/>
              <a:gdLst/>
              <a:ahLst/>
              <a:cxnLst/>
              <a:rect l="l" t="t" r="r" b="b"/>
              <a:pathLst>
                <a:path w="296" h="367" extrusionOk="0">
                  <a:moveTo>
                    <a:pt x="263" y="0"/>
                  </a:moveTo>
                  <a:cubicBezTo>
                    <a:pt x="247" y="0"/>
                    <a:pt x="225" y="12"/>
                    <a:pt x="201" y="22"/>
                  </a:cubicBezTo>
                  <a:cubicBezTo>
                    <a:pt x="134" y="44"/>
                    <a:pt x="78" y="67"/>
                    <a:pt x="23" y="89"/>
                  </a:cubicBezTo>
                  <a:cubicBezTo>
                    <a:pt x="11" y="99"/>
                    <a:pt x="1" y="99"/>
                    <a:pt x="1" y="122"/>
                  </a:cubicBezTo>
                  <a:cubicBezTo>
                    <a:pt x="1" y="133"/>
                    <a:pt x="1" y="144"/>
                    <a:pt x="11" y="144"/>
                  </a:cubicBezTo>
                  <a:cubicBezTo>
                    <a:pt x="67" y="244"/>
                    <a:pt x="145" y="322"/>
                    <a:pt x="223" y="366"/>
                  </a:cubicBezTo>
                  <a:cubicBezTo>
                    <a:pt x="256" y="277"/>
                    <a:pt x="267" y="188"/>
                    <a:pt x="289" y="89"/>
                  </a:cubicBezTo>
                  <a:cubicBezTo>
                    <a:pt x="295" y="20"/>
                    <a:pt x="284" y="0"/>
                    <a:pt x="263" y="0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61">
              <a:extLst>
                <a:ext uri="{FF2B5EF4-FFF2-40B4-BE49-F238E27FC236}">
                  <a16:creationId xmlns:a16="http://schemas.microsoft.com/office/drawing/2014/main" id="{008DD544-C835-A372-7E67-865F9FA94723}"/>
                </a:ext>
              </a:extLst>
            </p:cNvPr>
            <p:cNvSpPr/>
            <p:nvPr/>
          </p:nvSpPr>
          <p:spPr>
            <a:xfrm>
              <a:off x="1969800" y="3496275"/>
              <a:ext cx="7575" cy="9425"/>
            </a:xfrm>
            <a:custGeom>
              <a:avLst/>
              <a:gdLst/>
              <a:ahLst/>
              <a:cxnLst/>
              <a:rect l="l" t="t" r="r" b="b"/>
              <a:pathLst>
                <a:path w="303" h="377" extrusionOk="0">
                  <a:moveTo>
                    <a:pt x="265" y="1"/>
                  </a:moveTo>
                  <a:cubicBezTo>
                    <a:pt x="248" y="1"/>
                    <a:pt x="224" y="12"/>
                    <a:pt x="200" y="21"/>
                  </a:cubicBezTo>
                  <a:cubicBezTo>
                    <a:pt x="145" y="44"/>
                    <a:pt x="79" y="66"/>
                    <a:pt x="23" y="99"/>
                  </a:cubicBezTo>
                  <a:cubicBezTo>
                    <a:pt x="12" y="99"/>
                    <a:pt x="0" y="110"/>
                    <a:pt x="0" y="133"/>
                  </a:cubicBezTo>
                  <a:cubicBezTo>
                    <a:pt x="0" y="133"/>
                    <a:pt x="12" y="143"/>
                    <a:pt x="12" y="155"/>
                  </a:cubicBezTo>
                  <a:cubicBezTo>
                    <a:pt x="79" y="244"/>
                    <a:pt x="145" y="321"/>
                    <a:pt x="234" y="377"/>
                  </a:cubicBezTo>
                  <a:cubicBezTo>
                    <a:pt x="256" y="288"/>
                    <a:pt x="279" y="199"/>
                    <a:pt x="289" y="99"/>
                  </a:cubicBezTo>
                  <a:cubicBezTo>
                    <a:pt x="302" y="22"/>
                    <a:pt x="289" y="1"/>
                    <a:pt x="265" y="1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61">
              <a:extLst>
                <a:ext uri="{FF2B5EF4-FFF2-40B4-BE49-F238E27FC236}">
                  <a16:creationId xmlns:a16="http://schemas.microsoft.com/office/drawing/2014/main" id="{8B8AE81F-94E2-BE9F-7217-A32A73D35F28}"/>
                </a:ext>
              </a:extLst>
            </p:cNvPr>
            <p:cNvSpPr/>
            <p:nvPr/>
          </p:nvSpPr>
          <p:spPr>
            <a:xfrm>
              <a:off x="2006750" y="3483175"/>
              <a:ext cx="7500" cy="8650"/>
            </a:xfrm>
            <a:custGeom>
              <a:avLst/>
              <a:gdLst/>
              <a:ahLst/>
              <a:cxnLst/>
              <a:rect l="l" t="t" r="r" b="b"/>
              <a:pathLst>
                <a:path w="300" h="346" extrusionOk="0">
                  <a:moveTo>
                    <a:pt x="33" y="1"/>
                  </a:moveTo>
                  <a:cubicBezTo>
                    <a:pt x="23" y="1"/>
                    <a:pt x="11" y="12"/>
                    <a:pt x="0" y="23"/>
                  </a:cubicBezTo>
                  <a:lnTo>
                    <a:pt x="0" y="57"/>
                  </a:lnTo>
                  <a:cubicBezTo>
                    <a:pt x="23" y="168"/>
                    <a:pt x="55" y="267"/>
                    <a:pt x="111" y="345"/>
                  </a:cubicBezTo>
                  <a:cubicBezTo>
                    <a:pt x="166" y="279"/>
                    <a:pt x="222" y="201"/>
                    <a:pt x="278" y="123"/>
                  </a:cubicBezTo>
                  <a:cubicBezTo>
                    <a:pt x="289" y="90"/>
                    <a:pt x="300" y="67"/>
                    <a:pt x="300" y="57"/>
                  </a:cubicBezTo>
                  <a:cubicBezTo>
                    <a:pt x="300" y="45"/>
                    <a:pt x="289" y="45"/>
                    <a:pt x="278" y="34"/>
                  </a:cubicBezTo>
                  <a:cubicBezTo>
                    <a:pt x="255" y="34"/>
                    <a:pt x="245" y="23"/>
                    <a:pt x="233" y="12"/>
                  </a:cubicBezTo>
                  <a:lnTo>
                    <a:pt x="222" y="12"/>
                  </a:lnTo>
                  <a:cubicBezTo>
                    <a:pt x="166" y="12"/>
                    <a:pt x="100" y="12"/>
                    <a:pt x="33" y="1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61">
              <a:extLst>
                <a:ext uri="{FF2B5EF4-FFF2-40B4-BE49-F238E27FC236}">
                  <a16:creationId xmlns:a16="http://schemas.microsoft.com/office/drawing/2014/main" id="{77035E6E-F134-A251-8131-54409CC1F17D}"/>
                </a:ext>
              </a:extLst>
            </p:cNvPr>
            <p:cNvSpPr/>
            <p:nvPr/>
          </p:nvSpPr>
          <p:spPr>
            <a:xfrm>
              <a:off x="2016200" y="3300175"/>
              <a:ext cx="272450" cy="317450"/>
            </a:xfrm>
            <a:custGeom>
              <a:avLst/>
              <a:gdLst/>
              <a:ahLst/>
              <a:cxnLst/>
              <a:rect l="l" t="t" r="r" b="b"/>
              <a:pathLst>
                <a:path w="10898" h="12698" extrusionOk="0">
                  <a:moveTo>
                    <a:pt x="8039" y="0"/>
                  </a:moveTo>
                  <a:cubicBezTo>
                    <a:pt x="8029" y="0"/>
                    <a:pt x="8019" y="0"/>
                    <a:pt x="8009" y="0"/>
                  </a:cubicBezTo>
                  <a:cubicBezTo>
                    <a:pt x="7110" y="11"/>
                    <a:pt x="6910" y="700"/>
                    <a:pt x="6632" y="1389"/>
                  </a:cubicBezTo>
                  <a:cubicBezTo>
                    <a:pt x="6265" y="2311"/>
                    <a:pt x="6032" y="3289"/>
                    <a:pt x="5921" y="4266"/>
                  </a:cubicBezTo>
                  <a:cubicBezTo>
                    <a:pt x="5921" y="5310"/>
                    <a:pt x="5787" y="6355"/>
                    <a:pt x="5643" y="7399"/>
                  </a:cubicBezTo>
                  <a:cubicBezTo>
                    <a:pt x="5232" y="7466"/>
                    <a:pt x="4821" y="7521"/>
                    <a:pt x="4421" y="7554"/>
                  </a:cubicBezTo>
                  <a:cubicBezTo>
                    <a:pt x="3928" y="7600"/>
                    <a:pt x="3437" y="7625"/>
                    <a:pt x="2945" y="7625"/>
                  </a:cubicBezTo>
                  <a:cubicBezTo>
                    <a:pt x="2251" y="7625"/>
                    <a:pt x="1557" y="7576"/>
                    <a:pt x="855" y="7466"/>
                  </a:cubicBezTo>
                  <a:lnTo>
                    <a:pt x="855" y="7466"/>
                  </a:lnTo>
                  <a:cubicBezTo>
                    <a:pt x="922" y="7821"/>
                    <a:pt x="1144" y="8143"/>
                    <a:pt x="1444" y="8343"/>
                  </a:cubicBezTo>
                  <a:cubicBezTo>
                    <a:pt x="1294" y="8293"/>
                    <a:pt x="1136" y="8268"/>
                    <a:pt x="977" y="8268"/>
                  </a:cubicBezTo>
                  <a:cubicBezTo>
                    <a:pt x="819" y="8268"/>
                    <a:pt x="661" y="8293"/>
                    <a:pt x="511" y="8343"/>
                  </a:cubicBezTo>
                  <a:cubicBezTo>
                    <a:pt x="444" y="8365"/>
                    <a:pt x="388" y="8399"/>
                    <a:pt x="366" y="8465"/>
                  </a:cubicBezTo>
                  <a:cubicBezTo>
                    <a:pt x="333" y="8543"/>
                    <a:pt x="400" y="8631"/>
                    <a:pt x="477" y="8687"/>
                  </a:cubicBezTo>
                  <a:cubicBezTo>
                    <a:pt x="667" y="8865"/>
                    <a:pt x="889" y="9009"/>
                    <a:pt x="1122" y="9132"/>
                  </a:cubicBezTo>
                  <a:cubicBezTo>
                    <a:pt x="996" y="9100"/>
                    <a:pt x="871" y="9087"/>
                    <a:pt x="748" y="9087"/>
                  </a:cubicBezTo>
                  <a:cubicBezTo>
                    <a:pt x="653" y="9087"/>
                    <a:pt x="559" y="9095"/>
                    <a:pt x="467" y="9110"/>
                  </a:cubicBezTo>
                  <a:cubicBezTo>
                    <a:pt x="378" y="9120"/>
                    <a:pt x="289" y="9143"/>
                    <a:pt x="233" y="9221"/>
                  </a:cubicBezTo>
                  <a:cubicBezTo>
                    <a:pt x="156" y="9332"/>
                    <a:pt x="233" y="9498"/>
                    <a:pt x="333" y="9609"/>
                  </a:cubicBezTo>
                  <a:cubicBezTo>
                    <a:pt x="522" y="9809"/>
                    <a:pt x="766" y="9965"/>
                    <a:pt x="1033" y="10031"/>
                  </a:cubicBezTo>
                  <a:cubicBezTo>
                    <a:pt x="1002" y="10029"/>
                    <a:pt x="971" y="10028"/>
                    <a:pt x="940" y="10028"/>
                  </a:cubicBezTo>
                  <a:cubicBezTo>
                    <a:pt x="692" y="10028"/>
                    <a:pt x="442" y="10106"/>
                    <a:pt x="244" y="10253"/>
                  </a:cubicBezTo>
                  <a:cubicBezTo>
                    <a:pt x="111" y="10342"/>
                    <a:pt x="0" y="10476"/>
                    <a:pt x="0" y="10631"/>
                  </a:cubicBezTo>
                  <a:cubicBezTo>
                    <a:pt x="11" y="10798"/>
                    <a:pt x="156" y="10931"/>
                    <a:pt x="322" y="10976"/>
                  </a:cubicBezTo>
                  <a:cubicBezTo>
                    <a:pt x="388" y="10994"/>
                    <a:pt x="455" y="11001"/>
                    <a:pt x="521" y="11001"/>
                  </a:cubicBezTo>
                  <a:cubicBezTo>
                    <a:pt x="622" y="11001"/>
                    <a:pt x="722" y="10985"/>
                    <a:pt x="822" y="10964"/>
                  </a:cubicBezTo>
                  <a:lnTo>
                    <a:pt x="822" y="10964"/>
                  </a:lnTo>
                  <a:cubicBezTo>
                    <a:pt x="699" y="11154"/>
                    <a:pt x="366" y="11176"/>
                    <a:pt x="344" y="11398"/>
                  </a:cubicBezTo>
                  <a:cubicBezTo>
                    <a:pt x="333" y="11564"/>
                    <a:pt x="533" y="11653"/>
                    <a:pt x="699" y="11698"/>
                  </a:cubicBezTo>
                  <a:cubicBezTo>
                    <a:pt x="1377" y="11875"/>
                    <a:pt x="2066" y="11998"/>
                    <a:pt x="2766" y="12075"/>
                  </a:cubicBezTo>
                  <a:cubicBezTo>
                    <a:pt x="3032" y="12097"/>
                    <a:pt x="3277" y="12164"/>
                    <a:pt x="3543" y="12176"/>
                  </a:cubicBezTo>
                  <a:lnTo>
                    <a:pt x="3688" y="12176"/>
                  </a:lnTo>
                  <a:cubicBezTo>
                    <a:pt x="3877" y="12176"/>
                    <a:pt x="4088" y="12176"/>
                    <a:pt x="4232" y="12297"/>
                  </a:cubicBezTo>
                  <a:cubicBezTo>
                    <a:pt x="4132" y="12209"/>
                    <a:pt x="4032" y="12120"/>
                    <a:pt x="3921" y="12031"/>
                  </a:cubicBezTo>
                  <a:lnTo>
                    <a:pt x="3921" y="12031"/>
                  </a:lnTo>
                  <a:cubicBezTo>
                    <a:pt x="4821" y="12342"/>
                    <a:pt x="5743" y="12564"/>
                    <a:pt x="6676" y="12697"/>
                  </a:cubicBezTo>
                  <a:cubicBezTo>
                    <a:pt x="6454" y="12586"/>
                    <a:pt x="6221" y="12464"/>
                    <a:pt x="5999" y="12353"/>
                  </a:cubicBezTo>
                  <a:cubicBezTo>
                    <a:pt x="6510" y="12353"/>
                    <a:pt x="7031" y="12320"/>
                    <a:pt x="7542" y="12265"/>
                  </a:cubicBezTo>
                  <a:cubicBezTo>
                    <a:pt x="7542" y="12253"/>
                    <a:pt x="7532" y="12242"/>
                    <a:pt x="7532" y="12220"/>
                  </a:cubicBezTo>
                  <a:lnTo>
                    <a:pt x="7532" y="12220"/>
                  </a:lnTo>
                  <a:cubicBezTo>
                    <a:pt x="7634" y="12230"/>
                    <a:pt x="7738" y="12235"/>
                    <a:pt x="7841" y="12235"/>
                  </a:cubicBezTo>
                  <a:cubicBezTo>
                    <a:pt x="8075" y="12235"/>
                    <a:pt x="8308" y="12210"/>
                    <a:pt x="8532" y="12164"/>
                  </a:cubicBezTo>
                  <a:cubicBezTo>
                    <a:pt x="8764" y="12109"/>
                    <a:pt x="8998" y="12020"/>
                    <a:pt x="9198" y="11887"/>
                  </a:cubicBezTo>
                  <a:cubicBezTo>
                    <a:pt x="9487" y="11698"/>
                    <a:pt x="9687" y="11409"/>
                    <a:pt x="9853" y="11109"/>
                  </a:cubicBezTo>
                  <a:cubicBezTo>
                    <a:pt x="10164" y="10542"/>
                    <a:pt x="10386" y="9942"/>
                    <a:pt x="10542" y="9310"/>
                  </a:cubicBezTo>
                  <a:cubicBezTo>
                    <a:pt x="10653" y="8843"/>
                    <a:pt x="10731" y="8365"/>
                    <a:pt x="10776" y="7888"/>
                  </a:cubicBezTo>
                  <a:cubicBezTo>
                    <a:pt x="10897" y="6577"/>
                    <a:pt x="10831" y="5232"/>
                    <a:pt x="10720" y="3921"/>
                  </a:cubicBezTo>
                  <a:cubicBezTo>
                    <a:pt x="10620" y="2800"/>
                    <a:pt x="10420" y="1644"/>
                    <a:pt x="9631" y="800"/>
                  </a:cubicBezTo>
                  <a:cubicBezTo>
                    <a:pt x="9215" y="352"/>
                    <a:pt x="8649" y="0"/>
                    <a:pt x="8039" y="0"/>
                  </a:cubicBezTo>
                  <a:close/>
                </a:path>
              </a:pathLst>
            </a:custGeom>
            <a:solidFill>
              <a:srgbClr val="E3F1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61">
              <a:extLst>
                <a:ext uri="{FF2B5EF4-FFF2-40B4-BE49-F238E27FC236}">
                  <a16:creationId xmlns:a16="http://schemas.microsoft.com/office/drawing/2014/main" id="{ACA89507-BACE-8A39-6A53-B66441BE19B0}"/>
                </a:ext>
              </a:extLst>
            </p:cNvPr>
            <p:cNvSpPr/>
            <p:nvPr/>
          </p:nvSpPr>
          <p:spPr>
            <a:xfrm>
              <a:off x="2214475" y="3300175"/>
              <a:ext cx="42250" cy="19725"/>
            </a:xfrm>
            <a:custGeom>
              <a:avLst/>
              <a:gdLst/>
              <a:ahLst/>
              <a:cxnLst/>
              <a:rect l="l" t="t" r="r" b="b"/>
              <a:pathLst>
                <a:path w="1690" h="789" extrusionOk="0">
                  <a:moveTo>
                    <a:pt x="1678" y="778"/>
                  </a:moveTo>
                  <a:lnTo>
                    <a:pt x="1689" y="789"/>
                  </a:lnTo>
                  <a:lnTo>
                    <a:pt x="1678" y="778"/>
                  </a:lnTo>
                  <a:close/>
                  <a:moveTo>
                    <a:pt x="1655" y="744"/>
                  </a:moveTo>
                  <a:cubicBezTo>
                    <a:pt x="1655" y="756"/>
                    <a:pt x="1667" y="766"/>
                    <a:pt x="1678" y="778"/>
                  </a:cubicBezTo>
                  <a:cubicBezTo>
                    <a:pt x="1667" y="766"/>
                    <a:pt x="1655" y="756"/>
                    <a:pt x="1655" y="744"/>
                  </a:cubicBez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  <a:moveTo>
                    <a:pt x="11" y="0"/>
                  </a:moveTo>
                  <a:lnTo>
                    <a:pt x="11" y="0"/>
                  </a:lnTo>
                  <a:lnTo>
                    <a:pt x="11" y="0"/>
                  </a:lnTo>
                  <a:close/>
                  <a:moveTo>
                    <a:pt x="11" y="0"/>
                  </a:moveTo>
                  <a:lnTo>
                    <a:pt x="11" y="0"/>
                  </a:lnTo>
                  <a:lnTo>
                    <a:pt x="11" y="0"/>
                  </a:lnTo>
                  <a:close/>
                  <a:moveTo>
                    <a:pt x="23" y="0"/>
                  </a:moveTo>
                  <a:lnTo>
                    <a:pt x="23" y="0"/>
                  </a:lnTo>
                  <a:lnTo>
                    <a:pt x="23" y="0"/>
                  </a:lnTo>
                  <a:close/>
                  <a:moveTo>
                    <a:pt x="23" y="0"/>
                  </a:moveTo>
                  <a:lnTo>
                    <a:pt x="23" y="0"/>
                  </a:lnTo>
                  <a:lnTo>
                    <a:pt x="23" y="0"/>
                  </a:lnTo>
                  <a:close/>
                  <a:moveTo>
                    <a:pt x="34" y="0"/>
                  </a:moveTo>
                  <a:lnTo>
                    <a:pt x="34" y="0"/>
                  </a:lnTo>
                  <a:lnTo>
                    <a:pt x="34" y="0"/>
                  </a:lnTo>
                  <a:close/>
                  <a:moveTo>
                    <a:pt x="34" y="0"/>
                  </a:moveTo>
                  <a:lnTo>
                    <a:pt x="34" y="0"/>
                  </a:lnTo>
                  <a:lnTo>
                    <a:pt x="34" y="0"/>
                  </a:lnTo>
                  <a:close/>
                  <a:moveTo>
                    <a:pt x="45" y="0"/>
                  </a:moveTo>
                  <a:lnTo>
                    <a:pt x="45" y="0"/>
                  </a:lnTo>
                  <a:lnTo>
                    <a:pt x="45" y="0"/>
                  </a:lnTo>
                  <a:close/>
                  <a:moveTo>
                    <a:pt x="45" y="0"/>
                  </a:moveTo>
                  <a:lnTo>
                    <a:pt x="45" y="0"/>
                  </a:lnTo>
                  <a:lnTo>
                    <a:pt x="45" y="0"/>
                  </a:lnTo>
                  <a:close/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lose/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lose/>
                  <a:moveTo>
                    <a:pt x="67" y="0"/>
                  </a:moveTo>
                  <a:lnTo>
                    <a:pt x="67" y="0"/>
                  </a:lnTo>
                  <a:lnTo>
                    <a:pt x="67" y="0"/>
                  </a:lnTo>
                  <a:close/>
                  <a:moveTo>
                    <a:pt x="67" y="0"/>
                  </a:moveTo>
                  <a:lnTo>
                    <a:pt x="67" y="0"/>
                  </a:lnTo>
                  <a:lnTo>
                    <a:pt x="67" y="0"/>
                  </a:lnTo>
                  <a:close/>
                  <a:moveTo>
                    <a:pt x="78" y="0"/>
                  </a:moveTo>
                  <a:lnTo>
                    <a:pt x="78" y="0"/>
                  </a:lnTo>
                  <a:lnTo>
                    <a:pt x="78" y="0"/>
                  </a:lnTo>
                  <a:close/>
                  <a:moveTo>
                    <a:pt x="112" y="0"/>
                  </a:move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112" y="0"/>
                  </a:lnTo>
                  <a:close/>
                  <a:moveTo>
                    <a:pt x="112" y="0"/>
                  </a:moveTo>
                  <a:lnTo>
                    <a:pt x="112" y="0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B7D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61">
              <a:extLst>
                <a:ext uri="{FF2B5EF4-FFF2-40B4-BE49-F238E27FC236}">
                  <a16:creationId xmlns:a16="http://schemas.microsoft.com/office/drawing/2014/main" id="{C7468199-101E-DFCA-A6F1-1CB614C23751}"/>
                </a:ext>
              </a:extLst>
            </p:cNvPr>
            <p:cNvSpPr/>
            <p:nvPr/>
          </p:nvSpPr>
          <p:spPr>
            <a:xfrm>
              <a:off x="2279725" y="3518175"/>
              <a:ext cx="3100" cy="14750"/>
            </a:xfrm>
            <a:custGeom>
              <a:avLst/>
              <a:gdLst/>
              <a:ahLst/>
              <a:cxnLst/>
              <a:rect l="l" t="t" r="r" b="b"/>
              <a:pathLst>
                <a:path w="124" h="590" extrusionOk="0">
                  <a:moveTo>
                    <a:pt x="123" y="0"/>
                  </a:moveTo>
                  <a:cubicBezTo>
                    <a:pt x="90" y="200"/>
                    <a:pt x="45" y="400"/>
                    <a:pt x="1" y="590"/>
                  </a:cubicBezTo>
                  <a:cubicBezTo>
                    <a:pt x="45" y="400"/>
                    <a:pt x="90" y="200"/>
                    <a:pt x="123" y="0"/>
                  </a:cubicBezTo>
                  <a:close/>
                </a:path>
              </a:pathLst>
            </a:custGeom>
            <a:solidFill>
              <a:srgbClr val="B7D2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61">
              <a:extLst>
                <a:ext uri="{FF2B5EF4-FFF2-40B4-BE49-F238E27FC236}">
                  <a16:creationId xmlns:a16="http://schemas.microsoft.com/office/drawing/2014/main" id="{5F1FEF1B-4483-436E-8144-331D12A4F62A}"/>
                </a:ext>
              </a:extLst>
            </p:cNvPr>
            <p:cNvSpPr/>
            <p:nvPr/>
          </p:nvSpPr>
          <p:spPr>
            <a:xfrm>
              <a:off x="2104775" y="3600925"/>
              <a:ext cx="124725" cy="16700"/>
            </a:xfrm>
            <a:custGeom>
              <a:avLst/>
              <a:gdLst/>
              <a:ahLst/>
              <a:cxnLst/>
              <a:rect l="l" t="t" r="r" b="b"/>
              <a:pathLst>
                <a:path w="4989" h="668" extrusionOk="0">
                  <a:moveTo>
                    <a:pt x="2456" y="323"/>
                  </a:moveTo>
                  <a:lnTo>
                    <a:pt x="2456" y="323"/>
                  </a:lnTo>
                  <a:cubicBezTo>
                    <a:pt x="2578" y="390"/>
                    <a:pt x="2711" y="457"/>
                    <a:pt x="2833" y="512"/>
                  </a:cubicBezTo>
                  <a:cubicBezTo>
                    <a:pt x="2711" y="457"/>
                    <a:pt x="2578" y="390"/>
                    <a:pt x="2456" y="323"/>
                  </a:cubicBezTo>
                  <a:close/>
                  <a:moveTo>
                    <a:pt x="4300" y="212"/>
                  </a:moveTo>
                  <a:lnTo>
                    <a:pt x="4300" y="212"/>
                  </a:lnTo>
                  <a:lnTo>
                    <a:pt x="4300" y="212"/>
                  </a:lnTo>
                  <a:lnTo>
                    <a:pt x="4300" y="212"/>
                  </a:lnTo>
                  <a:close/>
                  <a:moveTo>
                    <a:pt x="3989" y="190"/>
                  </a:moveTo>
                  <a:lnTo>
                    <a:pt x="4011" y="190"/>
                  </a:lnTo>
                  <a:lnTo>
                    <a:pt x="3989" y="190"/>
                  </a:lnTo>
                  <a:close/>
                  <a:moveTo>
                    <a:pt x="3989" y="190"/>
                  </a:moveTo>
                  <a:cubicBezTo>
                    <a:pt x="3989" y="212"/>
                    <a:pt x="3999" y="223"/>
                    <a:pt x="3999" y="235"/>
                  </a:cubicBezTo>
                  <a:cubicBezTo>
                    <a:pt x="3844" y="257"/>
                    <a:pt x="3688" y="267"/>
                    <a:pt x="3533" y="279"/>
                  </a:cubicBezTo>
                  <a:cubicBezTo>
                    <a:pt x="3688" y="267"/>
                    <a:pt x="3844" y="257"/>
                    <a:pt x="3999" y="235"/>
                  </a:cubicBezTo>
                  <a:cubicBezTo>
                    <a:pt x="3999" y="223"/>
                    <a:pt x="3989" y="212"/>
                    <a:pt x="3989" y="190"/>
                  </a:cubicBezTo>
                  <a:lnTo>
                    <a:pt x="3989" y="190"/>
                  </a:lnTo>
                  <a:close/>
                  <a:moveTo>
                    <a:pt x="556" y="190"/>
                  </a:moveTo>
                  <a:cubicBezTo>
                    <a:pt x="600" y="212"/>
                    <a:pt x="645" y="235"/>
                    <a:pt x="689" y="267"/>
                  </a:cubicBezTo>
                  <a:lnTo>
                    <a:pt x="689" y="267"/>
                  </a:lnTo>
                  <a:cubicBezTo>
                    <a:pt x="645" y="235"/>
                    <a:pt x="600" y="212"/>
                    <a:pt x="556" y="190"/>
                  </a:cubicBezTo>
                  <a:close/>
                  <a:moveTo>
                    <a:pt x="45" y="146"/>
                  </a:moveTo>
                  <a:lnTo>
                    <a:pt x="45" y="146"/>
                  </a:lnTo>
                  <a:lnTo>
                    <a:pt x="45" y="146"/>
                  </a:lnTo>
                  <a:close/>
                  <a:moveTo>
                    <a:pt x="34" y="146"/>
                  </a:moveTo>
                  <a:lnTo>
                    <a:pt x="45" y="146"/>
                  </a:lnTo>
                  <a:lnTo>
                    <a:pt x="34" y="146"/>
                  </a:lnTo>
                  <a:close/>
                  <a:moveTo>
                    <a:pt x="34" y="146"/>
                  </a:moveTo>
                  <a:lnTo>
                    <a:pt x="34" y="146"/>
                  </a:lnTo>
                  <a:lnTo>
                    <a:pt x="34" y="146"/>
                  </a:lnTo>
                  <a:close/>
                  <a:moveTo>
                    <a:pt x="22" y="146"/>
                  </a:moveTo>
                  <a:lnTo>
                    <a:pt x="34" y="146"/>
                  </a:lnTo>
                  <a:lnTo>
                    <a:pt x="22" y="146"/>
                  </a:lnTo>
                  <a:close/>
                  <a:moveTo>
                    <a:pt x="22" y="146"/>
                  </a:moveTo>
                  <a:lnTo>
                    <a:pt x="22" y="146"/>
                  </a:lnTo>
                  <a:lnTo>
                    <a:pt x="22" y="146"/>
                  </a:lnTo>
                  <a:close/>
                  <a:moveTo>
                    <a:pt x="12" y="146"/>
                  </a:moveTo>
                  <a:lnTo>
                    <a:pt x="22" y="146"/>
                  </a:lnTo>
                  <a:lnTo>
                    <a:pt x="12" y="146"/>
                  </a:lnTo>
                  <a:close/>
                  <a:moveTo>
                    <a:pt x="12" y="146"/>
                  </a:moveTo>
                  <a:lnTo>
                    <a:pt x="12" y="146"/>
                  </a:lnTo>
                  <a:lnTo>
                    <a:pt x="12" y="146"/>
                  </a:lnTo>
                  <a:close/>
                  <a:moveTo>
                    <a:pt x="0" y="146"/>
                  </a:moveTo>
                  <a:lnTo>
                    <a:pt x="12" y="146"/>
                  </a:lnTo>
                  <a:lnTo>
                    <a:pt x="0" y="146"/>
                  </a:lnTo>
                  <a:close/>
                  <a:moveTo>
                    <a:pt x="4966" y="134"/>
                  </a:moveTo>
                  <a:cubicBezTo>
                    <a:pt x="4744" y="179"/>
                    <a:pt x="4522" y="212"/>
                    <a:pt x="4300" y="212"/>
                  </a:cubicBezTo>
                  <a:cubicBezTo>
                    <a:pt x="4522" y="212"/>
                    <a:pt x="4744" y="179"/>
                    <a:pt x="4966" y="134"/>
                  </a:cubicBezTo>
                  <a:close/>
                  <a:moveTo>
                    <a:pt x="4977" y="134"/>
                  </a:moveTo>
                  <a:lnTo>
                    <a:pt x="4966" y="134"/>
                  </a:lnTo>
                  <a:lnTo>
                    <a:pt x="4977" y="134"/>
                  </a:lnTo>
                  <a:close/>
                  <a:moveTo>
                    <a:pt x="4989" y="134"/>
                  </a:moveTo>
                  <a:lnTo>
                    <a:pt x="4989" y="134"/>
                  </a:lnTo>
                  <a:lnTo>
                    <a:pt x="4989" y="134"/>
                  </a:lnTo>
                  <a:close/>
                  <a:moveTo>
                    <a:pt x="378" y="1"/>
                  </a:moveTo>
                  <a:lnTo>
                    <a:pt x="378" y="1"/>
                  </a:lnTo>
                  <a:cubicBezTo>
                    <a:pt x="1278" y="312"/>
                    <a:pt x="2200" y="534"/>
                    <a:pt x="3133" y="667"/>
                  </a:cubicBezTo>
                  <a:lnTo>
                    <a:pt x="3133" y="667"/>
                  </a:lnTo>
                  <a:cubicBezTo>
                    <a:pt x="2200" y="534"/>
                    <a:pt x="1278" y="312"/>
                    <a:pt x="378" y="1"/>
                  </a:cubicBezTo>
                  <a:close/>
                </a:path>
              </a:pathLst>
            </a:custGeom>
            <a:solidFill>
              <a:srgbClr val="C3DA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61">
              <a:extLst>
                <a:ext uri="{FF2B5EF4-FFF2-40B4-BE49-F238E27FC236}">
                  <a16:creationId xmlns:a16="http://schemas.microsoft.com/office/drawing/2014/main" id="{DD000FDD-9FDE-4F51-8E07-4AF9F92EF42A}"/>
                </a:ext>
              </a:extLst>
            </p:cNvPr>
            <p:cNvSpPr/>
            <p:nvPr/>
          </p:nvSpPr>
          <p:spPr>
            <a:xfrm>
              <a:off x="2016200" y="3533450"/>
              <a:ext cx="25825" cy="45300"/>
            </a:xfrm>
            <a:custGeom>
              <a:avLst/>
              <a:gdLst/>
              <a:ahLst/>
              <a:cxnLst/>
              <a:rect l="l" t="t" r="r" b="b"/>
              <a:pathLst>
                <a:path w="1033" h="1812" extrusionOk="0">
                  <a:moveTo>
                    <a:pt x="511" y="1667"/>
                  </a:moveTo>
                  <a:lnTo>
                    <a:pt x="511" y="1667"/>
                  </a:lnTo>
                  <a:lnTo>
                    <a:pt x="511" y="1667"/>
                  </a:lnTo>
                  <a:lnTo>
                    <a:pt x="511" y="1667"/>
                  </a:lnTo>
                  <a:close/>
                  <a:moveTo>
                    <a:pt x="322" y="1645"/>
                  </a:moveTo>
                  <a:lnTo>
                    <a:pt x="333" y="1645"/>
                  </a:lnTo>
                  <a:lnTo>
                    <a:pt x="322" y="1645"/>
                  </a:lnTo>
                  <a:close/>
                  <a:moveTo>
                    <a:pt x="800" y="1645"/>
                  </a:moveTo>
                  <a:cubicBezTo>
                    <a:pt x="699" y="1656"/>
                    <a:pt x="611" y="1667"/>
                    <a:pt x="511" y="1667"/>
                  </a:cubicBezTo>
                  <a:cubicBezTo>
                    <a:pt x="611" y="1667"/>
                    <a:pt x="699" y="1656"/>
                    <a:pt x="800" y="1645"/>
                  </a:cubicBezTo>
                  <a:close/>
                  <a:moveTo>
                    <a:pt x="800" y="1645"/>
                  </a:moveTo>
                  <a:lnTo>
                    <a:pt x="800" y="1645"/>
                  </a:lnTo>
                  <a:lnTo>
                    <a:pt x="800" y="1645"/>
                  </a:lnTo>
                  <a:close/>
                  <a:moveTo>
                    <a:pt x="822" y="1633"/>
                  </a:moveTo>
                  <a:lnTo>
                    <a:pt x="811" y="1633"/>
                  </a:lnTo>
                  <a:lnTo>
                    <a:pt x="822" y="1633"/>
                  </a:lnTo>
                  <a:cubicBezTo>
                    <a:pt x="766" y="1712"/>
                    <a:pt x="689" y="1756"/>
                    <a:pt x="600" y="1811"/>
                  </a:cubicBezTo>
                  <a:lnTo>
                    <a:pt x="600" y="1811"/>
                  </a:lnTo>
                  <a:cubicBezTo>
                    <a:pt x="689" y="1756"/>
                    <a:pt x="766" y="1712"/>
                    <a:pt x="822" y="1633"/>
                  </a:cubicBezTo>
                  <a:close/>
                  <a:moveTo>
                    <a:pt x="244" y="922"/>
                  </a:moveTo>
                  <a:lnTo>
                    <a:pt x="244" y="922"/>
                  </a:lnTo>
                  <a:cubicBezTo>
                    <a:pt x="122" y="1011"/>
                    <a:pt x="0" y="1134"/>
                    <a:pt x="0" y="1289"/>
                  </a:cubicBezTo>
                  <a:cubicBezTo>
                    <a:pt x="0" y="1134"/>
                    <a:pt x="122" y="1011"/>
                    <a:pt x="244" y="922"/>
                  </a:cubicBezTo>
                  <a:lnTo>
                    <a:pt x="244" y="922"/>
                  </a:lnTo>
                  <a:close/>
                  <a:moveTo>
                    <a:pt x="255" y="912"/>
                  </a:moveTo>
                  <a:lnTo>
                    <a:pt x="244" y="912"/>
                  </a:lnTo>
                  <a:lnTo>
                    <a:pt x="255" y="912"/>
                  </a:lnTo>
                  <a:close/>
                  <a:moveTo>
                    <a:pt x="944" y="690"/>
                  </a:moveTo>
                  <a:cubicBezTo>
                    <a:pt x="699" y="690"/>
                    <a:pt x="455" y="767"/>
                    <a:pt x="255" y="900"/>
                  </a:cubicBezTo>
                  <a:cubicBezTo>
                    <a:pt x="455" y="767"/>
                    <a:pt x="699" y="690"/>
                    <a:pt x="944" y="690"/>
                  </a:cubicBezTo>
                  <a:lnTo>
                    <a:pt x="944" y="690"/>
                  </a:lnTo>
                  <a:close/>
                  <a:moveTo>
                    <a:pt x="800" y="611"/>
                  </a:moveTo>
                  <a:cubicBezTo>
                    <a:pt x="877" y="645"/>
                    <a:pt x="955" y="678"/>
                    <a:pt x="1033" y="700"/>
                  </a:cubicBezTo>
                  <a:lnTo>
                    <a:pt x="1033" y="700"/>
                  </a:lnTo>
                  <a:cubicBezTo>
                    <a:pt x="955" y="678"/>
                    <a:pt x="877" y="645"/>
                    <a:pt x="800" y="611"/>
                  </a:cubicBezTo>
                  <a:close/>
                  <a:moveTo>
                    <a:pt x="800" y="611"/>
                  </a:moveTo>
                  <a:lnTo>
                    <a:pt x="800" y="611"/>
                  </a:lnTo>
                  <a:lnTo>
                    <a:pt x="800" y="611"/>
                  </a:lnTo>
                  <a:close/>
                  <a:moveTo>
                    <a:pt x="200" y="1"/>
                  </a:moveTo>
                  <a:cubicBezTo>
                    <a:pt x="200" y="100"/>
                    <a:pt x="255" y="201"/>
                    <a:pt x="333" y="278"/>
                  </a:cubicBezTo>
                  <a:cubicBezTo>
                    <a:pt x="378" y="334"/>
                    <a:pt x="433" y="379"/>
                    <a:pt x="489" y="423"/>
                  </a:cubicBezTo>
                  <a:cubicBezTo>
                    <a:pt x="433" y="379"/>
                    <a:pt x="378" y="334"/>
                    <a:pt x="333" y="278"/>
                  </a:cubicBezTo>
                  <a:cubicBezTo>
                    <a:pt x="255" y="201"/>
                    <a:pt x="200" y="100"/>
                    <a:pt x="200" y="1"/>
                  </a:cubicBezTo>
                  <a:close/>
                </a:path>
              </a:pathLst>
            </a:custGeom>
            <a:solidFill>
              <a:srgbClr val="DB96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61">
              <a:extLst>
                <a:ext uri="{FF2B5EF4-FFF2-40B4-BE49-F238E27FC236}">
                  <a16:creationId xmlns:a16="http://schemas.microsoft.com/office/drawing/2014/main" id="{3580912F-F720-0BE7-7173-6FF4A47619F8}"/>
                </a:ext>
              </a:extLst>
            </p:cNvPr>
            <p:cNvSpPr/>
            <p:nvPr/>
          </p:nvSpPr>
          <p:spPr>
            <a:xfrm>
              <a:off x="2016200" y="3300175"/>
              <a:ext cx="272175" cy="317450"/>
            </a:xfrm>
            <a:custGeom>
              <a:avLst/>
              <a:gdLst/>
              <a:ahLst/>
              <a:cxnLst/>
              <a:rect l="l" t="t" r="r" b="b"/>
              <a:pathLst>
                <a:path w="10887" h="12698" extrusionOk="0">
                  <a:moveTo>
                    <a:pt x="7932" y="0"/>
                  </a:moveTo>
                  <a:cubicBezTo>
                    <a:pt x="7510" y="33"/>
                    <a:pt x="7243" y="223"/>
                    <a:pt x="7054" y="489"/>
                  </a:cubicBezTo>
                  <a:cubicBezTo>
                    <a:pt x="7898" y="778"/>
                    <a:pt x="8564" y="1455"/>
                    <a:pt x="9009" y="2233"/>
                  </a:cubicBezTo>
                  <a:cubicBezTo>
                    <a:pt x="10031" y="3988"/>
                    <a:pt x="10364" y="6699"/>
                    <a:pt x="9065" y="8421"/>
                  </a:cubicBezTo>
                  <a:cubicBezTo>
                    <a:pt x="8920" y="8621"/>
                    <a:pt x="8754" y="8799"/>
                    <a:pt x="8564" y="8943"/>
                  </a:cubicBezTo>
                  <a:cubicBezTo>
                    <a:pt x="8265" y="9176"/>
                    <a:pt x="7887" y="9132"/>
                    <a:pt x="7576" y="9332"/>
                  </a:cubicBezTo>
                  <a:cubicBezTo>
                    <a:pt x="7243" y="9532"/>
                    <a:pt x="6976" y="9809"/>
                    <a:pt x="6665" y="10031"/>
                  </a:cubicBezTo>
                  <a:cubicBezTo>
                    <a:pt x="6365" y="10253"/>
                    <a:pt x="6021" y="10398"/>
                    <a:pt x="5666" y="10509"/>
                  </a:cubicBezTo>
                  <a:cubicBezTo>
                    <a:pt x="5177" y="10665"/>
                    <a:pt x="4654" y="10764"/>
                    <a:pt x="4132" y="10764"/>
                  </a:cubicBezTo>
                  <a:cubicBezTo>
                    <a:pt x="3899" y="10764"/>
                    <a:pt x="3666" y="10742"/>
                    <a:pt x="3444" y="10698"/>
                  </a:cubicBezTo>
                  <a:cubicBezTo>
                    <a:pt x="2988" y="10620"/>
                    <a:pt x="2188" y="10342"/>
                    <a:pt x="2422" y="9787"/>
                  </a:cubicBezTo>
                  <a:cubicBezTo>
                    <a:pt x="1921" y="9609"/>
                    <a:pt x="1455" y="9431"/>
                    <a:pt x="1066" y="9120"/>
                  </a:cubicBezTo>
                  <a:cubicBezTo>
                    <a:pt x="955" y="9098"/>
                    <a:pt x="833" y="9087"/>
                    <a:pt x="722" y="9087"/>
                  </a:cubicBezTo>
                  <a:cubicBezTo>
                    <a:pt x="633" y="9087"/>
                    <a:pt x="555" y="9098"/>
                    <a:pt x="467" y="9110"/>
                  </a:cubicBezTo>
                  <a:cubicBezTo>
                    <a:pt x="378" y="9120"/>
                    <a:pt x="289" y="9143"/>
                    <a:pt x="233" y="9221"/>
                  </a:cubicBezTo>
                  <a:cubicBezTo>
                    <a:pt x="222" y="9231"/>
                    <a:pt x="222" y="9243"/>
                    <a:pt x="211" y="9254"/>
                  </a:cubicBezTo>
                  <a:cubicBezTo>
                    <a:pt x="200" y="9276"/>
                    <a:pt x="200" y="9310"/>
                    <a:pt x="200" y="9332"/>
                  </a:cubicBezTo>
                  <a:cubicBezTo>
                    <a:pt x="200" y="9431"/>
                    <a:pt x="255" y="9532"/>
                    <a:pt x="333" y="9609"/>
                  </a:cubicBezTo>
                  <a:cubicBezTo>
                    <a:pt x="378" y="9665"/>
                    <a:pt x="433" y="9710"/>
                    <a:pt x="489" y="9754"/>
                  </a:cubicBezTo>
                  <a:cubicBezTo>
                    <a:pt x="578" y="9831"/>
                    <a:pt x="689" y="9898"/>
                    <a:pt x="800" y="9942"/>
                  </a:cubicBezTo>
                  <a:cubicBezTo>
                    <a:pt x="873" y="9974"/>
                    <a:pt x="947" y="10005"/>
                    <a:pt x="1020" y="10027"/>
                  </a:cubicBezTo>
                  <a:lnTo>
                    <a:pt x="1020" y="10027"/>
                  </a:lnTo>
                  <a:cubicBezTo>
                    <a:pt x="994" y="10021"/>
                    <a:pt x="973" y="10021"/>
                    <a:pt x="944" y="10021"/>
                  </a:cubicBezTo>
                  <a:cubicBezTo>
                    <a:pt x="699" y="10021"/>
                    <a:pt x="455" y="10098"/>
                    <a:pt x="255" y="10231"/>
                  </a:cubicBezTo>
                  <a:lnTo>
                    <a:pt x="255" y="10243"/>
                  </a:lnTo>
                  <a:lnTo>
                    <a:pt x="244" y="10243"/>
                  </a:lnTo>
                  <a:lnTo>
                    <a:pt x="244" y="10253"/>
                  </a:lnTo>
                  <a:cubicBezTo>
                    <a:pt x="122" y="10342"/>
                    <a:pt x="0" y="10465"/>
                    <a:pt x="0" y="10620"/>
                  </a:cubicBezTo>
                  <a:lnTo>
                    <a:pt x="0" y="10631"/>
                  </a:lnTo>
                  <a:cubicBezTo>
                    <a:pt x="11" y="10798"/>
                    <a:pt x="156" y="10931"/>
                    <a:pt x="322" y="10976"/>
                  </a:cubicBezTo>
                  <a:lnTo>
                    <a:pt x="333" y="10976"/>
                  </a:lnTo>
                  <a:cubicBezTo>
                    <a:pt x="388" y="10998"/>
                    <a:pt x="455" y="10998"/>
                    <a:pt x="511" y="10998"/>
                  </a:cubicBezTo>
                  <a:cubicBezTo>
                    <a:pt x="611" y="10998"/>
                    <a:pt x="699" y="10987"/>
                    <a:pt x="800" y="10976"/>
                  </a:cubicBezTo>
                  <a:cubicBezTo>
                    <a:pt x="811" y="10976"/>
                    <a:pt x="811" y="10964"/>
                    <a:pt x="811" y="10964"/>
                  </a:cubicBezTo>
                  <a:lnTo>
                    <a:pt x="822" y="10964"/>
                  </a:lnTo>
                  <a:cubicBezTo>
                    <a:pt x="766" y="11043"/>
                    <a:pt x="689" y="11087"/>
                    <a:pt x="600" y="11142"/>
                  </a:cubicBezTo>
                  <a:cubicBezTo>
                    <a:pt x="477" y="11198"/>
                    <a:pt x="355" y="11265"/>
                    <a:pt x="344" y="11398"/>
                  </a:cubicBezTo>
                  <a:lnTo>
                    <a:pt x="344" y="11409"/>
                  </a:lnTo>
                  <a:cubicBezTo>
                    <a:pt x="344" y="11564"/>
                    <a:pt x="544" y="11653"/>
                    <a:pt x="699" y="11698"/>
                  </a:cubicBezTo>
                  <a:cubicBezTo>
                    <a:pt x="1377" y="11875"/>
                    <a:pt x="2066" y="11998"/>
                    <a:pt x="2766" y="12075"/>
                  </a:cubicBezTo>
                  <a:cubicBezTo>
                    <a:pt x="3032" y="12097"/>
                    <a:pt x="3277" y="12164"/>
                    <a:pt x="3543" y="12176"/>
                  </a:cubicBezTo>
                  <a:lnTo>
                    <a:pt x="3733" y="12176"/>
                  </a:lnTo>
                  <a:cubicBezTo>
                    <a:pt x="3854" y="12176"/>
                    <a:pt x="3988" y="12186"/>
                    <a:pt x="4099" y="12220"/>
                  </a:cubicBezTo>
                  <a:cubicBezTo>
                    <a:pt x="4143" y="12242"/>
                    <a:pt x="4188" y="12265"/>
                    <a:pt x="4232" y="12297"/>
                  </a:cubicBezTo>
                  <a:cubicBezTo>
                    <a:pt x="4132" y="12209"/>
                    <a:pt x="4021" y="12120"/>
                    <a:pt x="3921" y="12031"/>
                  </a:cubicBezTo>
                  <a:lnTo>
                    <a:pt x="3921" y="12031"/>
                  </a:lnTo>
                  <a:cubicBezTo>
                    <a:pt x="4821" y="12342"/>
                    <a:pt x="5743" y="12564"/>
                    <a:pt x="6676" y="12697"/>
                  </a:cubicBezTo>
                  <a:cubicBezTo>
                    <a:pt x="6576" y="12653"/>
                    <a:pt x="6476" y="12598"/>
                    <a:pt x="6376" y="12542"/>
                  </a:cubicBezTo>
                  <a:cubicBezTo>
                    <a:pt x="6254" y="12487"/>
                    <a:pt x="6121" y="12420"/>
                    <a:pt x="5999" y="12353"/>
                  </a:cubicBezTo>
                  <a:cubicBezTo>
                    <a:pt x="6354" y="12353"/>
                    <a:pt x="6720" y="12331"/>
                    <a:pt x="7076" y="12309"/>
                  </a:cubicBezTo>
                  <a:cubicBezTo>
                    <a:pt x="7231" y="12297"/>
                    <a:pt x="7387" y="12287"/>
                    <a:pt x="7542" y="12265"/>
                  </a:cubicBezTo>
                  <a:cubicBezTo>
                    <a:pt x="7542" y="12253"/>
                    <a:pt x="7532" y="12242"/>
                    <a:pt x="7532" y="12220"/>
                  </a:cubicBezTo>
                  <a:lnTo>
                    <a:pt x="7554" y="12220"/>
                  </a:lnTo>
                  <a:cubicBezTo>
                    <a:pt x="7643" y="12231"/>
                    <a:pt x="7742" y="12242"/>
                    <a:pt x="7843" y="12242"/>
                  </a:cubicBezTo>
                  <a:cubicBezTo>
                    <a:pt x="8065" y="12242"/>
                    <a:pt x="8287" y="12209"/>
                    <a:pt x="8509" y="12164"/>
                  </a:cubicBezTo>
                  <a:lnTo>
                    <a:pt x="8532" y="12164"/>
                  </a:lnTo>
                  <a:cubicBezTo>
                    <a:pt x="8764" y="12109"/>
                    <a:pt x="8998" y="12020"/>
                    <a:pt x="9198" y="11887"/>
                  </a:cubicBezTo>
                  <a:cubicBezTo>
                    <a:pt x="9487" y="11698"/>
                    <a:pt x="9687" y="11409"/>
                    <a:pt x="9853" y="11109"/>
                  </a:cubicBezTo>
                  <a:cubicBezTo>
                    <a:pt x="10164" y="10542"/>
                    <a:pt x="10386" y="9942"/>
                    <a:pt x="10542" y="9310"/>
                  </a:cubicBezTo>
                  <a:cubicBezTo>
                    <a:pt x="10586" y="9120"/>
                    <a:pt x="10631" y="8920"/>
                    <a:pt x="10664" y="8720"/>
                  </a:cubicBezTo>
                  <a:cubicBezTo>
                    <a:pt x="10709" y="8443"/>
                    <a:pt x="10753" y="8165"/>
                    <a:pt x="10776" y="7888"/>
                  </a:cubicBezTo>
                  <a:cubicBezTo>
                    <a:pt x="10887" y="6732"/>
                    <a:pt x="10842" y="5543"/>
                    <a:pt x="10753" y="4377"/>
                  </a:cubicBezTo>
                  <a:cubicBezTo>
                    <a:pt x="10742" y="4222"/>
                    <a:pt x="10731" y="4066"/>
                    <a:pt x="10720" y="3921"/>
                  </a:cubicBezTo>
                  <a:cubicBezTo>
                    <a:pt x="10620" y="2800"/>
                    <a:pt x="10420" y="1644"/>
                    <a:pt x="9631" y="800"/>
                  </a:cubicBezTo>
                  <a:lnTo>
                    <a:pt x="9620" y="789"/>
                  </a:lnTo>
                  <a:lnTo>
                    <a:pt x="9609" y="778"/>
                  </a:lnTo>
                  <a:cubicBezTo>
                    <a:pt x="9598" y="766"/>
                    <a:pt x="9586" y="756"/>
                    <a:pt x="9586" y="744"/>
                  </a:cubicBezTo>
                  <a:cubicBezTo>
                    <a:pt x="9176" y="322"/>
                    <a:pt x="8631" y="0"/>
                    <a:pt x="8043" y="0"/>
                  </a:cubicBezTo>
                  <a:close/>
                </a:path>
              </a:pathLst>
            </a:custGeom>
            <a:solidFill>
              <a:srgbClr val="D9EA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61">
              <a:extLst>
                <a:ext uri="{FF2B5EF4-FFF2-40B4-BE49-F238E27FC236}">
                  <a16:creationId xmlns:a16="http://schemas.microsoft.com/office/drawing/2014/main" id="{1C3323C3-1006-92E9-741B-18EFA1414CAE}"/>
                </a:ext>
              </a:extLst>
            </p:cNvPr>
            <p:cNvSpPr/>
            <p:nvPr/>
          </p:nvSpPr>
          <p:spPr>
            <a:xfrm>
              <a:off x="2028125" y="3517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F9D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61">
              <a:extLst>
                <a:ext uri="{FF2B5EF4-FFF2-40B4-BE49-F238E27FC236}">
                  <a16:creationId xmlns:a16="http://schemas.microsoft.com/office/drawing/2014/main" id="{0560F3BA-03FD-4AD8-D6C7-9C4E57A80CC7}"/>
                </a:ext>
              </a:extLst>
            </p:cNvPr>
            <p:cNvSpPr/>
            <p:nvPr/>
          </p:nvSpPr>
          <p:spPr>
            <a:xfrm>
              <a:off x="2024525" y="3509025"/>
              <a:ext cx="16400" cy="17500"/>
            </a:xfrm>
            <a:custGeom>
              <a:avLst/>
              <a:gdLst/>
              <a:ahLst/>
              <a:cxnLst/>
              <a:rect l="l" t="t" r="r" b="b"/>
              <a:pathLst>
                <a:path w="656" h="700" extrusionOk="0">
                  <a:moveTo>
                    <a:pt x="178" y="0"/>
                  </a:moveTo>
                  <a:cubicBezTo>
                    <a:pt x="111" y="11"/>
                    <a:pt x="55" y="45"/>
                    <a:pt x="33" y="111"/>
                  </a:cubicBezTo>
                  <a:cubicBezTo>
                    <a:pt x="0" y="189"/>
                    <a:pt x="67" y="277"/>
                    <a:pt x="144" y="333"/>
                  </a:cubicBezTo>
                  <a:lnTo>
                    <a:pt x="144" y="344"/>
                  </a:lnTo>
                  <a:cubicBezTo>
                    <a:pt x="300" y="477"/>
                    <a:pt x="478" y="600"/>
                    <a:pt x="655" y="700"/>
                  </a:cubicBezTo>
                  <a:cubicBezTo>
                    <a:pt x="467" y="544"/>
                    <a:pt x="300" y="344"/>
                    <a:pt x="166" y="111"/>
                  </a:cubicBezTo>
                  <a:cubicBezTo>
                    <a:pt x="144" y="67"/>
                    <a:pt x="156" y="22"/>
                    <a:pt x="178" y="0"/>
                  </a:cubicBezTo>
                  <a:close/>
                </a:path>
              </a:pathLst>
            </a:custGeom>
            <a:solidFill>
              <a:srgbClr val="CEE2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61">
              <a:extLst>
                <a:ext uri="{FF2B5EF4-FFF2-40B4-BE49-F238E27FC236}">
                  <a16:creationId xmlns:a16="http://schemas.microsoft.com/office/drawing/2014/main" id="{3C63C95A-5D42-248B-B87D-53FCC9AB3109}"/>
                </a:ext>
              </a:extLst>
            </p:cNvPr>
            <p:cNvSpPr/>
            <p:nvPr/>
          </p:nvSpPr>
          <p:spPr>
            <a:xfrm>
              <a:off x="2055900" y="3490700"/>
              <a:ext cx="219975" cy="110825"/>
            </a:xfrm>
            <a:custGeom>
              <a:avLst/>
              <a:gdLst/>
              <a:ahLst/>
              <a:cxnLst/>
              <a:rect l="l" t="t" r="r" b="b"/>
              <a:pathLst>
                <a:path w="8799" h="4433" extrusionOk="0">
                  <a:moveTo>
                    <a:pt x="5455" y="3844"/>
                  </a:moveTo>
                  <a:cubicBezTo>
                    <a:pt x="5443" y="3877"/>
                    <a:pt x="5421" y="3899"/>
                    <a:pt x="5399" y="3933"/>
                  </a:cubicBezTo>
                  <a:cubicBezTo>
                    <a:pt x="5411" y="3899"/>
                    <a:pt x="5433" y="3866"/>
                    <a:pt x="5455" y="3844"/>
                  </a:cubicBezTo>
                  <a:close/>
                  <a:moveTo>
                    <a:pt x="8788" y="0"/>
                  </a:moveTo>
                  <a:lnTo>
                    <a:pt x="8665" y="11"/>
                  </a:lnTo>
                  <a:cubicBezTo>
                    <a:pt x="8687" y="356"/>
                    <a:pt x="8610" y="699"/>
                    <a:pt x="8532" y="988"/>
                  </a:cubicBezTo>
                  <a:cubicBezTo>
                    <a:pt x="8277" y="1933"/>
                    <a:pt x="7921" y="2644"/>
                    <a:pt x="7443" y="3166"/>
                  </a:cubicBezTo>
                  <a:cubicBezTo>
                    <a:pt x="6899" y="3752"/>
                    <a:pt x="6196" y="4092"/>
                    <a:pt x="5513" y="4092"/>
                  </a:cubicBezTo>
                  <a:cubicBezTo>
                    <a:pt x="5472" y="4092"/>
                    <a:pt x="5430" y="4091"/>
                    <a:pt x="5388" y="4088"/>
                  </a:cubicBezTo>
                  <a:cubicBezTo>
                    <a:pt x="5577" y="3965"/>
                    <a:pt x="5621" y="3821"/>
                    <a:pt x="5611" y="3710"/>
                  </a:cubicBezTo>
                  <a:lnTo>
                    <a:pt x="5611" y="3632"/>
                  </a:lnTo>
                  <a:lnTo>
                    <a:pt x="5532" y="3666"/>
                  </a:lnTo>
                  <a:cubicBezTo>
                    <a:pt x="5366" y="3721"/>
                    <a:pt x="5255" y="3877"/>
                    <a:pt x="5221" y="4044"/>
                  </a:cubicBezTo>
                  <a:cubicBezTo>
                    <a:pt x="5177" y="4077"/>
                    <a:pt x="5122" y="4099"/>
                    <a:pt x="5077" y="4110"/>
                  </a:cubicBezTo>
                  <a:cubicBezTo>
                    <a:pt x="4813" y="4207"/>
                    <a:pt x="4520" y="4311"/>
                    <a:pt x="4233" y="4311"/>
                  </a:cubicBezTo>
                  <a:cubicBezTo>
                    <a:pt x="4158" y="4311"/>
                    <a:pt x="4084" y="4304"/>
                    <a:pt x="4011" y="4288"/>
                  </a:cubicBezTo>
                  <a:cubicBezTo>
                    <a:pt x="3922" y="4266"/>
                    <a:pt x="3822" y="4232"/>
                    <a:pt x="3777" y="4143"/>
                  </a:cubicBezTo>
                  <a:cubicBezTo>
                    <a:pt x="3766" y="4110"/>
                    <a:pt x="3766" y="4054"/>
                    <a:pt x="3789" y="4021"/>
                  </a:cubicBezTo>
                  <a:cubicBezTo>
                    <a:pt x="3789" y="4021"/>
                    <a:pt x="3799" y="4021"/>
                    <a:pt x="3799" y="4010"/>
                  </a:cubicBezTo>
                  <a:cubicBezTo>
                    <a:pt x="3822" y="4010"/>
                    <a:pt x="3844" y="3999"/>
                    <a:pt x="3878" y="3988"/>
                  </a:cubicBezTo>
                  <a:lnTo>
                    <a:pt x="4122" y="3877"/>
                  </a:lnTo>
                  <a:lnTo>
                    <a:pt x="3855" y="3866"/>
                  </a:lnTo>
                  <a:cubicBezTo>
                    <a:pt x="3811" y="3866"/>
                    <a:pt x="3766" y="3888"/>
                    <a:pt x="3733" y="3910"/>
                  </a:cubicBezTo>
                  <a:cubicBezTo>
                    <a:pt x="3275" y="4094"/>
                    <a:pt x="2783" y="4184"/>
                    <a:pt x="2291" y="4184"/>
                  </a:cubicBezTo>
                  <a:cubicBezTo>
                    <a:pt x="1504" y="4184"/>
                    <a:pt x="716" y="3954"/>
                    <a:pt x="67" y="3510"/>
                  </a:cubicBezTo>
                  <a:lnTo>
                    <a:pt x="0" y="3610"/>
                  </a:lnTo>
                  <a:cubicBezTo>
                    <a:pt x="662" y="4068"/>
                    <a:pt x="1472" y="4302"/>
                    <a:pt x="2281" y="4302"/>
                  </a:cubicBezTo>
                  <a:cubicBezTo>
                    <a:pt x="2749" y="4302"/>
                    <a:pt x="3216" y="4224"/>
                    <a:pt x="3655" y="4066"/>
                  </a:cubicBezTo>
                  <a:lnTo>
                    <a:pt x="3655" y="4066"/>
                  </a:lnTo>
                  <a:cubicBezTo>
                    <a:pt x="3644" y="4110"/>
                    <a:pt x="3655" y="4165"/>
                    <a:pt x="3678" y="4199"/>
                  </a:cubicBezTo>
                  <a:cubicBezTo>
                    <a:pt x="3722" y="4299"/>
                    <a:pt x="3822" y="4365"/>
                    <a:pt x="3977" y="4399"/>
                  </a:cubicBezTo>
                  <a:cubicBezTo>
                    <a:pt x="4066" y="4421"/>
                    <a:pt x="4155" y="4432"/>
                    <a:pt x="4244" y="4432"/>
                  </a:cubicBezTo>
                  <a:cubicBezTo>
                    <a:pt x="4544" y="4432"/>
                    <a:pt x="4844" y="4321"/>
                    <a:pt x="5110" y="4221"/>
                  </a:cubicBezTo>
                  <a:cubicBezTo>
                    <a:pt x="5155" y="4210"/>
                    <a:pt x="5188" y="4199"/>
                    <a:pt x="5221" y="4177"/>
                  </a:cubicBezTo>
                  <a:lnTo>
                    <a:pt x="5221" y="4199"/>
                  </a:lnTo>
                  <a:lnTo>
                    <a:pt x="5277" y="4199"/>
                  </a:lnTo>
                  <a:cubicBezTo>
                    <a:pt x="5348" y="4206"/>
                    <a:pt x="5420" y="4210"/>
                    <a:pt x="5492" y="4210"/>
                  </a:cubicBezTo>
                  <a:cubicBezTo>
                    <a:pt x="6216" y="4210"/>
                    <a:pt x="6966" y="3860"/>
                    <a:pt x="7532" y="3244"/>
                  </a:cubicBezTo>
                  <a:cubicBezTo>
                    <a:pt x="8021" y="2711"/>
                    <a:pt x="8388" y="1977"/>
                    <a:pt x="8643" y="1022"/>
                  </a:cubicBezTo>
                  <a:cubicBezTo>
                    <a:pt x="8721" y="722"/>
                    <a:pt x="8798" y="366"/>
                    <a:pt x="8788" y="0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61">
              <a:extLst>
                <a:ext uri="{FF2B5EF4-FFF2-40B4-BE49-F238E27FC236}">
                  <a16:creationId xmlns:a16="http://schemas.microsoft.com/office/drawing/2014/main" id="{0821503C-299E-8F8A-119D-1F394B5CF54F}"/>
                </a:ext>
              </a:extLst>
            </p:cNvPr>
            <p:cNvSpPr/>
            <p:nvPr/>
          </p:nvSpPr>
          <p:spPr>
            <a:xfrm>
              <a:off x="2167275" y="3487350"/>
              <a:ext cx="25575" cy="38625"/>
            </a:xfrm>
            <a:custGeom>
              <a:avLst/>
              <a:gdLst/>
              <a:ahLst/>
              <a:cxnLst/>
              <a:rect l="l" t="t" r="r" b="b"/>
              <a:pathLst>
                <a:path w="1023" h="1545" extrusionOk="0">
                  <a:moveTo>
                    <a:pt x="78" y="1"/>
                  </a:moveTo>
                  <a:lnTo>
                    <a:pt x="0" y="100"/>
                  </a:lnTo>
                  <a:cubicBezTo>
                    <a:pt x="356" y="389"/>
                    <a:pt x="645" y="801"/>
                    <a:pt x="800" y="1245"/>
                  </a:cubicBezTo>
                  <a:lnTo>
                    <a:pt x="778" y="1267"/>
                  </a:lnTo>
                  <a:lnTo>
                    <a:pt x="1022" y="1544"/>
                  </a:lnTo>
                  <a:lnTo>
                    <a:pt x="944" y="1278"/>
                  </a:lnTo>
                  <a:cubicBezTo>
                    <a:pt x="778" y="789"/>
                    <a:pt x="477" y="334"/>
                    <a:pt x="78" y="1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61">
              <a:extLst>
                <a:ext uri="{FF2B5EF4-FFF2-40B4-BE49-F238E27FC236}">
                  <a16:creationId xmlns:a16="http://schemas.microsoft.com/office/drawing/2014/main" id="{87390818-77B0-707C-C274-C32F25EB64CA}"/>
                </a:ext>
              </a:extLst>
            </p:cNvPr>
            <p:cNvSpPr/>
            <p:nvPr/>
          </p:nvSpPr>
          <p:spPr>
            <a:xfrm>
              <a:off x="2158925" y="3494300"/>
              <a:ext cx="13925" cy="28900"/>
            </a:xfrm>
            <a:custGeom>
              <a:avLst/>
              <a:gdLst/>
              <a:ahLst/>
              <a:cxnLst/>
              <a:rect l="l" t="t" r="r" b="b"/>
              <a:pathLst>
                <a:path w="557" h="1156" extrusionOk="0">
                  <a:moveTo>
                    <a:pt x="90" y="0"/>
                  </a:moveTo>
                  <a:lnTo>
                    <a:pt x="1" y="89"/>
                  </a:lnTo>
                  <a:cubicBezTo>
                    <a:pt x="268" y="378"/>
                    <a:pt x="423" y="767"/>
                    <a:pt x="434" y="1155"/>
                  </a:cubicBezTo>
                  <a:lnTo>
                    <a:pt x="556" y="1155"/>
                  </a:lnTo>
                  <a:cubicBezTo>
                    <a:pt x="545" y="733"/>
                    <a:pt x="379" y="311"/>
                    <a:pt x="90" y="0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61">
              <a:extLst>
                <a:ext uri="{FF2B5EF4-FFF2-40B4-BE49-F238E27FC236}">
                  <a16:creationId xmlns:a16="http://schemas.microsoft.com/office/drawing/2014/main" id="{D708BDB7-C631-4264-257D-1A8B0DCFADE1}"/>
                </a:ext>
              </a:extLst>
            </p:cNvPr>
            <p:cNvSpPr/>
            <p:nvPr/>
          </p:nvSpPr>
          <p:spPr>
            <a:xfrm>
              <a:off x="1991200" y="3790675"/>
              <a:ext cx="146925" cy="76875"/>
            </a:xfrm>
            <a:custGeom>
              <a:avLst/>
              <a:gdLst/>
              <a:ahLst/>
              <a:cxnLst/>
              <a:rect l="l" t="t" r="r" b="b"/>
              <a:pathLst>
                <a:path w="5877" h="3075" extrusionOk="0">
                  <a:moveTo>
                    <a:pt x="4919" y="1"/>
                  </a:moveTo>
                  <a:cubicBezTo>
                    <a:pt x="4848" y="1"/>
                    <a:pt x="4787" y="10"/>
                    <a:pt x="4743" y="31"/>
                  </a:cubicBezTo>
                  <a:cubicBezTo>
                    <a:pt x="4477" y="154"/>
                    <a:pt x="4521" y="532"/>
                    <a:pt x="4488" y="831"/>
                  </a:cubicBezTo>
                  <a:cubicBezTo>
                    <a:pt x="4477" y="910"/>
                    <a:pt x="4466" y="987"/>
                    <a:pt x="4432" y="1053"/>
                  </a:cubicBezTo>
                  <a:cubicBezTo>
                    <a:pt x="4346" y="1191"/>
                    <a:pt x="4175" y="1229"/>
                    <a:pt x="4003" y="1229"/>
                  </a:cubicBezTo>
                  <a:cubicBezTo>
                    <a:pt x="3953" y="1229"/>
                    <a:pt x="3903" y="1226"/>
                    <a:pt x="3855" y="1221"/>
                  </a:cubicBezTo>
                  <a:cubicBezTo>
                    <a:pt x="3232" y="1154"/>
                    <a:pt x="2610" y="1076"/>
                    <a:pt x="1978" y="1009"/>
                  </a:cubicBezTo>
                  <a:cubicBezTo>
                    <a:pt x="1789" y="987"/>
                    <a:pt x="1595" y="968"/>
                    <a:pt x="1402" y="968"/>
                  </a:cubicBezTo>
                  <a:cubicBezTo>
                    <a:pt x="1207" y="968"/>
                    <a:pt x="1012" y="987"/>
                    <a:pt x="822" y="1043"/>
                  </a:cubicBezTo>
                  <a:cubicBezTo>
                    <a:pt x="433" y="1154"/>
                    <a:pt x="78" y="1465"/>
                    <a:pt x="11" y="1865"/>
                  </a:cubicBezTo>
                  <a:cubicBezTo>
                    <a:pt x="0" y="1964"/>
                    <a:pt x="22" y="2098"/>
                    <a:pt x="122" y="2098"/>
                  </a:cubicBezTo>
                  <a:cubicBezTo>
                    <a:pt x="156" y="2098"/>
                    <a:pt x="189" y="2087"/>
                    <a:pt x="222" y="2065"/>
                  </a:cubicBezTo>
                  <a:cubicBezTo>
                    <a:pt x="455" y="1942"/>
                    <a:pt x="677" y="1820"/>
                    <a:pt x="911" y="1698"/>
                  </a:cubicBezTo>
                  <a:lnTo>
                    <a:pt x="911" y="1698"/>
                  </a:lnTo>
                  <a:cubicBezTo>
                    <a:pt x="633" y="1853"/>
                    <a:pt x="411" y="2142"/>
                    <a:pt x="344" y="2453"/>
                  </a:cubicBezTo>
                  <a:cubicBezTo>
                    <a:pt x="333" y="2498"/>
                    <a:pt x="322" y="2564"/>
                    <a:pt x="356" y="2598"/>
                  </a:cubicBezTo>
                  <a:cubicBezTo>
                    <a:pt x="369" y="2608"/>
                    <a:pt x="384" y="2612"/>
                    <a:pt x="402" y="2612"/>
                  </a:cubicBezTo>
                  <a:cubicBezTo>
                    <a:pt x="443" y="2612"/>
                    <a:pt x="494" y="2588"/>
                    <a:pt x="533" y="2564"/>
                  </a:cubicBezTo>
                  <a:cubicBezTo>
                    <a:pt x="811" y="2376"/>
                    <a:pt x="1089" y="2176"/>
                    <a:pt x="1355" y="1987"/>
                  </a:cubicBezTo>
                  <a:lnTo>
                    <a:pt x="1355" y="1987"/>
                  </a:lnTo>
                  <a:cubicBezTo>
                    <a:pt x="1201" y="2110"/>
                    <a:pt x="395" y="3075"/>
                    <a:pt x="839" y="3075"/>
                  </a:cubicBezTo>
                  <a:cubicBezTo>
                    <a:pt x="876" y="3075"/>
                    <a:pt x="922" y="3068"/>
                    <a:pt x="978" y="3053"/>
                  </a:cubicBezTo>
                  <a:cubicBezTo>
                    <a:pt x="1077" y="3031"/>
                    <a:pt x="1166" y="2964"/>
                    <a:pt x="1267" y="2909"/>
                  </a:cubicBezTo>
                  <a:cubicBezTo>
                    <a:pt x="1598" y="2716"/>
                    <a:pt x="1972" y="2651"/>
                    <a:pt x="2351" y="2651"/>
                  </a:cubicBezTo>
                  <a:cubicBezTo>
                    <a:pt x="2583" y="2651"/>
                    <a:pt x="2817" y="2675"/>
                    <a:pt x="3044" y="2709"/>
                  </a:cubicBezTo>
                  <a:cubicBezTo>
                    <a:pt x="3539" y="2793"/>
                    <a:pt x="4034" y="2924"/>
                    <a:pt x="4543" y="2924"/>
                  </a:cubicBezTo>
                  <a:cubicBezTo>
                    <a:pt x="4639" y="2924"/>
                    <a:pt x="4735" y="2920"/>
                    <a:pt x="4832" y="2909"/>
                  </a:cubicBezTo>
                  <a:cubicBezTo>
                    <a:pt x="5410" y="2853"/>
                    <a:pt x="5488" y="2520"/>
                    <a:pt x="5565" y="2009"/>
                  </a:cubicBezTo>
                  <a:cubicBezTo>
                    <a:pt x="5666" y="1398"/>
                    <a:pt x="5777" y="787"/>
                    <a:pt x="5876" y="176"/>
                  </a:cubicBezTo>
                  <a:cubicBezTo>
                    <a:pt x="5672" y="149"/>
                    <a:pt x="5208" y="1"/>
                    <a:pt x="4919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61">
              <a:extLst>
                <a:ext uri="{FF2B5EF4-FFF2-40B4-BE49-F238E27FC236}">
                  <a16:creationId xmlns:a16="http://schemas.microsoft.com/office/drawing/2014/main" id="{0193C3E7-0BF5-79D4-C084-E270CDAB8E90}"/>
                </a:ext>
              </a:extLst>
            </p:cNvPr>
            <p:cNvSpPr/>
            <p:nvPr/>
          </p:nvSpPr>
          <p:spPr>
            <a:xfrm>
              <a:off x="2100325" y="3817000"/>
              <a:ext cx="1425" cy="1700"/>
            </a:xfrm>
            <a:custGeom>
              <a:avLst/>
              <a:gdLst/>
              <a:ahLst/>
              <a:cxnLst/>
              <a:rect l="l" t="t" r="r" b="b"/>
              <a:pathLst>
                <a:path w="57" h="68" extrusionOk="0">
                  <a:moveTo>
                    <a:pt x="57" y="0"/>
                  </a:moveTo>
                  <a:cubicBezTo>
                    <a:pt x="45" y="23"/>
                    <a:pt x="23" y="45"/>
                    <a:pt x="1" y="67"/>
                  </a:cubicBezTo>
                  <a:lnTo>
                    <a:pt x="1" y="67"/>
                  </a:lnTo>
                  <a:cubicBezTo>
                    <a:pt x="23" y="45"/>
                    <a:pt x="45" y="23"/>
                    <a:pt x="57" y="0"/>
                  </a:cubicBezTo>
                  <a:close/>
                </a:path>
              </a:pathLst>
            </a:custGeom>
            <a:solidFill>
              <a:srgbClr val="6156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61">
              <a:extLst>
                <a:ext uri="{FF2B5EF4-FFF2-40B4-BE49-F238E27FC236}">
                  <a16:creationId xmlns:a16="http://schemas.microsoft.com/office/drawing/2014/main" id="{A8AB4130-B72D-1F9A-68E0-548526C5B56B}"/>
                </a:ext>
              </a:extLst>
            </p:cNvPr>
            <p:cNvSpPr/>
            <p:nvPr/>
          </p:nvSpPr>
          <p:spPr>
            <a:xfrm>
              <a:off x="2100325" y="3800625"/>
              <a:ext cx="34475" cy="34175"/>
            </a:xfrm>
            <a:custGeom>
              <a:avLst/>
              <a:gdLst/>
              <a:ahLst/>
              <a:cxnLst/>
              <a:rect l="l" t="t" r="r" b="b"/>
              <a:pathLst>
                <a:path w="1379" h="1367" extrusionOk="0">
                  <a:moveTo>
                    <a:pt x="223" y="1"/>
                  </a:moveTo>
                  <a:cubicBezTo>
                    <a:pt x="200" y="45"/>
                    <a:pt x="178" y="78"/>
                    <a:pt x="145" y="122"/>
                  </a:cubicBezTo>
                  <a:cubicBezTo>
                    <a:pt x="134" y="223"/>
                    <a:pt x="134" y="334"/>
                    <a:pt x="123" y="433"/>
                  </a:cubicBezTo>
                  <a:lnTo>
                    <a:pt x="123" y="445"/>
                  </a:lnTo>
                  <a:cubicBezTo>
                    <a:pt x="112" y="522"/>
                    <a:pt x="101" y="589"/>
                    <a:pt x="67" y="655"/>
                  </a:cubicBezTo>
                  <a:lnTo>
                    <a:pt x="57" y="655"/>
                  </a:lnTo>
                  <a:cubicBezTo>
                    <a:pt x="45" y="678"/>
                    <a:pt x="23" y="700"/>
                    <a:pt x="1" y="722"/>
                  </a:cubicBezTo>
                  <a:cubicBezTo>
                    <a:pt x="112" y="1045"/>
                    <a:pt x="301" y="1366"/>
                    <a:pt x="612" y="1366"/>
                  </a:cubicBezTo>
                  <a:lnTo>
                    <a:pt x="679" y="1366"/>
                  </a:lnTo>
                  <a:cubicBezTo>
                    <a:pt x="1034" y="1311"/>
                    <a:pt x="1223" y="878"/>
                    <a:pt x="1378" y="567"/>
                  </a:cubicBezTo>
                  <a:cubicBezTo>
                    <a:pt x="879" y="522"/>
                    <a:pt x="400" y="334"/>
                    <a:pt x="223" y="1"/>
                  </a:cubicBezTo>
                  <a:close/>
                </a:path>
              </a:pathLst>
            </a:custGeom>
            <a:solidFill>
              <a:srgbClr val="CD85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61">
              <a:extLst>
                <a:ext uri="{FF2B5EF4-FFF2-40B4-BE49-F238E27FC236}">
                  <a16:creationId xmlns:a16="http://schemas.microsoft.com/office/drawing/2014/main" id="{C55CB615-4B31-8098-D1DD-CFE645491657}"/>
                </a:ext>
              </a:extLst>
            </p:cNvPr>
            <p:cNvSpPr/>
            <p:nvPr/>
          </p:nvSpPr>
          <p:spPr>
            <a:xfrm>
              <a:off x="2075325" y="3714525"/>
              <a:ext cx="121125" cy="100550"/>
            </a:xfrm>
            <a:custGeom>
              <a:avLst/>
              <a:gdLst/>
              <a:ahLst/>
              <a:cxnLst/>
              <a:rect l="l" t="t" r="r" b="b"/>
              <a:pathLst>
                <a:path w="4845" h="4022" extrusionOk="0">
                  <a:moveTo>
                    <a:pt x="4511" y="1"/>
                  </a:moveTo>
                  <a:lnTo>
                    <a:pt x="3812" y="67"/>
                  </a:lnTo>
                  <a:cubicBezTo>
                    <a:pt x="2960" y="146"/>
                    <a:pt x="2096" y="281"/>
                    <a:pt x="1234" y="281"/>
                  </a:cubicBezTo>
                  <a:cubicBezTo>
                    <a:pt x="882" y="281"/>
                    <a:pt x="530" y="259"/>
                    <a:pt x="178" y="201"/>
                  </a:cubicBezTo>
                  <a:cubicBezTo>
                    <a:pt x="67" y="922"/>
                    <a:pt x="101" y="1756"/>
                    <a:pt x="57" y="2245"/>
                  </a:cubicBezTo>
                  <a:cubicBezTo>
                    <a:pt x="35" y="2511"/>
                    <a:pt x="1" y="2789"/>
                    <a:pt x="67" y="3055"/>
                  </a:cubicBezTo>
                  <a:cubicBezTo>
                    <a:pt x="123" y="3322"/>
                    <a:pt x="279" y="3578"/>
                    <a:pt x="534" y="3677"/>
                  </a:cubicBezTo>
                  <a:cubicBezTo>
                    <a:pt x="602" y="3709"/>
                    <a:pt x="677" y="3724"/>
                    <a:pt x="753" y="3724"/>
                  </a:cubicBezTo>
                  <a:cubicBezTo>
                    <a:pt x="862" y="3724"/>
                    <a:pt x="971" y="3692"/>
                    <a:pt x="1057" y="3633"/>
                  </a:cubicBezTo>
                  <a:cubicBezTo>
                    <a:pt x="1134" y="3588"/>
                    <a:pt x="1190" y="3522"/>
                    <a:pt x="1223" y="3445"/>
                  </a:cubicBezTo>
                  <a:cubicBezTo>
                    <a:pt x="1422" y="3836"/>
                    <a:pt x="2024" y="4022"/>
                    <a:pt x="2603" y="4022"/>
                  </a:cubicBezTo>
                  <a:cubicBezTo>
                    <a:pt x="2992" y="4022"/>
                    <a:pt x="3371" y="3938"/>
                    <a:pt x="3612" y="3778"/>
                  </a:cubicBezTo>
                  <a:cubicBezTo>
                    <a:pt x="4089" y="3455"/>
                    <a:pt x="4589" y="3045"/>
                    <a:pt x="4666" y="2467"/>
                  </a:cubicBezTo>
                  <a:lnTo>
                    <a:pt x="4666" y="2467"/>
                  </a:lnTo>
                  <a:cubicBezTo>
                    <a:pt x="4533" y="2611"/>
                    <a:pt x="4378" y="2722"/>
                    <a:pt x="4211" y="2811"/>
                  </a:cubicBezTo>
                  <a:cubicBezTo>
                    <a:pt x="4589" y="2400"/>
                    <a:pt x="4822" y="1845"/>
                    <a:pt x="4844" y="1278"/>
                  </a:cubicBezTo>
                  <a:lnTo>
                    <a:pt x="4844" y="1278"/>
                  </a:lnTo>
                  <a:cubicBezTo>
                    <a:pt x="4711" y="1445"/>
                    <a:pt x="4545" y="1578"/>
                    <a:pt x="4367" y="1689"/>
                  </a:cubicBezTo>
                  <a:cubicBezTo>
                    <a:pt x="4444" y="1145"/>
                    <a:pt x="4500" y="589"/>
                    <a:pt x="4511" y="45"/>
                  </a:cubicBezTo>
                  <a:lnTo>
                    <a:pt x="4511" y="1"/>
                  </a:lnTo>
                  <a:close/>
                </a:path>
              </a:pathLst>
            </a:custGeom>
            <a:solidFill>
              <a:srgbClr val="CADF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61">
              <a:extLst>
                <a:ext uri="{FF2B5EF4-FFF2-40B4-BE49-F238E27FC236}">
                  <a16:creationId xmlns:a16="http://schemas.microsoft.com/office/drawing/2014/main" id="{436FBA4F-2FFF-26BD-B141-B6D959ACB099}"/>
                </a:ext>
              </a:extLst>
            </p:cNvPr>
            <p:cNvSpPr/>
            <p:nvPr/>
          </p:nvSpPr>
          <p:spPr>
            <a:xfrm>
              <a:off x="2108650" y="3743125"/>
              <a:ext cx="68900" cy="63800"/>
            </a:xfrm>
            <a:custGeom>
              <a:avLst/>
              <a:gdLst/>
              <a:ahLst/>
              <a:cxnLst/>
              <a:rect l="l" t="t" r="r" b="b"/>
              <a:pathLst>
                <a:path w="2756" h="2552" extrusionOk="0">
                  <a:moveTo>
                    <a:pt x="857" y="1311"/>
                  </a:moveTo>
                  <a:cubicBezTo>
                    <a:pt x="867" y="1311"/>
                    <a:pt x="879" y="1311"/>
                    <a:pt x="901" y="1323"/>
                  </a:cubicBezTo>
                  <a:lnTo>
                    <a:pt x="912" y="1334"/>
                  </a:lnTo>
                  <a:cubicBezTo>
                    <a:pt x="945" y="1367"/>
                    <a:pt x="934" y="1422"/>
                    <a:pt x="901" y="1511"/>
                  </a:cubicBezTo>
                  <a:cubicBezTo>
                    <a:pt x="879" y="1590"/>
                    <a:pt x="845" y="1667"/>
                    <a:pt x="801" y="1745"/>
                  </a:cubicBezTo>
                  <a:cubicBezTo>
                    <a:pt x="790" y="1723"/>
                    <a:pt x="790" y="1701"/>
                    <a:pt x="778" y="1678"/>
                  </a:cubicBezTo>
                  <a:cubicBezTo>
                    <a:pt x="734" y="1590"/>
                    <a:pt x="712" y="1489"/>
                    <a:pt x="746" y="1400"/>
                  </a:cubicBezTo>
                  <a:cubicBezTo>
                    <a:pt x="756" y="1356"/>
                    <a:pt x="812" y="1323"/>
                    <a:pt x="857" y="1311"/>
                  </a:cubicBezTo>
                  <a:close/>
                  <a:moveTo>
                    <a:pt x="2612" y="1"/>
                  </a:moveTo>
                  <a:lnTo>
                    <a:pt x="2534" y="12"/>
                  </a:lnTo>
                  <a:cubicBezTo>
                    <a:pt x="2678" y="778"/>
                    <a:pt x="2479" y="1612"/>
                    <a:pt x="2000" y="2234"/>
                  </a:cubicBezTo>
                  <a:cubicBezTo>
                    <a:pt x="1920" y="2343"/>
                    <a:pt x="1796" y="2472"/>
                    <a:pt x="1666" y="2472"/>
                  </a:cubicBezTo>
                  <a:cubicBezTo>
                    <a:pt x="1652" y="2472"/>
                    <a:pt x="1637" y="2470"/>
                    <a:pt x="1623" y="2467"/>
                  </a:cubicBezTo>
                  <a:cubicBezTo>
                    <a:pt x="1512" y="2444"/>
                    <a:pt x="1434" y="2333"/>
                    <a:pt x="1378" y="2111"/>
                  </a:cubicBezTo>
                  <a:cubicBezTo>
                    <a:pt x="1356" y="2022"/>
                    <a:pt x="1334" y="1911"/>
                    <a:pt x="1334" y="1812"/>
                  </a:cubicBezTo>
                  <a:cubicBezTo>
                    <a:pt x="1390" y="1711"/>
                    <a:pt x="1412" y="1600"/>
                    <a:pt x="1434" y="1511"/>
                  </a:cubicBezTo>
                  <a:lnTo>
                    <a:pt x="1479" y="1356"/>
                  </a:lnTo>
                  <a:lnTo>
                    <a:pt x="1479" y="1356"/>
                  </a:lnTo>
                  <a:lnTo>
                    <a:pt x="1368" y="1478"/>
                  </a:lnTo>
                  <a:cubicBezTo>
                    <a:pt x="1289" y="1567"/>
                    <a:pt x="1257" y="1667"/>
                    <a:pt x="1257" y="1789"/>
                  </a:cubicBezTo>
                  <a:cubicBezTo>
                    <a:pt x="1245" y="1789"/>
                    <a:pt x="1245" y="1800"/>
                    <a:pt x="1245" y="1812"/>
                  </a:cubicBezTo>
                  <a:cubicBezTo>
                    <a:pt x="1197" y="1879"/>
                    <a:pt x="1107" y="1938"/>
                    <a:pt x="1026" y="1938"/>
                  </a:cubicBezTo>
                  <a:cubicBezTo>
                    <a:pt x="1014" y="1938"/>
                    <a:pt x="1002" y="1936"/>
                    <a:pt x="990" y="1933"/>
                  </a:cubicBezTo>
                  <a:cubicBezTo>
                    <a:pt x="934" y="1923"/>
                    <a:pt x="890" y="1878"/>
                    <a:pt x="845" y="1822"/>
                  </a:cubicBezTo>
                  <a:cubicBezTo>
                    <a:pt x="901" y="1734"/>
                    <a:pt x="945" y="1634"/>
                    <a:pt x="978" y="1534"/>
                  </a:cubicBezTo>
                  <a:cubicBezTo>
                    <a:pt x="1012" y="1467"/>
                    <a:pt x="1034" y="1367"/>
                    <a:pt x="978" y="1289"/>
                  </a:cubicBezTo>
                  <a:cubicBezTo>
                    <a:pt x="945" y="1245"/>
                    <a:pt x="901" y="1234"/>
                    <a:pt x="845" y="1234"/>
                  </a:cubicBezTo>
                  <a:cubicBezTo>
                    <a:pt x="768" y="1245"/>
                    <a:pt x="690" y="1301"/>
                    <a:pt x="667" y="1378"/>
                  </a:cubicBezTo>
                  <a:cubicBezTo>
                    <a:pt x="623" y="1489"/>
                    <a:pt x="657" y="1600"/>
                    <a:pt x="701" y="1711"/>
                  </a:cubicBezTo>
                  <a:cubicBezTo>
                    <a:pt x="723" y="1745"/>
                    <a:pt x="734" y="1789"/>
                    <a:pt x="756" y="1834"/>
                  </a:cubicBezTo>
                  <a:cubicBezTo>
                    <a:pt x="701" y="1923"/>
                    <a:pt x="645" y="2022"/>
                    <a:pt x="578" y="2111"/>
                  </a:cubicBezTo>
                  <a:cubicBezTo>
                    <a:pt x="523" y="2189"/>
                    <a:pt x="457" y="2278"/>
                    <a:pt x="368" y="2323"/>
                  </a:cubicBezTo>
                  <a:cubicBezTo>
                    <a:pt x="331" y="2338"/>
                    <a:pt x="287" y="2349"/>
                    <a:pt x="244" y="2349"/>
                  </a:cubicBezTo>
                  <a:cubicBezTo>
                    <a:pt x="197" y="2349"/>
                    <a:pt x="152" y="2336"/>
                    <a:pt x="123" y="2301"/>
                  </a:cubicBezTo>
                  <a:cubicBezTo>
                    <a:pt x="101" y="2267"/>
                    <a:pt x="90" y="2222"/>
                    <a:pt x="90" y="2178"/>
                  </a:cubicBezTo>
                  <a:cubicBezTo>
                    <a:pt x="101" y="2133"/>
                    <a:pt x="123" y="2111"/>
                    <a:pt x="156" y="2089"/>
                  </a:cubicBezTo>
                  <a:lnTo>
                    <a:pt x="123" y="2022"/>
                  </a:lnTo>
                  <a:cubicBezTo>
                    <a:pt x="67" y="2045"/>
                    <a:pt x="35" y="2089"/>
                    <a:pt x="12" y="2156"/>
                  </a:cubicBezTo>
                  <a:cubicBezTo>
                    <a:pt x="1" y="2234"/>
                    <a:pt x="23" y="2311"/>
                    <a:pt x="67" y="2356"/>
                  </a:cubicBezTo>
                  <a:cubicBezTo>
                    <a:pt x="79" y="2367"/>
                    <a:pt x="101" y="2389"/>
                    <a:pt x="123" y="2400"/>
                  </a:cubicBezTo>
                  <a:cubicBezTo>
                    <a:pt x="159" y="2416"/>
                    <a:pt x="203" y="2424"/>
                    <a:pt x="248" y="2424"/>
                  </a:cubicBezTo>
                  <a:cubicBezTo>
                    <a:pt x="299" y="2424"/>
                    <a:pt x="353" y="2413"/>
                    <a:pt x="401" y="2389"/>
                  </a:cubicBezTo>
                  <a:cubicBezTo>
                    <a:pt x="501" y="2333"/>
                    <a:pt x="578" y="2245"/>
                    <a:pt x="645" y="2156"/>
                  </a:cubicBezTo>
                  <a:cubicBezTo>
                    <a:pt x="701" y="2078"/>
                    <a:pt x="756" y="1989"/>
                    <a:pt x="812" y="1901"/>
                  </a:cubicBezTo>
                  <a:cubicBezTo>
                    <a:pt x="845" y="1956"/>
                    <a:pt x="901" y="2000"/>
                    <a:pt x="968" y="2012"/>
                  </a:cubicBezTo>
                  <a:cubicBezTo>
                    <a:pt x="985" y="2015"/>
                    <a:pt x="1001" y="2017"/>
                    <a:pt x="1018" y="2017"/>
                  </a:cubicBezTo>
                  <a:cubicBezTo>
                    <a:pt x="1112" y="2017"/>
                    <a:pt x="1200" y="1968"/>
                    <a:pt x="1257" y="1911"/>
                  </a:cubicBezTo>
                  <a:cubicBezTo>
                    <a:pt x="1267" y="1989"/>
                    <a:pt x="1279" y="2067"/>
                    <a:pt x="1301" y="2123"/>
                  </a:cubicBezTo>
                  <a:cubicBezTo>
                    <a:pt x="1334" y="2289"/>
                    <a:pt x="1412" y="2511"/>
                    <a:pt x="1612" y="2545"/>
                  </a:cubicBezTo>
                  <a:cubicBezTo>
                    <a:pt x="1632" y="2549"/>
                    <a:pt x="1651" y="2552"/>
                    <a:pt x="1671" y="2552"/>
                  </a:cubicBezTo>
                  <a:cubicBezTo>
                    <a:pt x="1798" y="2552"/>
                    <a:pt x="1933" y="2462"/>
                    <a:pt x="2067" y="2289"/>
                  </a:cubicBezTo>
                  <a:cubicBezTo>
                    <a:pt x="2556" y="1634"/>
                    <a:pt x="2756" y="778"/>
                    <a:pt x="2612" y="1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61">
              <a:extLst>
                <a:ext uri="{FF2B5EF4-FFF2-40B4-BE49-F238E27FC236}">
                  <a16:creationId xmlns:a16="http://schemas.microsoft.com/office/drawing/2014/main" id="{DC4116F8-B719-D854-DD86-C2FE44F9A570}"/>
                </a:ext>
              </a:extLst>
            </p:cNvPr>
            <p:cNvSpPr/>
            <p:nvPr/>
          </p:nvSpPr>
          <p:spPr>
            <a:xfrm>
              <a:off x="2076725" y="3790625"/>
              <a:ext cx="25300" cy="16950"/>
            </a:xfrm>
            <a:custGeom>
              <a:avLst/>
              <a:gdLst/>
              <a:ahLst/>
              <a:cxnLst/>
              <a:rect l="l" t="t" r="r" b="b"/>
              <a:pathLst>
                <a:path w="1012" h="678" extrusionOk="0">
                  <a:moveTo>
                    <a:pt x="1001" y="589"/>
                  </a:moveTo>
                  <a:cubicBezTo>
                    <a:pt x="912" y="645"/>
                    <a:pt x="801" y="678"/>
                    <a:pt x="689" y="678"/>
                  </a:cubicBezTo>
                  <a:cubicBezTo>
                    <a:pt x="623" y="678"/>
                    <a:pt x="545" y="667"/>
                    <a:pt x="478" y="633"/>
                  </a:cubicBezTo>
                  <a:cubicBezTo>
                    <a:pt x="545" y="667"/>
                    <a:pt x="623" y="678"/>
                    <a:pt x="689" y="678"/>
                  </a:cubicBezTo>
                  <a:cubicBezTo>
                    <a:pt x="801" y="678"/>
                    <a:pt x="912" y="645"/>
                    <a:pt x="1001" y="589"/>
                  </a:cubicBezTo>
                  <a:close/>
                  <a:moveTo>
                    <a:pt x="1001" y="589"/>
                  </a:moveTo>
                  <a:lnTo>
                    <a:pt x="1001" y="589"/>
                  </a:lnTo>
                  <a:lnTo>
                    <a:pt x="1001" y="589"/>
                  </a:lnTo>
                  <a:close/>
                  <a:moveTo>
                    <a:pt x="1011" y="589"/>
                  </a:moveTo>
                  <a:lnTo>
                    <a:pt x="1001" y="589"/>
                  </a:lnTo>
                  <a:lnTo>
                    <a:pt x="1011" y="589"/>
                  </a:lnTo>
                  <a:close/>
                  <a:moveTo>
                    <a:pt x="1011" y="578"/>
                  </a:moveTo>
                  <a:lnTo>
                    <a:pt x="1011" y="589"/>
                  </a:lnTo>
                  <a:lnTo>
                    <a:pt x="1011" y="578"/>
                  </a:lnTo>
                  <a:close/>
                  <a:moveTo>
                    <a:pt x="1011" y="578"/>
                  </a:moveTo>
                  <a:lnTo>
                    <a:pt x="1011" y="578"/>
                  </a:lnTo>
                  <a:lnTo>
                    <a:pt x="1011" y="578"/>
                  </a:lnTo>
                  <a:close/>
                  <a:moveTo>
                    <a:pt x="1" y="1"/>
                  </a:moveTo>
                  <a:cubicBezTo>
                    <a:pt x="11" y="1"/>
                    <a:pt x="11" y="11"/>
                    <a:pt x="11" y="11"/>
                  </a:cubicBezTo>
                  <a:cubicBezTo>
                    <a:pt x="11" y="11"/>
                    <a:pt x="11" y="1"/>
                    <a:pt x="1" y="1"/>
                  </a:cubicBezTo>
                  <a:close/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3157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61">
              <a:extLst>
                <a:ext uri="{FF2B5EF4-FFF2-40B4-BE49-F238E27FC236}">
                  <a16:creationId xmlns:a16="http://schemas.microsoft.com/office/drawing/2014/main" id="{87519393-66AB-08BF-0B25-34B0546A1B09}"/>
                </a:ext>
              </a:extLst>
            </p:cNvPr>
            <p:cNvSpPr/>
            <p:nvPr/>
          </p:nvSpPr>
          <p:spPr>
            <a:xfrm>
              <a:off x="2076450" y="3788400"/>
              <a:ext cx="28625" cy="19175"/>
            </a:xfrm>
            <a:custGeom>
              <a:avLst/>
              <a:gdLst/>
              <a:ahLst/>
              <a:cxnLst/>
              <a:rect l="l" t="t" r="r" b="b"/>
              <a:pathLst>
                <a:path w="1145" h="767" extrusionOk="0">
                  <a:moveTo>
                    <a:pt x="0" y="1"/>
                  </a:moveTo>
                  <a:cubicBezTo>
                    <a:pt x="0" y="23"/>
                    <a:pt x="12" y="56"/>
                    <a:pt x="12" y="90"/>
                  </a:cubicBezTo>
                  <a:cubicBezTo>
                    <a:pt x="22" y="90"/>
                    <a:pt x="22" y="100"/>
                    <a:pt x="22" y="100"/>
                  </a:cubicBezTo>
                  <a:cubicBezTo>
                    <a:pt x="78" y="367"/>
                    <a:pt x="234" y="623"/>
                    <a:pt x="489" y="722"/>
                  </a:cubicBezTo>
                  <a:cubicBezTo>
                    <a:pt x="556" y="756"/>
                    <a:pt x="634" y="767"/>
                    <a:pt x="700" y="767"/>
                  </a:cubicBezTo>
                  <a:cubicBezTo>
                    <a:pt x="812" y="767"/>
                    <a:pt x="923" y="734"/>
                    <a:pt x="1012" y="678"/>
                  </a:cubicBezTo>
                  <a:lnTo>
                    <a:pt x="1022" y="678"/>
                  </a:lnTo>
                  <a:lnTo>
                    <a:pt x="1022" y="667"/>
                  </a:lnTo>
                  <a:cubicBezTo>
                    <a:pt x="1078" y="633"/>
                    <a:pt x="1111" y="601"/>
                    <a:pt x="1145" y="545"/>
                  </a:cubicBezTo>
                  <a:cubicBezTo>
                    <a:pt x="723" y="467"/>
                    <a:pt x="333" y="278"/>
                    <a:pt x="0" y="1"/>
                  </a:cubicBezTo>
                  <a:close/>
                </a:path>
              </a:pathLst>
            </a:custGeom>
            <a:solidFill>
              <a:srgbClr val="BCD5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61">
              <a:extLst>
                <a:ext uri="{FF2B5EF4-FFF2-40B4-BE49-F238E27FC236}">
                  <a16:creationId xmlns:a16="http://schemas.microsoft.com/office/drawing/2014/main" id="{ABC1D780-10D3-31AA-4C90-0E8F9673BB6E}"/>
                </a:ext>
              </a:extLst>
            </p:cNvPr>
            <p:cNvSpPr/>
            <p:nvPr/>
          </p:nvSpPr>
          <p:spPr>
            <a:xfrm>
              <a:off x="1992300" y="3827250"/>
              <a:ext cx="10300" cy="10675"/>
            </a:xfrm>
            <a:custGeom>
              <a:avLst/>
              <a:gdLst/>
              <a:ahLst/>
              <a:cxnLst/>
              <a:rect l="l" t="t" r="r" b="b"/>
              <a:pathLst>
                <a:path w="412" h="427" extrusionOk="0">
                  <a:moveTo>
                    <a:pt x="267" y="0"/>
                  </a:moveTo>
                  <a:cubicBezTo>
                    <a:pt x="239" y="0"/>
                    <a:pt x="213" y="53"/>
                    <a:pt x="178" y="101"/>
                  </a:cubicBezTo>
                  <a:cubicBezTo>
                    <a:pt x="134" y="190"/>
                    <a:pt x="78" y="279"/>
                    <a:pt x="23" y="368"/>
                  </a:cubicBezTo>
                  <a:cubicBezTo>
                    <a:pt x="11" y="380"/>
                    <a:pt x="1" y="402"/>
                    <a:pt x="23" y="424"/>
                  </a:cubicBezTo>
                  <a:lnTo>
                    <a:pt x="45" y="424"/>
                  </a:lnTo>
                  <a:cubicBezTo>
                    <a:pt x="65" y="426"/>
                    <a:pt x="85" y="427"/>
                    <a:pt x="104" y="427"/>
                  </a:cubicBezTo>
                  <a:cubicBezTo>
                    <a:pt x="207" y="427"/>
                    <a:pt x="309" y="404"/>
                    <a:pt x="411" y="357"/>
                  </a:cubicBezTo>
                  <a:cubicBezTo>
                    <a:pt x="389" y="257"/>
                    <a:pt x="367" y="157"/>
                    <a:pt x="322" y="69"/>
                  </a:cubicBezTo>
                  <a:cubicBezTo>
                    <a:pt x="302" y="19"/>
                    <a:pt x="284" y="0"/>
                    <a:pt x="267" y="0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61">
              <a:extLst>
                <a:ext uri="{FF2B5EF4-FFF2-40B4-BE49-F238E27FC236}">
                  <a16:creationId xmlns:a16="http://schemas.microsoft.com/office/drawing/2014/main" id="{FEB155F4-52DE-63BC-6143-FC746142A4A7}"/>
                </a:ext>
              </a:extLst>
            </p:cNvPr>
            <p:cNvSpPr/>
            <p:nvPr/>
          </p:nvSpPr>
          <p:spPr>
            <a:xfrm>
              <a:off x="2001450" y="3843025"/>
              <a:ext cx="7800" cy="8850"/>
            </a:xfrm>
            <a:custGeom>
              <a:avLst/>
              <a:gdLst/>
              <a:ahLst/>
              <a:cxnLst/>
              <a:rect l="l" t="t" r="r" b="b"/>
              <a:pathLst>
                <a:path w="312" h="354" extrusionOk="0">
                  <a:moveTo>
                    <a:pt x="173" y="1"/>
                  </a:moveTo>
                  <a:cubicBezTo>
                    <a:pt x="151" y="1"/>
                    <a:pt x="134" y="49"/>
                    <a:pt x="112" y="93"/>
                  </a:cubicBezTo>
                  <a:cubicBezTo>
                    <a:pt x="79" y="159"/>
                    <a:pt x="45" y="237"/>
                    <a:pt x="12" y="315"/>
                  </a:cubicBezTo>
                  <a:cubicBezTo>
                    <a:pt x="12" y="326"/>
                    <a:pt x="1" y="337"/>
                    <a:pt x="12" y="349"/>
                  </a:cubicBezTo>
                  <a:cubicBezTo>
                    <a:pt x="16" y="352"/>
                    <a:pt x="18" y="353"/>
                    <a:pt x="20" y="353"/>
                  </a:cubicBezTo>
                  <a:cubicBezTo>
                    <a:pt x="24" y="353"/>
                    <a:pt x="27" y="349"/>
                    <a:pt x="35" y="349"/>
                  </a:cubicBezTo>
                  <a:cubicBezTo>
                    <a:pt x="134" y="349"/>
                    <a:pt x="223" y="315"/>
                    <a:pt x="312" y="260"/>
                  </a:cubicBezTo>
                  <a:cubicBezTo>
                    <a:pt x="290" y="193"/>
                    <a:pt x="257" y="115"/>
                    <a:pt x="212" y="48"/>
                  </a:cubicBezTo>
                  <a:cubicBezTo>
                    <a:pt x="197" y="14"/>
                    <a:pt x="184" y="1"/>
                    <a:pt x="173" y="1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61">
              <a:extLst>
                <a:ext uri="{FF2B5EF4-FFF2-40B4-BE49-F238E27FC236}">
                  <a16:creationId xmlns:a16="http://schemas.microsoft.com/office/drawing/2014/main" id="{44E8EBD5-B59B-F603-51E5-4F1D4D1D4DA8}"/>
                </a:ext>
              </a:extLst>
            </p:cNvPr>
            <p:cNvSpPr/>
            <p:nvPr/>
          </p:nvSpPr>
          <p:spPr>
            <a:xfrm>
              <a:off x="2008400" y="3855075"/>
              <a:ext cx="8925" cy="10275"/>
            </a:xfrm>
            <a:custGeom>
              <a:avLst/>
              <a:gdLst/>
              <a:ahLst/>
              <a:cxnLst/>
              <a:rect l="l" t="t" r="r" b="b"/>
              <a:pathLst>
                <a:path w="357" h="411" extrusionOk="0">
                  <a:moveTo>
                    <a:pt x="200" y="0"/>
                  </a:moveTo>
                  <a:cubicBezTo>
                    <a:pt x="172" y="0"/>
                    <a:pt x="156" y="53"/>
                    <a:pt x="134" y="111"/>
                  </a:cubicBezTo>
                  <a:cubicBezTo>
                    <a:pt x="90" y="188"/>
                    <a:pt x="56" y="277"/>
                    <a:pt x="23" y="355"/>
                  </a:cubicBezTo>
                  <a:cubicBezTo>
                    <a:pt x="12" y="378"/>
                    <a:pt x="1" y="400"/>
                    <a:pt x="23" y="410"/>
                  </a:cubicBezTo>
                  <a:lnTo>
                    <a:pt x="45" y="410"/>
                  </a:lnTo>
                  <a:cubicBezTo>
                    <a:pt x="156" y="400"/>
                    <a:pt x="268" y="366"/>
                    <a:pt x="356" y="299"/>
                  </a:cubicBezTo>
                  <a:cubicBezTo>
                    <a:pt x="334" y="222"/>
                    <a:pt x="300" y="133"/>
                    <a:pt x="256" y="55"/>
                  </a:cubicBezTo>
                  <a:cubicBezTo>
                    <a:pt x="233" y="16"/>
                    <a:pt x="215" y="0"/>
                    <a:pt x="200" y="0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61">
              <a:extLst>
                <a:ext uri="{FF2B5EF4-FFF2-40B4-BE49-F238E27FC236}">
                  <a16:creationId xmlns:a16="http://schemas.microsoft.com/office/drawing/2014/main" id="{DB6ABC89-CC90-6FEA-7FC8-CB12406E43DB}"/>
                </a:ext>
              </a:extLst>
            </p:cNvPr>
            <p:cNvSpPr/>
            <p:nvPr/>
          </p:nvSpPr>
          <p:spPr>
            <a:xfrm>
              <a:off x="2084500" y="3196025"/>
              <a:ext cx="28925" cy="16975"/>
            </a:xfrm>
            <a:custGeom>
              <a:avLst/>
              <a:gdLst/>
              <a:ahLst/>
              <a:cxnLst/>
              <a:rect l="l" t="t" r="r" b="b"/>
              <a:pathLst>
                <a:path w="1157" h="679" extrusionOk="0">
                  <a:moveTo>
                    <a:pt x="1089" y="0"/>
                  </a:moveTo>
                  <a:cubicBezTo>
                    <a:pt x="1056" y="189"/>
                    <a:pt x="1001" y="422"/>
                    <a:pt x="833" y="533"/>
                  </a:cubicBezTo>
                  <a:cubicBezTo>
                    <a:pt x="759" y="586"/>
                    <a:pt x="673" y="612"/>
                    <a:pt x="586" y="612"/>
                  </a:cubicBezTo>
                  <a:cubicBezTo>
                    <a:pt x="490" y="612"/>
                    <a:pt x="393" y="581"/>
                    <a:pt x="312" y="523"/>
                  </a:cubicBezTo>
                  <a:cubicBezTo>
                    <a:pt x="156" y="422"/>
                    <a:pt x="67" y="245"/>
                    <a:pt x="56" y="45"/>
                  </a:cubicBezTo>
                  <a:lnTo>
                    <a:pt x="1" y="45"/>
                  </a:lnTo>
                  <a:cubicBezTo>
                    <a:pt x="1" y="267"/>
                    <a:pt x="112" y="467"/>
                    <a:pt x="278" y="578"/>
                  </a:cubicBezTo>
                  <a:cubicBezTo>
                    <a:pt x="367" y="644"/>
                    <a:pt x="478" y="678"/>
                    <a:pt x="578" y="678"/>
                  </a:cubicBezTo>
                  <a:cubicBezTo>
                    <a:pt x="690" y="678"/>
                    <a:pt x="778" y="644"/>
                    <a:pt x="867" y="589"/>
                  </a:cubicBezTo>
                  <a:cubicBezTo>
                    <a:pt x="1056" y="456"/>
                    <a:pt x="1122" y="212"/>
                    <a:pt x="1156" y="12"/>
                  </a:cubicBezTo>
                  <a:lnTo>
                    <a:pt x="1089" y="0"/>
                  </a:ln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61">
              <a:extLst>
                <a:ext uri="{FF2B5EF4-FFF2-40B4-BE49-F238E27FC236}">
                  <a16:creationId xmlns:a16="http://schemas.microsoft.com/office/drawing/2014/main" id="{95F83286-3409-94AA-F202-9772E81EDED0}"/>
                </a:ext>
              </a:extLst>
            </p:cNvPr>
            <p:cNvSpPr/>
            <p:nvPr/>
          </p:nvSpPr>
          <p:spPr>
            <a:xfrm>
              <a:off x="2019225" y="3194350"/>
              <a:ext cx="22250" cy="18075"/>
            </a:xfrm>
            <a:custGeom>
              <a:avLst/>
              <a:gdLst/>
              <a:ahLst/>
              <a:cxnLst/>
              <a:rect l="l" t="t" r="r" b="b"/>
              <a:pathLst>
                <a:path w="890" h="723" extrusionOk="0">
                  <a:moveTo>
                    <a:pt x="35" y="0"/>
                  </a:moveTo>
                  <a:cubicBezTo>
                    <a:pt x="12" y="112"/>
                    <a:pt x="1" y="234"/>
                    <a:pt x="12" y="356"/>
                  </a:cubicBezTo>
                  <a:cubicBezTo>
                    <a:pt x="35" y="489"/>
                    <a:pt x="101" y="612"/>
                    <a:pt x="201" y="667"/>
                  </a:cubicBezTo>
                  <a:cubicBezTo>
                    <a:pt x="257" y="711"/>
                    <a:pt x="323" y="723"/>
                    <a:pt x="390" y="723"/>
                  </a:cubicBezTo>
                  <a:cubicBezTo>
                    <a:pt x="490" y="723"/>
                    <a:pt x="590" y="689"/>
                    <a:pt x="667" y="623"/>
                  </a:cubicBezTo>
                  <a:cubicBezTo>
                    <a:pt x="790" y="534"/>
                    <a:pt x="867" y="378"/>
                    <a:pt x="889" y="200"/>
                  </a:cubicBezTo>
                  <a:lnTo>
                    <a:pt x="823" y="190"/>
                  </a:lnTo>
                  <a:cubicBezTo>
                    <a:pt x="801" y="356"/>
                    <a:pt x="734" y="489"/>
                    <a:pt x="634" y="578"/>
                  </a:cubicBezTo>
                  <a:cubicBezTo>
                    <a:pt x="565" y="635"/>
                    <a:pt x="483" y="663"/>
                    <a:pt x="404" y="663"/>
                  </a:cubicBezTo>
                  <a:cubicBezTo>
                    <a:pt x="342" y="663"/>
                    <a:pt x="283" y="646"/>
                    <a:pt x="234" y="612"/>
                  </a:cubicBezTo>
                  <a:cubicBezTo>
                    <a:pt x="146" y="567"/>
                    <a:pt x="90" y="467"/>
                    <a:pt x="79" y="345"/>
                  </a:cubicBezTo>
                  <a:cubicBezTo>
                    <a:pt x="57" y="234"/>
                    <a:pt x="79" y="123"/>
                    <a:pt x="101" y="12"/>
                  </a:cubicBezTo>
                  <a:lnTo>
                    <a:pt x="35" y="0"/>
                  </a:ln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61">
              <a:extLst>
                <a:ext uri="{FF2B5EF4-FFF2-40B4-BE49-F238E27FC236}">
                  <a16:creationId xmlns:a16="http://schemas.microsoft.com/office/drawing/2014/main" id="{6BFF0C6D-5FCD-124E-2846-4DF38BE976B1}"/>
                </a:ext>
              </a:extLst>
            </p:cNvPr>
            <p:cNvSpPr/>
            <p:nvPr/>
          </p:nvSpPr>
          <p:spPr>
            <a:xfrm>
              <a:off x="1902875" y="3448925"/>
              <a:ext cx="98350" cy="98825"/>
            </a:xfrm>
            <a:custGeom>
              <a:avLst/>
              <a:gdLst/>
              <a:ahLst/>
              <a:cxnLst/>
              <a:rect l="l" t="t" r="r" b="b"/>
              <a:pathLst>
                <a:path w="3934" h="3953" extrusionOk="0">
                  <a:moveTo>
                    <a:pt x="1699" y="1"/>
                  </a:moveTo>
                  <a:cubicBezTo>
                    <a:pt x="1408" y="1"/>
                    <a:pt x="1146" y="91"/>
                    <a:pt x="856" y="393"/>
                  </a:cubicBezTo>
                  <a:cubicBezTo>
                    <a:pt x="423" y="849"/>
                    <a:pt x="122" y="1437"/>
                    <a:pt x="33" y="2059"/>
                  </a:cubicBezTo>
                  <a:cubicBezTo>
                    <a:pt x="1" y="2315"/>
                    <a:pt x="1" y="2582"/>
                    <a:pt x="78" y="2815"/>
                  </a:cubicBezTo>
                  <a:cubicBezTo>
                    <a:pt x="289" y="3471"/>
                    <a:pt x="1167" y="3871"/>
                    <a:pt x="1789" y="3948"/>
                  </a:cubicBezTo>
                  <a:cubicBezTo>
                    <a:pt x="1809" y="3951"/>
                    <a:pt x="1831" y="3953"/>
                    <a:pt x="1854" y="3953"/>
                  </a:cubicBezTo>
                  <a:cubicBezTo>
                    <a:pt x="1989" y="3953"/>
                    <a:pt x="2143" y="3894"/>
                    <a:pt x="2133" y="3770"/>
                  </a:cubicBezTo>
                  <a:cubicBezTo>
                    <a:pt x="2133" y="3704"/>
                    <a:pt x="2089" y="3648"/>
                    <a:pt x="2033" y="3604"/>
                  </a:cubicBezTo>
                  <a:cubicBezTo>
                    <a:pt x="1800" y="3415"/>
                    <a:pt x="1423" y="3326"/>
                    <a:pt x="1378" y="3015"/>
                  </a:cubicBezTo>
                  <a:lnTo>
                    <a:pt x="1378" y="3015"/>
                  </a:lnTo>
                  <a:cubicBezTo>
                    <a:pt x="1744" y="3237"/>
                    <a:pt x="2156" y="3382"/>
                    <a:pt x="2578" y="3437"/>
                  </a:cubicBezTo>
                  <a:cubicBezTo>
                    <a:pt x="2607" y="3440"/>
                    <a:pt x="2637" y="3443"/>
                    <a:pt x="2667" y="3443"/>
                  </a:cubicBezTo>
                  <a:cubicBezTo>
                    <a:pt x="2740" y="3443"/>
                    <a:pt x="2811" y="3429"/>
                    <a:pt x="2867" y="3382"/>
                  </a:cubicBezTo>
                  <a:cubicBezTo>
                    <a:pt x="2978" y="3271"/>
                    <a:pt x="2911" y="3071"/>
                    <a:pt x="2800" y="2960"/>
                  </a:cubicBezTo>
                  <a:cubicBezTo>
                    <a:pt x="2644" y="2815"/>
                    <a:pt x="2433" y="2760"/>
                    <a:pt x="2245" y="2671"/>
                  </a:cubicBezTo>
                  <a:cubicBezTo>
                    <a:pt x="2055" y="2570"/>
                    <a:pt x="1878" y="2426"/>
                    <a:pt x="1845" y="2226"/>
                  </a:cubicBezTo>
                  <a:lnTo>
                    <a:pt x="1845" y="2226"/>
                  </a:lnTo>
                  <a:cubicBezTo>
                    <a:pt x="2211" y="2382"/>
                    <a:pt x="2589" y="2526"/>
                    <a:pt x="2966" y="2659"/>
                  </a:cubicBezTo>
                  <a:cubicBezTo>
                    <a:pt x="3054" y="2690"/>
                    <a:pt x="3156" y="2714"/>
                    <a:pt x="3248" y="2714"/>
                  </a:cubicBezTo>
                  <a:cubicBezTo>
                    <a:pt x="3354" y="2714"/>
                    <a:pt x="3447" y="2682"/>
                    <a:pt x="3489" y="2593"/>
                  </a:cubicBezTo>
                  <a:cubicBezTo>
                    <a:pt x="3544" y="2482"/>
                    <a:pt x="3499" y="2360"/>
                    <a:pt x="3433" y="2271"/>
                  </a:cubicBezTo>
                  <a:cubicBezTo>
                    <a:pt x="3166" y="1893"/>
                    <a:pt x="2600" y="1871"/>
                    <a:pt x="2211" y="1604"/>
                  </a:cubicBezTo>
                  <a:cubicBezTo>
                    <a:pt x="2166" y="1571"/>
                    <a:pt x="2122" y="1504"/>
                    <a:pt x="2166" y="1471"/>
                  </a:cubicBezTo>
                  <a:lnTo>
                    <a:pt x="2166" y="1471"/>
                  </a:lnTo>
                  <a:cubicBezTo>
                    <a:pt x="2511" y="1582"/>
                    <a:pt x="2867" y="1704"/>
                    <a:pt x="3211" y="1815"/>
                  </a:cubicBezTo>
                  <a:cubicBezTo>
                    <a:pt x="3319" y="1851"/>
                    <a:pt x="3443" y="1888"/>
                    <a:pt x="3564" y="1888"/>
                  </a:cubicBezTo>
                  <a:cubicBezTo>
                    <a:pt x="3591" y="1888"/>
                    <a:pt x="3618" y="1886"/>
                    <a:pt x="3644" y="1882"/>
                  </a:cubicBezTo>
                  <a:cubicBezTo>
                    <a:pt x="3788" y="1849"/>
                    <a:pt x="3933" y="1726"/>
                    <a:pt x="3911" y="1571"/>
                  </a:cubicBezTo>
                  <a:cubicBezTo>
                    <a:pt x="3899" y="1415"/>
                    <a:pt x="3722" y="1326"/>
                    <a:pt x="3578" y="1271"/>
                  </a:cubicBezTo>
                  <a:cubicBezTo>
                    <a:pt x="3211" y="1116"/>
                    <a:pt x="2833" y="960"/>
                    <a:pt x="2467" y="815"/>
                  </a:cubicBezTo>
                  <a:cubicBezTo>
                    <a:pt x="2489" y="605"/>
                    <a:pt x="2867" y="649"/>
                    <a:pt x="2944" y="460"/>
                  </a:cubicBezTo>
                  <a:cubicBezTo>
                    <a:pt x="2978" y="371"/>
                    <a:pt x="2922" y="260"/>
                    <a:pt x="2844" y="205"/>
                  </a:cubicBezTo>
                  <a:cubicBezTo>
                    <a:pt x="2766" y="160"/>
                    <a:pt x="2667" y="138"/>
                    <a:pt x="2566" y="126"/>
                  </a:cubicBezTo>
                  <a:cubicBezTo>
                    <a:pt x="2230" y="70"/>
                    <a:pt x="1953" y="1"/>
                    <a:pt x="1699" y="1"/>
                  </a:cubicBezTo>
                  <a:close/>
                </a:path>
              </a:pathLst>
            </a:custGeom>
            <a:solidFill>
              <a:srgbClr val="E59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61">
              <a:extLst>
                <a:ext uri="{FF2B5EF4-FFF2-40B4-BE49-F238E27FC236}">
                  <a16:creationId xmlns:a16="http://schemas.microsoft.com/office/drawing/2014/main" id="{56076282-762A-AA25-8AAC-431CA0D603E1}"/>
                </a:ext>
              </a:extLst>
            </p:cNvPr>
            <p:cNvSpPr/>
            <p:nvPr/>
          </p:nvSpPr>
          <p:spPr>
            <a:xfrm>
              <a:off x="1944225" y="3539000"/>
              <a:ext cx="7550" cy="7050"/>
            </a:xfrm>
            <a:custGeom>
              <a:avLst/>
              <a:gdLst/>
              <a:ahLst/>
              <a:cxnLst/>
              <a:rect l="l" t="t" r="r" b="b"/>
              <a:pathLst>
                <a:path w="302" h="282" extrusionOk="0">
                  <a:moveTo>
                    <a:pt x="80" y="1"/>
                  </a:moveTo>
                  <a:cubicBezTo>
                    <a:pt x="46" y="68"/>
                    <a:pt x="24" y="134"/>
                    <a:pt x="13" y="212"/>
                  </a:cubicBezTo>
                  <a:cubicBezTo>
                    <a:pt x="1" y="267"/>
                    <a:pt x="12" y="282"/>
                    <a:pt x="34" y="282"/>
                  </a:cubicBezTo>
                  <a:cubicBezTo>
                    <a:pt x="52" y="282"/>
                    <a:pt x="77" y="272"/>
                    <a:pt x="102" y="268"/>
                  </a:cubicBezTo>
                  <a:cubicBezTo>
                    <a:pt x="157" y="245"/>
                    <a:pt x="213" y="223"/>
                    <a:pt x="280" y="212"/>
                  </a:cubicBezTo>
                  <a:cubicBezTo>
                    <a:pt x="290" y="201"/>
                    <a:pt x="302" y="201"/>
                    <a:pt x="302" y="179"/>
                  </a:cubicBezTo>
                  <a:lnTo>
                    <a:pt x="290" y="167"/>
                  </a:lnTo>
                  <a:cubicBezTo>
                    <a:pt x="235" y="90"/>
                    <a:pt x="157" y="34"/>
                    <a:pt x="80" y="1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61">
              <a:extLst>
                <a:ext uri="{FF2B5EF4-FFF2-40B4-BE49-F238E27FC236}">
                  <a16:creationId xmlns:a16="http://schemas.microsoft.com/office/drawing/2014/main" id="{66A54C40-A788-4B2F-4452-2B8CEA6E14A0}"/>
                </a:ext>
              </a:extLst>
            </p:cNvPr>
            <p:cNvSpPr/>
            <p:nvPr/>
          </p:nvSpPr>
          <p:spPr>
            <a:xfrm>
              <a:off x="1966325" y="3524825"/>
              <a:ext cx="7675" cy="7075"/>
            </a:xfrm>
            <a:custGeom>
              <a:avLst/>
              <a:gdLst/>
              <a:ahLst/>
              <a:cxnLst/>
              <a:rect l="l" t="t" r="r" b="b"/>
              <a:pathLst>
                <a:path w="307" h="283" extrusionOk="0">
                  <a:moveTo>
                    <a:pt x="73" y="1"/>
                  </a:moveTo>
                  <a:cubicBezTo>
                    <a:pt x="51" y="68"/>
                    <a:pt x="28" y="134"/>
                    <a:pt x="6" y="212"/>
                  </a:cubicBezTo>
                  <a:cubicBezTo>
                    <a:pt x="0" y="268"/>
                    <a:pt x="11" y="282"/>
                    <a:pt x="32" y="282"/>
                  </a:cubicBezTo>
                  <a:cubicBezTo>
                    <a:pt x="48" y="282"/>
                    <a:pt x="70" y="273"/>
                    <a:pt x="95" y="268"/>
                  </a:cubicBezTo>
                  <a:cubicBezTo>
                    <a:pt x="162" y="245"/>
                    <a:pt x="218" y="223"/>
                    <a:pt x="273" y="201"/>
                  </a:cubicBezTo>
                  <a:cubicBezTo>
                    <a:pt x="284" y="201"/>
                    <a:pt x="306" y="190"/>
                    <a:pt x="295" y="179"/>
                  </a:cubicBezTo>
                  <a:lnTo>
                    <a:pt x="295" y="168"/>
                  </a:lnTo>
                  <a:cubicBezTo>
                    <a:pt x="228" y="90"/>
                    <a:pt x="151" y="35"/>
                    <a:pt x="73" y="1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61">
              <a:extLst>
                <a:ext uri="{FF2B5EF4-FFF2-40B4-BE49-F238E27FC236}">
                  <a16:creationId xmlns:a16="http://schemas.microsoft.com/office/drawing/2014/main" id="{770483E7-001B-D077-BFAA-3BD6E3DF30E2}"/>
                </a:ext>
              </a:extLst>
            </p:cNvPr>
            <p:cNvSpPr/>
            <p:nvPr/>
          </p:nvSpPr>
          <p:spPr>
            <a:xfrm>
              <a:off x="1982150" y="3505950"/>
              <a:ext cx="7400" cy="6900"/>
            </a:xfrm>
            <a:custGeom>
              <a:avLst/>
              <a:gdLst/>
              <a:ahLst/>
              <a:cxnLst/>
              <a:rect l="l" t="t" r="r" b="b"/>
              <a:pathLst>
                <a:path w="296" h="276" extrusionOk="0">
                  <a:moveTo>
                    <a:pt x="73" y="1"/>
                  </a:moveTo>
                  <a:lnTo>
                    <a:pt x="7" y="201"/>
                  </a:lnTo>
                  <a:cubicBezTo>
                    <a:pt x="0" y="258"/>
                    <a:pt x="12" y="275"/>
                    <a:pt x="34" y="275"/>
                  </a:cubicBezTo>
                  <a:cubicBezTo>
                    <a:pt x="50" y="275"/>
                    <a:pt x="72" y="266"/>
                    <a:pt x="96" y="257"/>
                  </a:cubicBezTo>
                  <a:cubicBezTo>
                    <a:pt x="162" y="245"/>
                    <a:pt x="217" y="223"/>
                    <a:pt x="273" y="201"/>
                  </a:cubicBezTo>
                  <a:cubicBezTo>
                    <a:pt x="284" y="201"/>
                    <a:pt x="296" y="190"/>
                    <a:pt x="296" y="178"/>
                  </a:cubicBezTo>
                  <a:cubicBezTo>
                    <a:pt x="296" y="168"/>
                    <a:pt x="296" y="168"/>
                    <a:pt x="284" y="156"/>
                  </a:cubicBezTo>
                  <a:cubicBezTo>
                    <a:pt x="229" y="89"/>
                    <a:pt x="151" y="34"/>
                    <a:pt x="73" y="1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61">
              <a:extLst>
                <a:ext uri="{FF2B5EF4-FFF2-40B4-BE49-F238E27FC236}">
                  <a16:creationId xmlns:a16="http://schemas.microsoft.com/office/drawing/2014/main" id="{56FAA560-1F1C-C1F5-E3A7-2CBFD5CB9728}"/>
                </a:ext>
              </a:extLst>
            </p:cNvPr>
            <p:cNvSpPr/>
            <p:nvPr/>
          </p:nvSpPr>
          <p:spPr>
            <a:xfrm>
              <a:off x="1990050" y="3483725"/>
              <a:ext cx="7550" cy="7075"/>
            </a:xfrm>
            <a:custGeom>
              <a:avLst/>
              <a:gdLst/>
              <a:ahLst/>
              <a:cxnLst/>
              <a:rect l="l" t="t" r="r" b="b"/>
              <a:pathLst>
                <a:path w="302" h="283" extrusionOk="0">
                  <a:moveTo>
                    <a:pt x="79" y="1"/>
                  </a:moveTo>
                  <a:cubicBezTo>
                    <a:pt x="46" y="68"/>
                    <a:pt x="24" y="134"/>
                    <a:pt x="12" y="212"/>
                  </a:cubicBezTo>
                  <a:cubicBezTo>
                    <a:pt x="0" y="268"/>
                    <a:pt x="8" y="282"/>
                    <a:pt x="29" y="282"/>
                  </a:cubicBezTo>
                  <a:cubicBezTo>
                    <a:pt x="46" y="282"/>
                    <a:pt x="72" y="273"/>
                    <a:pt x="101" y="267"/>
                  </a:cubicBezTo>
                  <a:cubicBezTo>
                    <a:pt x="157" y="245"/>
                    <a:pt x="212" y="223"/>
                    <a:pt x="279" y="212"/>
                  </a:cubicBezTo>
                  <a:cubicBezTo>
                    <a:pt x="291" y="201"/>
                    <a:pt x="301" y="201"/>
                    <a:pt x="301" y="179"/>
                  </a:cubicBezTo>
                  <a:lnTo>
                    <a:pt x="291" y="168"/>
                  </a:lnTo>
                  <a:cubicBezTo>
                    <a:pt x="224" y="90"/>
                    <a:pt x="157" y="35"/>
                    <a:pt x="79" y="1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61">
              <a:extLst>
                <a:ext uri="{FF2B5EF4-FFF2-40B4-BE49-F238E27FC236}">
                  <a16:creationId xmlns:a16="http://schemas.microsoft.com/office/drawing/2014/main" id="{36688AE0-FC31-8E8D-32FC-4B77AC077763}"/>
                </a:ext>
              </a:extLst>
            </p:cNvPr>
            <p:cNvSpPr/>
            <p:nvPr/>
          </p:nvSpPr>
          <p:spPr>
            <a:xfrm>
              <a:off x="1966750" y="3454850"/>
              <a:ext cx="6950" cy="7100"/>
            </a:xfrm>
            <a:custGeom>
              <a:avLst/>
              <a:gdLst/>
              <a:ahLst/>
              <a:cxnLst/>
              <a:rect l="l" t="t" r="r" b="b"/>
              <a:pathLst>
                <a:path w="278" h="284" extrusionOk="0">
                  <a:moveTo>
                    <a:pt x="1" y="1"/>
                  </a:moveTo>
                  <a:cubicBezTo>
                    <a:pt x="1" y="67"/>
                    <a:pt x="1" y="145"/>
                    <a:pt x="23" y="223"/>
                  </a:cubicBezTo>
                  <a:cubicBezTo>
                    <a:pt x="28" y="268"/>
                    <a:pt x="39" y="284"/>
                    <a:pt x="54" y="284"/>
                  </a:cubicBezTo>
                  <a:cubicBezTo>
                    <a:pt x="73" y="284"/>
                    <a:pt x="98" y="259"/>
                    <a:pt x="122" y="234"/>
                  </a:cubicBezTo>
                  <a:cubicBezTo>
                    <a:pt x="167" y="201"/>
                    <a:pt x="211" y="156"/>
                    <a:pt x="267" y="112"/>
                  </a:cubicBezTo>
                  <a:cubicBezTo>
                    <a:pt x="278" y="112"/>
                    <a:pt x="278" y="101"/>
                    <a:pt x="278" y="89"/>
                  </a:cubicBezTo>
                  <a:lnTo>
                    <a:pt x="256" y="67"/>
                  </a:lnTo>
                  <a:cubicBezTo>
                    <a:pt x="178" y="23"/>
                    <a:pt x="89" y="1"/>
                    <a:pt x="1" y="1"/>
                  </a:cubicBezTo>
                  <a:close/>
                </a:path>
              </a:pathLst>
            </a:custGeom>
            <a:solidFill>
              <a:srgbClr val="175D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2" name="Google Shape;2102;p61">
            <a:extLst>
              <a:ext uri="{FF2B5EF4-FFF2-40B4-BE49-F238E27FC236}">
                <a16:creationId xmlns:a16="http://schemas.microsoft.com/office/drawing/2014/main" id="{004A6F83-CDFA-F728-8E4D-D8AF888CE96F}"/>
              </a:ext>
            </a:extLst>
          </p:cNvPr>
          <p:cNvSpPr/>
          <p:nvPr/>
        </p:nvSpPr>
        <p:spPr>
          <a:xfrm>
            <a:off x="640926" y="4543550"/>
            <a:ext cx="3110249" cy="425526"/>
          </a:xfrm>
          <a:custGeom>
            <a:avLst/>
            <a:gdLst/>
            <a:ahLst/>
            <a:cxnLst/>
            <a:rect l="l" t="t" r="r" b="b"/>
            <a:pathLst>
              <a:path w="154049" h="17797" extrusionOk="0">
                <a:moveTo>
                  <a:pt x="3238" y="2578"/>
                </a:moveTo>
                <a:lnTo>
                  <a:pt x="7988" y="0"/>
                </a:lnTo>
                <a:lnTo>
                  <a:pt x="64769" y="249"/>
                </a:lnTo>
                <a:lnTo>
                  <a:pt x="83984" y="915"/>
                </a:lnTo>
                <a:lnTo>
                  <a:pt x="148029" y="536"/>
                </a:lnTo>
                <a:lnTo>
                  <a:pt x="151890" y="3318"/>
                </a:lnTo>
                <a:lnTo>
                  <a:pt x="154049" y="8715"/>
                </a:lnTo>
                <a:lnTo>
                  <a:pt x="151776" y="16300"/>
                </a:lnTo>
                <a:lnTo>
                  <a:pt x="144868" y="17797"/>
                </a:lnTo>
                <a:lnTo>
                  <a:pt x="110324" y="17797"/>
                </a:lnTo>
                <a:lnTo>
                  <a:pt x="80098" y="17215"/>
                </a:lnTo>
                <a:lnTo>
                  <a:pt x="9283" y="17631"/>
                </a:lnTo>
                <a:lnTo>
                  <a:pt x="2375" y="14886"/>
                </a:lnTo>
                <a:lnTo>
                  <a:pt x="0" y="7235"/>
                </a:lnTo>
                <a:close/>
              </a:path>
            </a:pathLst>
          </a:custGeom>
          <a:solidFill>
            <a:schemeClr val="dk1"/>
          </a:solidFill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>
            <a:outerShdw dist="19050" dir="3660000" algn="bl" rotWithShape="0">
              <a:schemeClr val="accent6">
                <a:alpha val="80000"/>
              </a:scheme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103" name="Google Shape;2103;p61">
            <a:extLst>
              <a:ext uri="{FF2B5EF4-FFF2-40B4-BE49-F238E27FC236}">
                <a16:creationId xmlns:a16="http://schemas.microsoft.com/office/drawing/2014/main" id="{C6564676-DC09-E595-C0C2-AAFAB48F76B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76125" y="4638900"/>
            <a:ext cx="3039600" cy="23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Bigfoot sasquatch is his bff!!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05705950"/>
      </p:ext>
    </p:extLst>
  </p:cSld>
  <p:clrMapOvr>
    <a:masterClrMapping/>
  </p:clrMapOvr>
</p:sld>
</file>

<file path=ppt/theme/theme1.xml><?xml version="1.0" encoding="utf-8"?>
<a:theme xmlns:a="http://schemas.openxmlformats.org/drawingml/2006/main" name="The Myth of Bigfoot Sasquatch by Slidesgo">
  <a:themeElements>
    <a:clrScheme name="Simple Light">
      <a:dk1>
        <a:srgbClr val="093156"/>
      </a:dk1>
      <a:lt1>
        <a:srgbClr val="FFFFFF"/>
      </a:lt1>
      <a:dk2>
        <a:srgbClr val="683735"/>
      </a:dk2>
      <a:lt2>
        <a:srgbClr val="77413E"/>
      </a:lt2>
      <a:accent1>
        <a:srgbClr val="2A5677"/>
      </a:accent1>
      <a:accent2>
        <a:srgbClr val="A2B9B6"/>
      </a:accent2>
      <a:accent3>
        <a:srgbClr val="536A67"/>
      </a:accent3>
      <a:accent4>
        <a:srgbClr val="FFAC00"/>
      </a:accent4>
      <a:accent5>
        <a:srgbClr val="FFCC71"/>
      </a:accent5>
      <a:accent6>
        <a:srgbClr val="9A80C1"/>
      </a:accent6>
      <a:hlink>
        <a:srgbClr val="09315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1276</TotalTime>
  <Words>813</Words>
  <Application>Microsoft Office PowerPoint</Application>
  <PresentationFormat>Pokaz na ekranie (16:9)</PresentationFormat>
  <Paragraphs>107</Paragraphs>
  <Slides>19</Slides>
  <Notes>19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19</vt:i4>
      </vt:variant>
    </vt:vector>
  </HeadingPairs>
  <TitlesOfParts>
    <vt:vector size="23" baseType="lpstr">
      <vt:lpstr>Freckle Face</vt:lpstr>
      <vt:lpstr>Arial</vt:lpstr>
      <vt:lpstr>Coda</vt:lpstr>
      <vt:lpstr>The Myth of Bigfoot Sasquatch by Slidesgo</vt:lpstr>
      <vt:lpstr>Topic Modelling Bigfoot Sightings Project </vt:lpstr>
      <vt:lpstr>Table of Contents</vt:lpstr>
      <vt:lpstr>Introduction</vt:lpstr>
      <vt:lpstr>Introduction</vt:lpstr>
      <vt:lpstr>4 982</vt:lpstr>
      <vt:lpstr>Introduction - Research Questions</vt:lpstr>
      <vt:lpstr>Technicals</vt:lpstr>
      <vt:lpstr>Data Collection &amp; Preprocessing</vt:lpstr>
      <vt:lpstr>Vocabulary Analysis</vt:lpstr>
      <vt:lpstr>Vocabulary Analysis After Cleaning</vt:lpstr>
      <vt:lpstr>Technical Pipeline</vt:lpstr>
      <vt:lpstr>Challenges</vt:lpstr>
      <vt:lpstr>Results</vt:lpstr>
      <vt:lpstr>Key Findings (Topic Analysis)</vt:lpstr>
      <vt:lpstr>Geospatial Insights</vt:lpstr>
      <vt:lpstr>Seasonality &amp; Timeline</vt:lpstr>
      <vt:lpstr>Conclusions</vt:lpstr>
      <vt:lpstr>Conclusions &amp; Future Work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Hrycenko Wojciech (STUD)</cp:lastModifiedBy>
  <cp:revision>8</cp:revision>
  <dcterms:modified xsi:type="dcterms:W3CDTF">2026-01-09T21:35:22Z</dcterms:modified>
</cp:coreProperties>
</file>